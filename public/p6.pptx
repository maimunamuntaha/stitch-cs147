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Agrandir Bold" charset="1" panose="00000800000000000000"/>
      <p:regular r:id="rId45"/>
    </p:embeddedFont>
    <p:embeddedFont>
      <p:font typeface="Poppins" charset="1" panose="00000500000000000000"/>
      <p:regular r:id="rId46"/>
    </p:embeddedFont>
    <p:embeddedFont>
      <p:font typeface="Poppins Italics" charset="1" panose="00000500000000000000"/>
      <p:regular r:id="rId47"/>
    </p:embeddedFont>
    <p:embeddedFont>
      <p:font typeface="Agrandir" charset="1" panose="00000500000000000000"/>
      <p:regular r:id="rId48"/>
    </p:embeddedFont>
    <p:embeddedFont>
      <p:font typeface="Poppins Bold" charset="1" panose="000008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https://web.stanford.edu/class/cs147/projects/DesignforCommunityResilience/Stitch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https://web.stanford.edu/class/cs147/projects/DesignforCommunityResilience/Stitch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https://web.stanford.edu/class/cs147/projects/DesignforCommunityResilience/Stitch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https://web.stanford.edu/class/cs147/projects/DesignforCommunityResilience/Stitch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https://web.stanford.edu/class/cs147/projects/DesignforCommunityResilience/Stitch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25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2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0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figma.com/design/ARrTEwUiCxvuIFAGOPhEXB/CS147-Med-Fi-Stitch?node-id=106-860&amp;t=MHObctnncFap253X-0" TargetMode="External" Type="http://schemas.openxmlformats.org/officeDocument/2006/relationships/hyperlink"/><Relationship Id="rId3" Target="https://www.figma.com/proto/ARrTEwUiCxvuIFAGOPhEXB/CS147-Med-Fi-Stitch?node-id=322-5053&amp;t=MHObctnncFap253X-0&amp;scaling=scale-down&amp;content-scaling=fixed&amp;page-id=0%3A1&amp;starting-point-node-id=326%3A5912" TargetMode="External" Type="http://schemas.openxmlformats.org/officeDocument/2006/relationships/hyperlink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6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8565" y="4707291"/>
            <a:ext cx="10050118" cy="6157981"/>
          </a:xfrm>
          <a:custGeom>
            <a:avLst/>
            <a:gdLst/>
            <a:ahLst/>
            <a:cxnLst/>
            <a:rect r="r" b="b" t="t" l="l"/>
            <a:pathLst>
              <a:path h="6157981" w="10050118">
                <a:moveTo>
                  <a:pt x="0" y="0"/>
                </a:moveTo>
                <a:lnTo>
                  <a:pt x="10050118" y="0"/>
                </a:lnTo>
                <a:lnTo>
                  <a:pt x="10050118" y="6157982"/>
                </a:lnTo>
                <a:lnTo>
                  <a:pt x="0" y="6157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33553" y="1526309"/>
            <a:ext cx="6759147" cy="3180983"/>
            <a:chOff x="0" y="0"/>
            <a:chExt cx="1230376" cy="5790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0376" cy="579038"/>
            </a:xfrm>
            <a:custGeom>
              <a:avLst/>
              <a:gdLst/>
              <a:ahLst/>
              <a:cxnLst/>
              <a:rect r="r" b="b" t="t" l="l"/>
              <a:pathLst>
                <a:path h="579038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533222"/>
                  </a:lnTo>
                  <a:cubicBezTo>
                    <a:pt x="1230376" y="545374"/>
                    <a:pt x="1225549" y="557027"/>
                    <a:pt x="1216957" y="565619"/>
                  </a:cubicBezTo>
                  <a:cubicBezTo>
                    <a:pt x="1208365" y="574211"/>
                    <a:pt x="1196712" y="579038"/>
                    <a:pt x="1184560" y="579038"/>
                  </a:cubicBezTo>
                  <a:lnTo>
                    <a:pt x="45816" y="579038"/>
                  </a:lnTo>
                  <a:cubicBezTo>
                    <a:pt x="33665" y="579038"/>
                    <a:pt x="22011" y="574211"/>
                    <a:pt x="13419" y="565619"/>
                  </a:cubicBezTo>
                  <a:cubicBezTo>
                    <a:pt x="4827" y="557027"/>
                    <a:pt x="0" y="545374"/>
                    <a:pt x="0" y="533222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0313" r="0" b="-20313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1028700" y="8851056"/>
            <a:ext cx="16230600" cy="0"/>
          </a:xfrm>
          <a:prstGeom prst="line">
            <a:avLst/>
          </a:prstGeom>
          <a:ln cap="rnd" w="381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795300" y="5706220"/>
            <a:ext cx="3300656" cy="0"/>
          </a:xfrm>
          <a:prstGeom prst="line">
            <a:avLst/>
          </a:prstGeom>
          <a:ln cap="rnd" w="9525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056576" y="1526309"/>
            <a:ext cx="1688053" cy="1113701"/>
          </a:xfrm>
          <a:custGeom>
            <a:avLst/>
            <a:gdLst/>
            <a:ahLst/>
            <a:cxnLst/>
            <a:rect r="r" b="b" t="t" l="l"/>
            <a:pathLst>
              <a:path h="1113701" w="1688053">
                <a:moveTo>
                  <a:pt x="0" y="0"/>
                </a:moveTo>
                <a:lnTo>
                  <a:pt x="1688053" y="0"/>
                </a:lnTo>
                <a:lnTo>
                  <a:pt x="1688053" y="1113701"/>
                </a:lnTo>
                <a:lnTo>
                  <a:pt x="0" y="1113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59300" y="7336672"/>
            <a:ext cx="1512500" cy="997879"/>
          </a:xfrm>
          <a:custGeom>
            <a:avLst/>
            <a:gdLst/>
            <a:ahLst/>
            <a:cxnLst/>
            <a:rect r="r" b="b" t="t" l="l"/>
            <a:pathLst>
              <a:path h="997879" w="1512500">
                <a:moveTo>
                  <a:pt x="0" y="0"/>
                </a:moveTo>
                <a:lnTo>
                  <a:pt x="1512500" y="0"/>
                </a:lnTo>
                <a:lnTo>
                  <a:pt x="1512500" y="997879"/>
                </a:lnTo>
                <a:lnTo>
                  <a:pt x="0" y="9978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5300" y="7200918"/>
            <a:ext cx="1170727" cy="585364"/>
          </a:xfrm>
          <a:custGeom>
            <a:avLst/>
            <a:gdLst/>
            <a:ahLst/>
            <a:cxnLst/>
            <a:rect r="r" b="b" t="t" l="l"/>
            <a:pathLst>
              <a:path h="585364" w="1170727">
                <a:moveTo>
                  <a:pt x="0" y="0"/>
                </a:moveTo>
                <a:lnTo>
                  <a:pt x="1170727" y="0"/>
                </a:lnTo>
                <a:lnTo>
                  <a:pt x="1170727" y="585364"/>
                </a:lnTo>
                <a:lnTo>
                  <a:pt x="0" y="585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795300" y="3116690"/>
            <a:ext cx="7768585" cy="254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true">
                <a:solidFill>
                  <a:srgbClr val="F5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Small Businesses Together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5300" y="6023509"/>
            <a:ext cx="629859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through community events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300" y="2811370"/>
            <a:ext cx="40988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i="true">
                <a:solidFill>
                  <a:srgbClr val="F5F5F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STITCH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300" y="1932824"/>
            <a:ext cx="364618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A6: Med-Fi Prototype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08381" y="8946442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>
                <a:solidFill>
                  <a:srgbClr val="F5F5F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website link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33553" y="4857833"/>
            <a:ext cx="6759147" cy="3180983"/>
            <a:chOff x="0" y="0"/>
            <a:chExt cx="1230376" cy="5790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0376" cy="579038"/>
            </a:xfrm>
            <a:custGeom>
              <a:avLst/>
              <a:gdLst/>
              <a:ahLst/>
              <a:cxnLst/>
              <a:rect r="r" b="b" t="t" l="l"/>
              <a:pathLst>
                <a:path h="579038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533222"/>
                  </a:lnTo>
                  <a:cubicBezTo>
                    <a:pt x="1230376" y="545374"/>
                    <a:pt x="1225549" y="557027"/>
                    <a:pt x="1216957" y="565619"/>
                  </a:cubicBezTo>
                  <a:cubicBezTo>
                    <a:pt x="1208365" y="574211"/>
                    <a:pt x="1196712" y="579038"/>
                    <a:pt x="1184560" y="579038"/>
                  </a:cubicBezTo>
                  <a:lnTo>
                    <a:pt x="45816" y="579038"/>
                  </a:lnTo>
                  <a:cubicBezTo>
                    <a:pt x="33665" y="579038"/>
                    <a:pt x="22011" y="574211"/>
                    <a:pt x="13419" y="565619"/>
                  </a:cubicBezTo>
                  <a:cubicBezTo>
                    <a:pt x="4827" y="557027"/>
                    <a:pt x="0" y="545374"/>
                    <a:pt x="0" y="533222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7978" r="0" b="-797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6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453" y="2498491"/>
            <a:ext cx="3929057" cy="4330028"/>
            <a:chOff x="0" y="0"/>
            <a:chExt cx="1069836" cy="1179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102462" y="0"/>
                  </a:moveTo>
                  <a:lnTo>
                    <a:pt x="967374" y="0"/>
                  </a:lnTo>
                  <a:cubicBezTo>
                    <a:pt x="1023962" y="0"/>
                    <a:pt x="1069836" y="45874"/>
                    <a:pt x="1069836" y="102462"/>
                  </a:cubicBezTo>
                  <a:lnTo>
                    <a:pt x="1069836" y="1076554"/>
                  </a:lnTo>
                  <a:cubicBezTo>
                    <a:pt x="1069836" y="1133142"/>
                    <a:pt x="1023962" y="1179016"/>
                    <a:pt x="967374" y="1179016"/>
                  </a:cubicBezTo>
                  <a:lnTo>
                    <a:pt x="102462" y="1179016"/>
                  </a:lnTo>
                  <a:cubicBezTo>
                    <a:pt x="45874" y="1179016"/>
                    <a:pt x="0" y="1133142"/>
                    <a:pt x="0" y="1076554"/>
                  </a:cubicBezTo>
                  <a:lnTo>
                    <a:pt x="0" y="102462"/>
                  </a:lnTo>
                  <a:cubicBezTo>
                    <a:pt x="0" y="45874"/>
                    <a:pt x="45874" y="0"/>
                    <a:pt x="102462" y="0"/>
                  </a:cubicBezTo>
                  <a:close/>
                </a:path>
              </a:pathLst>
            </a:custGeom>
            <a:blipFill>
              <a:blip r:embed="rId2"/>
              <a:stretch>
                <a:fillRect l="-6539" t="0" r="-653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73607" y="2498491"/>
            <a:ext cx="3929057" cy="4330028"/>
            <a:chOff x="0" y="0"/>
            <a:chExt cx="1069836" cy="1179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102462" y="0"/>
                  </a:moveTo>
                  <a:lnTo>
                    <a:pt x="967374" y="0"/>
                  </a:lnTo>
                  <a:cubicBezTo>
                    <a:pt x="1023962" y="0"/>
                    <a:pt x="1069836" y="45874"/>
                    <a:pt x="1069836" y="102462"/>
                  </a:cubicBezTo>
                  <a:lnTo>
                    <a:pt x="1069836" y="1076554"/>
                  </a:lnTo>
                  <a:cubicBezTo>
                    <a:pt x="1069836" y="1133142"/>
                    <a:pt x="1023962" y="1179016"/>
                    <a:pt x="967374" y="1179016"/>
                  </a:cubicBezTo>
                  <a:lnTo>
                    <a:pt x="102462" y="1179016"/>
                  </a:lnTo>
                  <a:cubicBezTo>
                    <a:pt x="45874" y="1179016"/>
                    <a:pt x="0" y="1133142"/>
                    <a:pt x="0" y="1076554"/>
                  </a:cubicBezTo>
                  <a:lnTo>
                    <a:pt x="0" y="102462"/>
                  </a:lnTo>
                  <a:cubicBezTo>
                    <a:pt x="0" y="45874"/>
                    <a:pt x="45874" y="0"/>
                    <a:pt x="10246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720" r="0" b="-1672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6980" y="2498491"/>
            <a:ext cx="3929057" cy="4330028"/>
            <a:chOff x="0" y="0"/>
            <a:chExt cx="1069836" cy="1179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102462" y="0"/>
                  </a:moveTo>
                  <a:lnTo>
                    <a:pt x="967374" y="0"/>
                  </a:lnTo>
                  <a:cubicBezTo>
                    <a:pt x="1023962" y="0"/>
                    <a:pt x="1069836" y="45874"/>
                    <a:pt x="1069836" y="102462"/>
                  </a:cubicBezTo>
                  <a:lnTo>
                    <a:pt x="1069836" y="1076554"/>
                  </a:lnTo>
                  <a:cubicBezTo>
                    <a:pt x="1069836" y="1133142"/>
                    <a:pt x="1023962" y="1179016"/>
                    <a:pt x="967374" y="1179016"/>
                  </a:cubicBezTo>
                  <a:lnTo>
                    <a:pt x="102462" y="1179016"/>
                  </a:lnTo>
                  <a:cubicBezTo>
                    <a:pt x="45874" y="1179016"/>
                    <a:pt x="0" y="1133142"/>
                    <a:pt x="0" y="1076554"/>
                  </a:cubicBezTo>
                  <a:lnTo>
                    <a:pt x="0" y="102462"/>
                  </a:lnTo>
                  <a:cubicBezTo>
                    <a:pt x="0" y="45874"/>
                    <a:pt x="45874" y="0"/>
                    <a:pt x="10246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566" r="0" b="-1056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70858" y="596582"/>
            <a:ext cx="10146283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5F5F5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Team Behind Stitch: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8066" y="7160073"/>
            <a:ext cx="1619771" cy="9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F5F5F5"/>
                </a:solidFill>
                <a:latin typeface="Agrandir"/>
                <a:ea typeface="Agrandir"/>
                <a:cs typeface="Agrandir"/>
                <a:sym typeface="Agrandir"/>
              </a:rPr>
              <a:t>Eva 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34042" y="7160073"/>
            <a:ext cx="2408188" cy="9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F5F5F5"/>
                </a:solidFill>
                <a:latin typeface="Agrandir"/>
                <a:ea typeface="Agrandir"/>
                <a:cs typeface="Agrandir"/>
                <a:sym typeface="Agrandir"/>
              </a:rPr>
              <a:t>Sunny 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603" y="7160073"/>
            <a:ext cx="3475434" cy="9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F5F5F5"/>
                </a:solidFill>
                <a:latin typeface="Agrandir"/>
                <a:ea typeface="Agrandir"/>
                <a:cs typeface="Agrandir"/>
                <a:sym typeface="Agrandir"/>
              </a:rPr>
              <a:t>Maimuna 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0870" y="1512519"/>
            <a:ext cx="7041302" cy="7261961"/>
            <a:chOff x="0" y="0"/>
            <a:chExt cx="1069836" cy="1103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03363"/>
            </a:xfrm>
            <a:custGeom>
              <a:avLst/>
              <a:gdLst/>
              <a:ahLst/>
              <a:cxnLst/>
              <a:rect r="r" b="b" t="t" l="l"/>
              <a:pathLst>
                <a:path h="1103363" w="1069836">
                  <a:moveTo>
                    <a:pt x="0" y="0"/>
                  </a:moveTo>
                  <a:lnTo>
                    <a:pt x="1069836" y="0"/>
                  </a:lnTo>
                  <a:lnTo>
                    <a:pt x="1069836" y="1103363"/>
                  </a:lnTo>
                  <a:lnTo>
                    <a:pt x="0" y="1103363"/>
                  </a:lnTo>
                  <a:close/>
                </a:path>
              </a:pathLst>
            </a:custGeom>
            <a:blipFill>
              <a:blip r:embed="rId2"/>
              <a:stretch>
                <a:fillRect l="0" t="-8992" r="0" b="-899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86756" y="4983412"/>
            <a:ext cx="644881" cy="64488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654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853960" y="5150616"/>
            <a:ext cx="310473" cy="310473"/>
          </a:xfrm>
          <a:custGeom>
            <a:avLst/>
            <a:gdLst/>
            <a:ahLst/>
            <a:cxnLst/>
            <a:rect r="r" b="b" t="t" l="l"/>
            <a:pathLst>
              <a:path h="310473" w="310473">
                <a:moveTo>
                  <a:pt x="0" y="0"/>
                </a:moveTo>
                <a:lnTo>
                  <a:pt x="310473" y="0"/>
                </a:lnTo>
                <a:lnTo>
                  <a:pt x="310473" y="310474"/>
                </a:lnTo>
                <a:lnTo>
                  <a:pt x="0" y="3104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686756" y="1226850"/>
            <a:ext cx="2703364" cy="0"/>
          </a:xfrm>
          <a:prstGeom prst="line">
            <a:avLst/>
          </a:prstGeom>
          <a:ln cap="flat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686756" y="2542521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964411" y="3869711"/>
            <a:ext cx="1688053" cy="1113701"/>
          </a:xfrm>
          <a:custGeom>
            <a:avLst/>
            <a:gdLst/>
            <a:ahLst/>
            <a:cxnLst/>
            <a:rect r="r" b="b" t="t" l="l"/>
            <a:pathLst>
              <a:path h="1113701" w="1688053">
                <a:moveTo>
                  <a:pt x="0" y="0"/>
                </a:moveTo>
                <a:lnTo>
                  <a:pt x="1688053" y="0"/>
                </a:lnTo>
                <a:lnTo>
                  <a:pt x="1688053" y="1113701"/>
                </a:lnTo>
                <a:lnTo>
                  <a:pt x="0" y="1113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5762" y="7071824"/>
            <a:ext cx="772726" cy="386363"/>
          </a:xfrm>
          <a:custGeom>
            <a:avLst/>
            <a:gdLst/>
            <a:ahLst/>
            <a:cxnLst/>
            <a:rect r="r" b="b" t="t" l="l"/>
            <a:pathLst>
              <a:path h="386363" w="772726">
                <a:moveTo>
                  <a:pt x="0" y="0"/>
                </a:moveTo>
                <a:lnTo>
                  <a:pt x="772726" y="0"/>
                </a:lnTo>
                <a:lnTo>
                  <a:pt x="772726" y="386363"/>
                </a:lnTo>
                <a:lnTo>
                  <a:pt x="0" y="386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9686756" y="5780694"/>
            <a:ext cx="6580374" cy="283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New small businesses are trying to establish themselves.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Old small businesses are trying to keep up with the changing times. 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For all small businesses, finding support, adapting to a new generation, and creating community has been difficult.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574980" y="962025"/>
            <a:ext cx="4684320" cy="42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9" tooltip="https://web.stanford.edu/class/cs147/projects/DesignforCommunityResilience/Stitch/"/>
              </a:rPr>
              <a:t>website link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0870" y="1512519"/>
            <a:ext cx="7041302" cy="7261961"/>
            <a:chOff x="0" y="0"/>
            <a:chExt cx="1069836" cy="1103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03363"/>
            </a:xfrm>
            <a:custGeom>
              <a:avLst/>
              <a:gdLst/>
              <a:ahLst/>
              <a:cxnLst/>
              <a:rect r="r" b="b" t="t" l="l"/>
              <a:pathLst>
                <a:path h="1103363" w="1069836">
                  <a:moveTo>
                    <a:pt x="0" y="0"/>
                  </a:moveTo>
                  <a:lnTo>
                    <a:pt x="1069836" y="0"/>
                  </a:lnTo>
                  <a:lnTo>
                    <a:pt x="1069836" y="1103363"/>
                  </a:lnTo>
                  <a:lnTo>
                    <a:pt x="0" y="1103363"/>
                  </a:lnTo>
                  <a:close/>
                </a:path>
              </a:pathLst>
            </a:custGeom>
            <a:blipFill>
              <a:blip r:embed="rId2"/>
              <a:stretch>
                <a:fillRect l="-25833" t="0" r="-258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86756" y="4983412"/>
            <a:ext cx="644881" cy="64488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654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853960" y="5150616"/>
            <a:ext cx="310473" cy="310473"/>
          </a:xfrm>
          <a:custGeom>
            <a:avLst/>
            <a:gdLst/>
            <a:ahLst/>
            <a:cxnLst/>
            <a:rect r="r" b="b" t="t" l="l"/>
            <a:pathLst>
              <a:path h="310473" w="310473">
                <a:moveTo>
                  <a:pt x="0" y="0"/>
                </a:moveTo>
                <a:lnTo>
                  <a:pt x="310473" y="0"/>
                </a:lnTo>
                <a:lnTo>
                  <a:pt x="310473" y="310474"/>
                </a:lnTo>
                <a:lnTo>
                  <a:pt x="0" y="3104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686756" y="1226850"/>
            <a:ext cx="2703364" cy="0"/>
          </a:xfrm>
          <a:prstGeom prst="line">
            <a:avLst/>
          </a:prstGeom>
          <a:ln cap="flat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686756" y="2542521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</a:t>
            </a:r>
          </a:p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964411" y="3869711"/>
            <a:ext cx="1688053" cy="1113701"/>
          </a:xfrm>
          <a:custGeom>
            <a:avLst/>
            <a:gdLst/>
            <a:ahLst/>
            <a:cxnLst/>
            <a:rect r="r" b="b" t="t" l="l"/>
            <a:pathLst>
              <a:path h="1113701" w="1688053">
                <a:moveTo>
                  <a:pt x="0" y="0"/>
                </a:moveTo>
                <a:lnTo>
                  <a:pt x="1688053" y="0"/>
                </a:lnTo>
                <a:lnTo>
                  <a:pt x="1688053" y="1113701"/>
                </a:lnTo>
                <a:lnTo>
                  <a:pt x="0" y="1113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5762" y="7071824"/>
            <a:ext cx="772726" cy="386363"/>
          </a:xfrm>
          <a:custGeom>
            <a:avLst/>
            <a:gdLst/>
            <a:ahLst/>
            <a:cxnLst/>
            <a:rect r="r" b="b" t="t" l="l"/>
            <a:pathLst>
              <a:path h="386363" w="772726">
                <a:moveTo>
                  <a:pt x="0" y="0"/>
                </a:moveTo>
                <a:lnTo>
                  <a:pt x="772726" y="0"/>
                </a:lnTo>
                <a:lnTo>
                  <a:pt x="772726" y="386363"/>
                </a:lnTo>
                <a:lnTo>
                  <a:pt x="0" y="386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9686756" y="5780694"/>
            <a:ext cx="6580374" cy="126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STITCH uses an AI matching algorithm to allow small businesses to collaborate on events to attract new customers.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74980" y="962025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website link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74980" y="962025"/>
            <a:ext cx="4684320" cy="42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9" tooltip="https://web.stanford.edu/class/cs147/projects/DesignforCommunityResilience/Stitch/"/>
              </a:rPr>
              <a:t>website link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9329" y="608246"/>
            <a:ext cx="4118497" cy="8150989"/>
            <a:chOff x="0" y="0"/>
            <a:chExt cx="1004918" cy="1988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1988851"/>
            </a:xfrm>
            <a:custGeom>
              <a:avLst/>
              <a:gdLst/>
              <a:ahLst/>
              <a:cxnLst/>
              <a:rect r="r" b="b" t="t" l="l"/>
              <a:pathLst>
                <a:path h="1988851" w="1004918">
                  <a:moveTo>
                    <a:pt x="97749" y="0"/>
                  </a:moveTo>
                  <a:lnTo>
                    <a:pt x="907169" y="0"/>
                  </a:lnTo>
                  <a:cubicBezTo>
                    <a:pt x="961154" y="0"/>
                    <a:pt x="1004918" y="43764"/>
                    <a:pt x="1004918" y="97749"/>
                  </a:cubicBezTo>
                  <a:lnTo>
                    <a:pt x="1004918" y="1891101"/>
                  </a:lnTo>
                  <a:cubicBezTo>
                    <a:pt x="1004918" y="1945087"/>
                    <a:pt x="961154" y="1988851"/>
                    <a:pt x="907169" y="1988851"/>
                  </a:cubicBezTo>
                  <a:lnTo>
                    <a:pt x="97749" y="1988851"/>
                  </a:lnTo>
                  <a:cubicBezTo>
                    <a:pt x="43764" y="1988851"/>
                    <a:pt x="0" y="1945087"/>
                    <a:pt x="0" y="1891101"/>
                  </a:cubicBezTo>
                  <a:lnTo>
                    <a:pt x="0" y="97749"/>
                  </a:lnTo>
                  <a:cubicBezTo>
                    <a:pt x="0" y="43764"/>
                    <a:pt x="43764" y="0"/>
                    <a:pt x="9774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84" r="0" b="-108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21838" y="2773025"/>
            <a:ext cx="5434182" cy="191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Values</a:t>
            </a:r>
          </a:p>
          <a:p>
            <a:pPr algn="l">
              <a:lnSpc>
                <a:spcPts val="6600"/>
              </a:lnSpc>
            </a:pPr>
            <a:r>
              <a:rPr lang="en-US" sz="66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In Design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16123004" y="6679150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7465" y="1445703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0" y="0"/>
                </a:lnTo>
                <a:lnTo>
                  <a:pt x="956080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34594" y="2709897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121838" y="5326757"/>
            <a:ext cx="6613903" cy="180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Value 1: Transparency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User should understand the underlying details behind AI matches 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574980" y="962025"/>
            <a:ext cx="4684320" cy="42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7" tooltip="https://web.stanford.edu/class/cs147/projects/DesignforCommunityResilience/Stitch/"/>
              </a:rPr>
              <a:t>website link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94273" y="1028700"/>
            <a:ext cx="4067163" cy="8194464"/>
            <a:chOff x="0" y="0"/>
            <a:chExt cx="1004918" cy="20246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2024694"/>
            </a:xfrm>
            <a:custGeom>
              <a:avLst/>
              <a:gdLst/>
              <a:ahLst/>
              <a:cxnLst/>
              <a:rect r="r" b="b" t="t" l="l"/>
              <a:pathLst>
                <a:path h="2024694" w="1004918">
                  <a:moveTo>
                    <a:pt x="98983" y="0"/>
                  </a:moveTo>
                  <a:lnTo>
                    <a:pt x="905935" y="0"/>
                  </a:lnTo>
                  <a:cubicBezTo>
                    <a:pt x="932187" y="0"/>
                    <a:pt x="957364" y="10429"/>
                    <a:pt x="975926" y="28991"/>
                  </a:cubicBezTo>
                  <a:cubicBezTo>
                    <a:pt x="994489" y="47554"/>
                    <a:pt x="1004918" y="72731"/>
                    <a:pt x="1004918" y="98983"/>
                  </a:cubicBezTo>
                  <a:lnTo>
                    <a:pt x="1004918" y="1925712"/>
                  </a:lnTo>
                  <a:cubicBezTo>
                    <a:pt x="1004918" y="1951963"/>
                    <a:pt x="994489" y="1977140"/>
                    <a:pt x="975926" y="1995703"/>
                  </a:cubicBezTo>
                  <a:cubicBezTo>
                    <a:pt x="957364" y="2014266"/>
                    <a:pt x="932187" y="2024694"/>
                    <a:pt x="905935" y="2024694"/>
                  </a:cubicBezTo>
                  <a:lnTo>
                    <a:pt x="98983" y="2024694"/>
                  </a:lnTo>
                  <a:cubicBezTo>
                    <a:pt x="72731" y="2024694"/>
                    <a:pt x="47554" y="2014266"/>
                    <a:pt x="28991" y="1995703"/>
                  </a:cubicBezTo>
                  <a:cubicBezTo>
                    <a:pt x="10429" y="1977140"/>
                    <a:pt x="0" y="1951963"/>
                    <a:pt x="0" y="1925712"/>
                  </a:cubicBezTo>
                  <a:lnTo>
                    <a:pt x="0" y="98983"/>
                  </a:lnTo>
                  <a:cubicBezTo>
                    <a:pt x="0" y="72731"/>
                    <a:pt x="10429" y="47554"/>
                    <a:pt x="28991" y="28991"/>
                  </a:cubicBezTo>
                  <a:cubicBezTo>
                    <a:pt x="47554" y="10429"/>
                    <a:pt x="72731" y="0"/>
                    <a:pt x="9898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2" r="0" b="-55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21838" y="5326757"/>
            <a:ext cx="6613903" cy="250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Value 2:  Accessibility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Every user, regardless of technical skill or background, can easily navigate and benefit from all platform features through intuitive, human-centered design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21838" y="2773025"/>
            <a:ext cx="5434182" cy="191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Values</a:t>
            </a:r>
          </a:p>
          <a:p>
            <a:pPr algn="l">
              <a:lnSpc>
                <a:spcPts val="6600"/>
              </a:lnSpc>
            </a:pPr>
            <a:r>
              <a:rPr lang="en-US" sz="66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In Design</a:t>
            </a:r>
          </a:p>
        </p:txBody>
      </p:sp>
      <p:sp>
        <p:nvSpPr>
          <p:cNvPr name="AutoShape 6" id="6"/>
          <p:cNvSpPr/>
          <p:nvPr/>
        </p:nvSpPr>
        <p:spPr>
          <a:xfrm>
            <a:off x="994147" y="9875539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16540130" y="6995621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4" y="0"/>
                </a:lnTo>
                <a:lnTo>
                  <a:pt x="1369234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7465" y="1445703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0" y="0"/>
                </a:lnTo>
                <a:lnTo>
                  <a:pt x="956080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34594" y="2709897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2574980" y="962025"/>
            <a:ext cx="4684320" cy="42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7" tooltip="https://web.stanford.edu/class/cs147/projects/DesignforCommunityResilience/Stitch/"/>
              </a:rPr>
              <a:t>website link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52131" y="1028700"/>
            <a:ext cx="3808775" cy="7763280"/>
            <a:chOff x="0" y="0"/>
            <a:chExt cx="1004918" cy="2048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2048285"/>
            </a:xfrm>
            <a:custGeom>
              <a:avLst/>
              <a:gdLst/>
              <a:ahLst/>
              <a:cxnLst/>
              <a:rect r="r" b="b" t="t" l="l"/>
              <a:pathLst>
                <a:path h="2048285" w="1004918">
                  <a:moveTo>
                    <a:pt x="105698" y="0"/>
                  </a:moveTo>
                  <a:lnTo>
                    <a:pt x="899220" y="0"/>
                  </a:lnTo>
                  <a:cubicBezTo>
                    <a:pt x="957595" y="0"/>
                    <a:pt x="1004918" y="47323"/>
                    <a:pt x="1004918" y="105698"/>
                  </a:cubicBezTo>
                  <a:lnTo>
                    <a:pt x="1004918" y="1942587"/>
                  </a:lnTo>
                  <a:cubicBezTo>
                    <a:pt x="1004918" y="1970620"/>
                    <a:pt x="993782" y="1997505"/>
                    <a:pt x="973960" y="2017327"/>
                  </a:cubicBezTo>
                  <a:cubicBezTo>
                    <a:pt x="954137" y="2037149"/>
                    <a:pt x="927253" y="2048285"/>
                    <a:pt x="899220" y="2048285"/>
                  </a:cubicBezTo>
                  <a:lnTo>
                    <a:pt x="105698" y="2048285"/>
                  </a:lnTo>
                  <a:cubicBezTo>
                    <a:pt x="47323" y="2048285"/>
                    <a:pt x="0" y="2000963"/>
                    <a:pt x="0" y="1942587"/>
                  </a:cubicBezTo>
                  <a:lnTo>
                    <a:pt x="0" y="105698"/>
                  </a:lnTo>
                  <a:cubicBezTo>
                    <a:pt x="0" y="47323"/>
                    <a:pt x="47323" y="0"/>
                    <a:pt x="105698" y="0"/>
                  </a:cubicBezTo>
                  <a:close/>
                </a:path>
              </a:pathLst>
            </a:custGeom>
            <a:blipFill>
              <a:blip r:embed="rId2"/>
              <a:stretch>
                <a:fillRect l="-30" t="0" r="-3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21838" y="2773025"/>
            <a:ext cx="5434182" cy="191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Values</a:t>
            </a:r>
          </a:p>
          <a:p>
            <a:pPr algn="l">
              <a:lnSpc>
                <a:spcPts val="6600"/>
              </a:lnSpc>
            </a:pPr>
            <a:r>
              <a:rPr lang="en-US" sz="66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In Design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16540130" y="6995621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4" y="0"/>
                </a:lnTo>
                <a:lnTo>
                  <a:pt x="1369234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7465" y="1445703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0" y="0"/>
                </a:lnTo>
                <a:lnTo>
                  <a:pt x="956080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34594" y="2709897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121838" y="5326757"/>
            <a:ext cx="6613903" cy="250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Value 3:  Empowerment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We strengthen community by enabling members to support, learn from, and uplift one another, turning individual success into collective progress.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574980" y="962025"/>
            <a:ext cx="4684320" cy="42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 u="sng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  <a:hlinkClick r:id="rId7" tooltip="https://web.stanford.edu/class/cs147/projects/DesignforCommunityResilience/Stitch/"/>
              </a:rPr>
              <a:t>website link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715" y="1160991"/>
            <a:ext cx="16620569" cy="219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Tension In Values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826" y="1445703"/>
            <a:ext cx="6021078" cy="2945746"/>
            <a:chOff x="0" y="0"/>
            <a:chExt cx="929947" cy="454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47" cy="454966"/>
            </a:xfrm>
            <a:custGeom>
              <a:avLst/>
              <a:gdLst/>
              <a:ahLst/>
              <a:cxnLst/>
              <a:rect r="r" b="b" t="t" l="l"/>
              <a:pathLst>
                <a:path h="454966" w="929947">
                  <a:moveTo>
                    <a:pt x="64290" y="0"/>
                  </a:moveTo>
                  <a:lnTo>
                    <a:pt x="865657" y="0"/>
                  </a:lnTo>
                  <a:cubicBezTo>
                    <a:pt x="901163" y="0"/>
                    <a:pt x="929947" y="28784"/>
                    <a:pt x="929947" y="64290"/>
                  </a:cubicBezTo>
                  <a:lnTo>
                    <a:pt x="929947" y="390676"/>
                  </a:lnTo>
                  <a:cubicBezTo>
                    <a:pt x="929947" y="407727"/>
                    <a:pt x="923173" y="424079"/>
                    <a:pt x="911117" y="436136"/>
                  </a:cubicBezTo>
                  <a:cubicBezTo>
                    <a:pt x="899060" y="448193"/>
                    <a:pt x="882707" y="454966"/>
                    <a:pt x="865657" y="454966"/>
                  </a:cubicBezTo>
                  <a:lnTo>
                    <a:pt x="64290" y="454966"/>
                  </a:lnTo>
                  <a:cubicBezTo>
                    <a:pt x="28784" y="454966"/>
                    <a:pt x="0" y="426183"/>
                    <a:pt x="0" y="390676"/>
                  </a:cubicBezTo>
                  <a:lnTo>
                    <a:pt x="0" y="64290"/>
                  </a:lnTo>
                  <a:cubicBezTo>
                    <a:pt x="0" y="28784"/>
                    <a:pt x="28784" y="0"/>
                    <a:pt x="642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1560" r="0" b="-515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8059" y="4825455"/>
            <a:ext cx="821282" cy="821282"/>
            <a:chOff x="0" y="0"/>
            <a:chExt cx="1095043" cy="109504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8059" y="6287310"/>
            <a:ext cx="821282" cy="821282"/>
            <a:chOff x="0" y="0"/>
            <a:chExt cx="1095043" cy="109504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8059" y="7746768"/>
            <a:ext cx="821282" cy="821282"/>
            <a:chOff x="0" y="0"/>
            <a:chExt cx="1095043" cy="109504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0" y="2294836"/>
            <a:ext cx="4897688" cy="4143287"/>
            <a:chOff x="0" y="0"/>
            <a:chExt cx="993102" cy="8401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3102" cy="840132"/>
            </a:xfrm>
            <a:custGeom>
              <a:avLst/>
              <a:gdLst/>
              <a:ahLst/>
              <a:cxnLst/>
              <a:rect r="r" b="b" t="t" l="l"/>
              <a:pathLst>
                <a:path h="840132" w="993102">
                  <a:moveTo>
                    <a:pt x="79036" y="0"/>
                  </a:moveTo>
                  <a:lnTo>
                    <a:pt x="914065" y="0"/>
                  </a:lnTo>
                  <a:cubicBezTo>
                    <a:pt x="957716" y="0"/>
                    <a:pt x="993102" y="35386"/>
                    <a:pt x="993102" y="79036"/>
                  </a:cubicBezTo>
                  <a:lnTo>
                    <a:pt x="993102" y="761096"/>
                  </a:lnTo>
                  <a:cubicBezTo>
                    <a:pt x="993102" y="804746"/>
                    <a:pt x="957716" y="840132"/>
                    <a:pt x="914065" y="840132"/>
                  </a:cubicBezTo>
                  <a:lnTo>
                    <a:pt x="79036" y="840132"/>
                  </a:lnTo>
                  <a:cubicBezTo>
                    <a:pt x="35386" y="840132"/>
                    <a:pt x="0" y="804746"/>
                    <a:pt x="0" y="761096"/>
                  </a:cubicBezTo>
                  <a:lnTo>
                    <a:pt x="0" y="79036"/>
                  </a:lnTo>
                  <a:cubicBezTo>
                    <a:pt x="0" y="35386"/>
                    <a:pt x="35386" y="0"/>
                    <a:pt x="79036" y="0"/>
                  </a:cubicBezTo>
                  <a:close/>
                </a:path>
              </a:pathLst>
            </a:custGeom>
            <a:blipFill>
              <a:blip r:embed="rId5"/>
              <a:stretch>
                <a:fillRect l="-1330" t="-50173" r="-1761" b="-6599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660671" y="6203405"/>
            <a:ext cx="72620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Why it's a tension: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Full algorithmic transparency risks overwhelming non-technical owners, but oversimplifying reduces trust in recommendations.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9135" y="7687990"/>
            <a:ext cx="72620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How Stitch addresses it: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We show simplified AI matches with brief explanations for each match tag, providing transparency through information access.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17682" y="1564609"/>
            <a:ext cx="689349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Transparency vs. Accessibility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00928" y="6516234"/>
            <a:ext cx="6326999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Tension In</a:t>
            </a:r>
          </a:p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Values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915369" y="1047750"/>
            <a:ext cx="1995805" cy="0"/>
          </a:xfrm>
          <a:prstGeom prst="line">
            <a:avLst/>
          </a:prstGeom>
          <a:ln cap="flat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506912" y="4249165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8700" y="136822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861307" y="6438123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1755682" y="4666184"/>
            <a:ext cx="738831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Tension: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Users should understand AI matching details versus every user can easily navigate features regardless of technical skill.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826" y="1445703"/>
            <a:ext cx="6021078" cy="2945746"/>
            <a:chOff x="0" y="0"/>
            <a:chExt cx="929947" cy="454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47" cy="454966"/>
            </a:xfrm>
            <a:custGeom>
              <a:avLst/>
              <a:gdLst/>
              <a:ahLst/>
              <a:cxnLst/>
              <a:rect r="r" b="b" t="t" l="l"/>
              <a:pathLst>
                <a:path h="454966" w="929947">
                  <a:moveTo>
                    <a:pt x="64290" y="0"/>
                  </a:moveTo>
                  <a:lnTo>
                    <a:pt x="865657" y="0"/>
                  </a:lnTo>
                  <a:cubicBezTo>
                    <a:pt x="901163" y="0"/>
                    <a:pt x="929947" y="28784"/>
                    <a:pt x="929947" y="64290"/>
                  </a:cubicBezTo>
                  <a:lnTo>
                    <a:pt x="929947" y="390676"/>
                  </a:lnTo>
                  <a:cubicBezTo>
                    <a:pt x="929947" y="407727"/>
                    <a:pt x="923173" y="424079"/>
                    <a:pt x="911117" y="436136"/>
                  </a:cubicBezTo>
                  <a:cubicBezTo>
                    <a:pt x="899060" y="448193"/>
                    <a:pt x="882707" y="454966"/>
                    <a:pt x="865657" y="454966"/>
                  </a:cubicBezTo>
                  <a:lnTo>
                    <a:pt x="64290" y="454966"/>
                  </a:lnTo>
                  <a:cubicBezTo>
                    <a:pt x="28784" y="454966"/>
                    <a:pt x="0" y="426183"/>
                    <a:pt x="0" y="390676"/>
                  </a:cubicBezTo>
                  <a:lnTo>
                    <a:pt x="0" y="64290"/>
                  </a:lnTo>
                  <a:cubicBezTo>
                    <a:pt x="0" y="28784"/>
                    <a:pt x="28784" y="0"/>
                    <a:pt x="642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1560" r="0" b="-515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8059" y="4825455"/>
            <a:ext cx="821282" cy="821282"/>
            <a:chOff x="0" y="0"/>
            <a:chExt cx="1095043" cy="109504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8059" y="6287310"/>
            <a:ext cx="821282" cy="821282"/>
            <a:chOff x="0" y="0"/>
            <a:chExt cx="1095043" cy="109504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8059" y="7746768"/>
            <a:ext cx="821282" cy="821282"/>
            <a:chOff x="0" y="0"/>
            <a:chExt cx="1095043" cy="109504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0" y="2294836"/>
            <a:ext cx="4897688" cy="4143287"/>
            <a:chOff x="0" y="0"/>
            <a:chExt cx="993102" cy="8401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3102" cy="840132"/>
            </a:xfrm>
            <a:custGeom>
              <a:avLst/>
              <a:gdLst/>
              <a:ahLst/>
              <a:cxnLst/>
              <a:rect r="r" b="b" t="t" l="l"/>
              <a:pathLst>
                <a:path h="840132" w="993102">
                  <a:moveTo>
                    <a:pt x="79036" y="0"/>
                  </a:moveTo>
                  <a:lnTo>
                    <a:pt x="914065" y="0"/>
                  </a:lnTo>
                  <a:cubicBezTo>
                    <a:pt x="957716" y="0"/>
                    <a:pt x="993102" y="35386"/>
                    <a:pt x="993102" y="79036"/>
                  </a:cubicBezTo>
                  <a:lnTo>
                    <a:pt x="993102" y="761096"/>
                  </a:lnTo>
                  <a:cubicBezTo>
                    <a:pt x="993102" y="804746"/>
                    <a:pt x="957716" y="840132"/>
                    <a:pt x="914065" y="840132"/>
                  </a:cubicBezTo>
                  <a:lnTo>
                    <a:pt x="79036" y="840132"/>
                  </a:lnTo>
                  <a:cubicBezTo>
                    <a:pt x="35386" y="840132"/>
                    <a:pt x="0" y="804746"/>
                    <a:pt x="0" y="761096"/>
                  </a:cubicBezTo>
                  <a:lnTo>
                    <a:pt x="0" y="79036"/>
                  </a:lnTo>
                  <a:cubicBezTo>
                    <a:pt x="0" y="35386"/>
                    <a:pt x="35386" y="0"/>
                    <a:pt x="79036" y="0"/>
                  </a:cubicBezTo>
                  <a:close/>
                </a:path>
              </a:pathLst>
            </a:custGeom>
            <a:blipFill>
              <a:blip r:embed="rId5"/>
              <a:stretch>
                <a:fillRect l="-1330" t="-50173" r="-1761" b="-6599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660671" y="6203405"/>
            <a:ext cx="813287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Why it's a tension: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Maximum accessibility requires simplification, but true empowerment demands advanced features like bulk messaging and multi-business coordination.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9135" y="7687990"/>
            <a:ext cx="7262000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How Stitch addresses it: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We provide progressive disclosure, simple default flows for new users, with advanced features such as “create a stitch” revealed as engagement deepens.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17682" y="1564609"/>
            <a:ext cx="689349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Accessibility vs. Empowerment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4175" y="6590523"/>
            <a:ext cx="6326999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Tension In</a:t>
            </a:r>
          </a:p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Values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915369" y="1047750"/>
            <a:ext cx="1995805" cy="0"/>
          </a:xfrm>
          <a:prstGeom prst="line">
            <a:avLst/>
          </a:prstGeom>
          <a:ln cap="flat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506912" y="4249165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8700" y="136822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861307" y="6438123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1755682" y="4666184"/>
            <a:ext cx="738831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Tension: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Easy navigation for all users versus enabling members to organize complex community-wide initiatives and sustained networks.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826" y="1445703"/>
            <a:ext cx="6021078" cy="2945746"/>
            <a:chOff x="0" y="0"/>
            <a:chExt cx="929947" cy="454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47" cy="454966"/>
            </a:xfrm>
            <a:custGeom>
              <a:avLst/>
              <a:gdLst/>
              <a:ahLst/>
              <a:cxnLst/>
              <a:rect r="r" b="b" t="t" l="l"/>
              <a:pathLst>
                <a:path h="454966" w="929947">
                  <a:moveTo>
                    <a:pt x="64290" y="0"/>
                  </a:moveTo>
                  <a:lnTo>
                    <a:pt x="865657" y="0"/>
                  </a:lnTo>
                  <a:cubicBezTo>
                    <a:pt x="901163" y="0"/>
                    <a:pt x="929947" y="28784"/>
                    <a:pt x="929947" y="64290"/>
                  </a:cubicBezTo>
                  <a:lnTo>
                    <a:pt x="929947" y="390676"/>
                  </a:lnTo>
                  <a:cubicBezTo>
                    <a:pt x="929947" y="407727"/>
                    <a:pt x="923173" y="424079"/>
                    <a:pt x="911117" y="436136"/>
                  </a:cubicBezTo>
                  <a:cubicBezTo>
                    <a:pt x="899060" y="448193"/>
                    <a:pt x="882707" y="454966"/>
                    <a:pt x="865657" y="454966"/>
                  </a:cubicBezTo>
                  <a:lnTo>
                    <a:pt x="64290" y="454966"/>
                  </a:lnTo>
                  <a:cubicBezTo>
                    <a:pt x="28784" y="454966"/>
                    <a:pt x="0" y="426183"/>
                    <a:pt x="0" y="390676"/>
                  </a:cubicBezTo>
                  <a:lnTo>
                    <a:pt x="0" y="64290"/>
                  </a:lnTo>
                  <a:cubicBezTo>
                    <a:pt x="0" y="28784"/>
                    <a:pt x="28784" y="0"/>
                    <a:pt x="642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1560" r="0" b="-515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8059" y="4825455"/>
            <a:ext cx="821282" cy="821282"/>
            <a:chOff x="0" y="0"/>
            <a:chExt cx="1095043" cy="109504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8059" y="6287310"/>
            <a:ext cx="821282" cy="821282"/>
            <a:chOff x="0" y="0"/>
            <a:chExt cx="1095043" cy="109504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8059" y="7746768"/>
            <a:ext cx="821282" cy="821282"/>
            <a:chOff x="0" y="0"/>
            <a:chExt cx="1095043" cy="109504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0" y="2294836"/>
            <a:ext cx="4897688" cy="4143287"/>
            <a:chOff x="0" y="0"/>
            <a:chExt cx="993102" cy="8401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3102" cy="840132"/>
            </a:xfrm>
            <a:custGeom>
              <a:avLst/>
              <a:gdLst/>
              <a:ahLst/>
              <a:cxnLst/>
              <a:rect r="r" b="b" t="t" l="l"/>
              <a:pathLst>
                <a:path h="840132" w="993102">
                  <a:moveTo>
                    <a:pt x="79036" y="0"/>
                  </a:moveTo>
                  <a:lnTo>
                    <a:pt x="914065" y="0"/>
                  </a:lnTo>
                  <a:cubicBezTo>
                    <a:pt x="957716" y="0"/>
                    <a:pt x="993102" y="35386"/>
                    <a:pt x="993102" y="79036"/>
                  </a:cubicBezTo>
                  <a:lnTo>
                    <a:pt x="993102" y="761096"/>
                  </a:lnTo>
                  <a:cubicBezTo>
                    <a:pt x="993102" y="804746"/>
                    <a:pt x="957716" y="840132"/>
                    <a:pt x="914065" y="840132"/>
                  </a:cubicBezTo>
                  <a:lnTo>
                    <a:pt x="79036" y="840132"/>
                  </a:lnTo>
                  <a:cubicBezTo>
                    <a:pt x="35386" y="840132"/>
                    <a:pt x="0" y="804746"/>
                    <a:pt x="0" y="761096"/>
                  </a:cubicBezTo>
                  <a:lnTo>
                    <a:pt x="0" y="79036"/>
                  </a:lnTo>
                  <a:cubicBezTo>
                    <a:pt x="0" y="35386"/>
                    <a:pt x="35386" y="0"/>
                    <a:pt x="79036" y="0"/>
                  </a:cubicBezTo>
                  <a:close/>
                </a:path>
              </a:pathLst>
            </a:custGeom>
            <a:blipFill>
              <a:blip r:embed="rId5"/>
              <a:stretch>
                <a:fillRect l="-1330" t="-50173" r="-1761" b="-6599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660671" y="6203405"/>
            <a:ext cx="813287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Why it's a tension: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Full transparency about business matches could create unhealthy competition and hierarchies, but hiding information prevents users from understanding how to improve.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9135" y="7687990"/>
            <a:ext cx="805440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How Stitch addresses it: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We provide transparency about the why behind individual matches without exposing comparative network-wide data or rankings.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17682" y="1564609"/>
            <a:ext cx="689349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Transparency vs. Empowerment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12618" y="6361923"/>
            <a:ext cx="6326999" cy="185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Tension In</a:t>
            </a:r>
          </a:p>
          <a:p>
            <a:pPr algn="l">
              <a:lnSpc>
                <a:spcPts val="6400"/>
              </a:lnSpc>
            </a:pPr>
            <a:r>
              <a:rPr lang="en-US" sz="64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Values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915369" y="1047750"/>
            <a:ext cx="1995805" cy="0"/>
          </a:xfrm>
          <a:prstGeom prst="line">
            <a:avLst/>
          </a:prstGeom>
          <a:ln cap="flat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506912" y="4249165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8700" y="136822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572998" y="6887373"/>
            <a:ext cx="1766620" cy="883310"/>
          </a:xfrm>
          <a:custGeom>
            <a:avLst/>
            <a:gdLst/>
            <a:ahLst/>
            <a:cxnLst/>
            <a:rect r="r" b="b" t="t" l="l"/>
            <a:pathLst>
              <a:path h="883310" w="1766620">
                <a:moveTo>
                  <a:pt x="0" y="0"/>
                </a:moveTo>
                <a:lnTo>
                  <a:pt x="1766620" y="0"/>
                </a:lnTo>
                <a:lnTo>
                  <a:pt x="1766620" y="883310"/>
                </a:lnTo>
                <a:lnTo>
                  <a:pt x="0" y="8833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1755682" y="4666184"/>
            <a:ext cx="738831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Tension: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Users understand AI matching details versus fostering collective community progress where all businesses feel equal opportunity.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81180" y="3151179"/>
            <a:ext cx="3893367" cy="5960149"/>
            <a:chOff x="0" y="0"/>
            <a:chExt cx="601325" cy="920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1325" cy="920536"/>
            </a:xfrm>
            <a:custGeom>
              <a:avLst/>
              <a:gdLst/>
              <a:ahLst/>
              <a:cxnLst/>
              <a:rect r="r" b="b" t="t" l="l"/>
              <a:pathLst>
                <a:path h="920536" w="601325">
                  <a:moveTo>
                    <a:pt x="99424" y="0"/>
                  </a:moveTo>
                  <a:lnTo>
                    <a:pt x="501900" y="0"/>
                  </a:lnTo>
                  <a:cubicBezTo>
                    <a:pt x="556811" y="0"/>
                    <a:pt x="601325" y="44514"/>
                    <a:pt x="601325" y="99424"/>
                  </a:cubicBezTo>
                  <a:lnTo>
                    <a:pt x="601325" y="821112"/>
                  </a:lnTo>
                  <a:cubicBezTo>
                    <a:pt x="601325" y="876022"/>
                    <a:pt x="556811" y="920536"/>
                    <a:pt x="501900" y="920536"/>
                  </a:cubicBezTo>
                  <a:lnTo>
                    <a:pt x="99424" y="920536"/>
                  </a:lnTo>
                  <a:cubicBezTo>
                    <a:pt x="44514" y="920536"/>
                    <a:pt x="0" y="876022"/>
                    <a:pt x="0" y="821112"/>
                  </a:cubicBezTo>
                  <a:lnTo>
                    <a:pt x="0" y="99424"/>
                  </a:lnTo>
                  <a:cubicBezTo>
                    <a:pt x="0" y="44514"/>
                    <a:pt x="44514" y="0"/>
                    <a:pt x="9942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01" r="0" b="-158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42513" y="2232015"/>
            <a:ext cx="6466116" cy="814389"/>
            <a:chOff x="0" y="0"/>
            <a:chExt cx="8621488" cy="108585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17098" cy="917098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37784" y="237784"/>
              <a:ext cx="441530" cy="441530"/>
            </a:xfrm>
            <a:custGeom>
              <a:avLst/>
              <a:gdLst/>
              <a:ahLst/>
              <a:cxnLst/>
              <a:rect r="r" b="b" t="t" l="l"/>
              <a:pathLst>
                <a:path h="441530" w="441530">
                  <a:moveTo>
                    <a:pt x="0" y="0"/>
                  </a:moveTo>
                  <a:lnTo>
                    <a:pt x="441530" y="0"/>
                  </a:lnTo>
                  <a:lnTo>
                    <a:pt x="441530" y="441530"/>
                  </a:lnTo>
                  <a:lnTo>
                    <a:pt x="0" y="44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64816" y="160784"/>
              <a:ext cx="7556673" cy="92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 b="true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Simple: message another</a:t>
              </a:r>
            </a:p>
            <a:p>
              <a:pPr algn="l" marL="0" indent="0" lvl="0">
                <a:lnSpc>
                  <a:spcPts val="2814"/>
                </a:lnSpc>
                <a:spcBef>
                  <a:spcPct val="0"/>
                </a:spcBef>
              </a:pPr>
              <a:r>
                <a:rPr lang="en-US" b="true" sz="2010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small business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-5400000">
            <a:off x="17026363" y="5376437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136822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84879" y="5278792"/>
            <a:ext cx="1361350" cy="680675"/>
          </a:xfrm>
          <a:custGeom>
            <a:avLst/>
            <a:gdLst/>
            <a:ahLst/>
            <a:cxnLst/>
            <a:rect r="r" b="b" t="t" l="l"/>
            <a:pathLst>
              <a:path h="680675" w="1361350">
                <a:moveTo>
                  <a:pt x="0" y="0"/>
                </a:moveTo>
                <a:lnTo>
                  <a:pt x="1361350" y="0"/>
                </a:lnTo>
                <a:lnTo>
                  <a:pt x="1361350" y="680675"/>
                </a:lnTo>
                <a:lnTo>
                  <a:pt x="0" y="6806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7368255" y="2296135"/>
            <a:ext cx="5712925" cy="686149"/>
            <a:chOff x="0" y="0"/>
            <a:chExt cx="7617234" cy="91486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14865" cy="91486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237205" y="237205"/>
              <a:ext cx="440454" cy="440454"/>
            </a:xfrm>
            <a:custGeom>
              <a:avLst/>
              <a:gdLst/>
              <a:ahLst/>
              <a:cxnLst/>
              <a:rect r="r" b="b" t="t" l="l"/>
              <a:pathLst>
                <a:path h="440454" w="440454">
                  <a:moveTo>
                    <a:pt x="0" y="0"/>
                  </a:moveTo>
                  <a:lnTo>
                    <a:pt x="440455" y="0"/>
                  </a:lnTo>
                  <a:lnTo>
                    <a:pt x="440455" y="440455"/>
                  </a:lnTo>
                  <a:lnTo>
                    <a:pt x="0" y="440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152070" y="-8089"/>
              <a:ext cx="6465164" cy="922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7"/>
                </a:lnSpc>
                <a:spcBef>
                  <a:spcPct val="0"/>
                </a:spcBef>
              </a:pPr>
              <a:r>
                <a:rPr lang="en-US" b="true" sz="2005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Moderate: post an event to collaborate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55371" y="2136622"/>
            <a:ext cx="7875249" cy="845662"/>
            <a:chOff x="0" y="0"/>
            <a:chExt cx="10500331" cy="112754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17948" cy="917948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38005" y="238005"/>
              <a:ext cx="441939" cy="441939"/>
            </a:xfrm>
            <a:custGeom>
              <a:avLst/>
              <a:gdLst/>
              <a:ahLst/>
              <a:cxnLst/>
              <a:rect r="r" b="b" t="t" l="l"/>
              <a:pathLst>
                <a:path h="441939" w="441939">
                  <a:moveTo>
                    <a:pt x="0" y="0"/>
                  </a:moveTo>
                  <a:lnTo>
                    <a:pt x="441938" y="0"/>
                  </a:lnTo>
                  <a:lnTo>
                    <a:pt x="441938" y="441938"/>
                  </a:lnTo>
                  <a:lnTo>
                    <a:pt x="0" y="44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070776" y="201677"/>
              <a:ext cx="9429556" cy="925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6"/>
                </a:lnSpc>
              </a:pPr>
              <a:r>
                <a:rPr lang="en-US" sz="2011" b="true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Complex: collaborate on an </a:t>
              </a:r>
            </a:p>
            <a:p>
              <a:pPr algn="l" marL="0" indent="0" lvl="0">
                <a:lnSpc>
                  <a:spcPts val="2816"/>
                </a:lnSpc>
                <a:spcBef>
                  <a:spcPct val="0"/>
                </a:spcBef>
              </a:pPr>
              <a:r>
                <a:rPr lang="en-US" b="true" sz="2011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event multiple times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88370" y="3151179"/>
            <a:ext cx="3893367" cy="5960149"/>
            <a:chOff x="0" y="0"/>
            <a:chExt cx="601325" cy="9205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1325" cy="920536"/>
            </a:xfrm>
            <a:custGeom>
              <a:avLst/>
              <a:gdLst/>
              <a:ahLst/>
              <a:cxnLst/>
              <a:rect r="r" b="b" t="t" l="l"/>
              <a:pathLst>
                <a:path h="920536" w="601325">
                  <a:moveTo>
                    <a:pt x="99424" y="0"/>
                  </a:moveTo>
                  <a:lnTo>
                    <a:pt x="501900" y="0"/>
                  </a:lnTo>
                  <a:cubicBezTo>
                    <a:pt x="556811" y="0"/>
                    <a:pt x="601325" y="44514"/>
                    <a:pt x="601325" y="99424"/>
                  </a:cubicBezTo>
                  <a:lnTo>
                    <a:pt x="601325" y="821112"/>
                  </a:lnTo>
                  <a:cubicBezTo>
                    <a:pt x="601325" y="876022"/>
                    <a:pt x="556811" y="920536"/>
                    <a:pt x="501900" y="920536"/>
                  </a:cubicBezTo>
                  <a:lnTo>
                    <a:pt x="99424" y="920536"/>
                  </a:lnTo>
                  <a:cubicBezTo>
                    <a:pt x="44514" y="920536"/>
                    <a:pt x="0" y="876022"/>
                    <a:pt x="0" y="821112"/>
                  </a:cubicBezTo>
                  <a:lnTo>
                    <a:pt x="0" y="99424"/>
                  </a:lnTo>
                  <a:cubicBezTo>
                    <a:pt x="0" y="44514"/>
                    <a:pt x="44514" y="0"/>
                    <a:pt x="99424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7432" r="0" b="-1743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131979" y="3151179"/>
            <a:ext cx="3893367" cy="5960149"/>
            <a:chOff x="0" y="0"/>
            <a:chExt cx="601325" cy="9205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1325" cy="920536"/>
            </a:xfrm>
            <a:custGeom>
              <a:avLst/>
              <a:gdLst/>
              <a:ahLst/>
              <a:cxnLst/>
              <a:rect r="r" b="b" t="t" l="l"/>
              <a:pathLst>
                <a:path h="920536" w="601325">
                  <a:moveTo>
                    <a:pt x="99424" y="0"/>
                  </a:moveTo>
                  <a:lnTo>
                    <a:pt x="501900" y="0"/>
                  </a:lnTo>
                  <a:cubicBezTo>
                    <a:pt x="556811" y="0"/>
                    <a:pt x="601325" y="44514"/>
                    <a:pt x="601325" y="99424"/>
                  </a:cubicBezTo>
                  <a:lnTo>
                    <a:pt x="601325" y="821112"/>
                  </a:lnTo>
                  <a:cubicBezTo>
                    <a:pt x="601325" y="876022"/>
                    <a:pt x="556811" y="920536"/>
                    <a:pt x="501900" y="920536"/>
                  </a:cubicBezTo>
                  <a:lnTo>
                    <a:pt x="99424" y="920536"/>
                  </a:lnTo>
                  <a:cubicBezTo>
                    <a:pt x="44514" y="920536"/>
                    <a:pt x="0" y="876022"/>
                    <a:pt x="0" y="821112"/>
                  </a:cubicBezTo>
                  <a:lnTo>
                    <a:pt x="0" y="99424"/>
                  </a:lnTo>
                  <a:cubicBezTo>
                    <a:pt x="0" y="44514"/>
                    <a:pt x="44514" y="0"/>
                    <a:pt x="99424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16533" r="0" b="-1653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588370" y="182053"/>
            <a:ext cx="6326999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Tasks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2861" y="902388"/>
            <a:ext cx="644881" cy="644881"/>
            <a:chOff x="0" y="0"/>
            <a:chExt cx="859842" cy="85984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59842" cy="859842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32732" lIns="32732" bIns="32732" rIns="32732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22939" y="222939"/>
              <a:ext cx="413964" cy="413964"/>
            </a:xfrm>
            <a:custGeom>
              <a:avLst/>
              <a:gdLst/>
              <a:ahLst/>
              <a:cxnLst/>
              <a:rect r="r" b="b" t="t" l="l"/>
              <a:pathLst>
                <a:path h="413964" w="413964">
                  <a:moveTo>
                    <a:pt x="0" y="0"/>
                  </a:moveTo>
                  <a:lnTo>
                    <a:pt x="413964" y="0"/>
                  </a:lnTo>
                  <a:lnTo>
                    <a:pt x="413964" y="413964"/>
                  </a:lnTo>
                  <a:lnTo>
                    <a:pt x="0" y="413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299137" y="3419838"/>
            <a:ext cx="4325864" cy="5437804"/>
            <a:chOff x="0" y="0"/>
            <a:chExt cx="639687" cy="8041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9687" cy="804116"/>
            </a:xfrm>
            <a:custGeom>
              <a:avLst/>
              <a:gdLst/>
              <a:ahLst/>
              <a:cxnLst/>
              <a:rect r="r" b="b" t="t" l="l"/>
              <a:pathLst>
                <a:path h="804116" w="639687">
                  <a:moveTo>
                    <a:pt x="93063" y="0"/>
                  </a:moveTo>
                  <a:lnTo>
                    <a:pt x="546624" y="0"/>
                  </a:lnTo>
                  <a:cubicBezTo>
                    <a:pt x="571306" y="0"/>
                    <a:pt x="594977" y="9805"/>
                    <a:pt x="612430" y="27258"/>
                  </a:cubicBezTo>
                  <a:cubicBezTo>
                    <a:pt x="629882" y="44710"/>
                    <a:pt x="639687" y="68381"/>
                    <a:pt x="639687" y="93063"/>
                  </a:cubicBezTo>
                  <a:lnTo>
                    <a:pt x="639687" y="711052"/>
                  </a:lnTo>
                  <a:cubicBezTo>
                    <a:pt x="639687" y="762450"/>
                    <a:pt x="598021" y="804116"/>
                    <a:pt x="546624" y="804116"/>
                  </a:cubicBezTo>
                  <a:lnTo>
                    <a:pt x="93063" y="804116"/>
                  </a:lnTo>
                  <a:cubicBezTo>
                    <a:pt x="68381" y="804116"/>
                    <a:pt x="44710" y="794311"/>
                    <a:pt x="27258" y="776858"/>
                  </a:cubicBezTo>
                  <a:cubicBezTo>
                    <a:pt x="9805" y="759405"/>
                    <a:pt x="0" y="735734"/>
                    <a:pt x="0" y="711052"/>
                  </a:cubicBezTo>
                  <a:lnTo>
                    <a:pt x="0" y="93063"/>
                  </a:lnTo>
                  <a:cubicBezTo>
                    <a:pt x="0" y="41666"/>
                    <a:pt x="41666" y="0"/>
                    <a:pt x="9306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1024" r="0" b="-31024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998071" y="1387279"/>
            <a:ext cx="542356" cy="0"/>
          </a:xfrm>
          <a:prstGeom prst="line">
            <a:avLst/>
          </a:prstGeom>
          <a:ln cap="flat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-5400000">
            <a:off x="541277" y="7721347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46961" y="240805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0" y="0"/>
                </a:lnTo>
                <a:lnTo>
                  <a:pt x="956080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36411" y="85776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7"/>
                </a:lnTo>
                <a:lnTo>
                  <a:pt x="0" y="6627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7324194" y="3440573"/>
            <a:ext cx="4231153" cy="5599608"/>
            <a:chOff x="0" y="0"/>
            <a:chExt cx="639687" cy="8465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9687" cy="846577"/>
            </a:xfrm>
            <a:custGeom>
              <a:avLst/>
              <a:gdLst/>
              <a:ahLst/>
              <a:cxnLst/>
              <a:rect r="r" b="b" t="t" l="l"/>
              <a:pathLst>
                <a:path h="846577" w="639687">
                  <a:moveTo>
                    <a:pt x="95147" y="0"/>
                  </a:moveTo>
                  <a:lnTo>
                    <a:pt x="544541" y="0"/>
                  </a:lnTo>
                  <a:cubicBezTo>
                    <a:pt x="569775" y="0"/>
                    <a:pt x="593976" y="10024"/>
                    <a:pt x="611819" y="27868"/>
                  </a:cubicBezTo>
                  <a:cubicBezTo>
                    <a:pt x="629663" y="45711"/>
                    <a:pt x="639687" y="69912"/>
                    <a:pt x="639687" y="95147"/>
                  </a:cubicBezTo>
                  <a:lnTo>
                    <a:pt x="639687" y="751431"/>
                  </a:lnTo>
                  <a:cubicBezTo>
                    <a:pt x="639687" y="776665"/>
                    <a:pt x="629663" y="800866"/>
                    <a:pt x="611819" y="818710"/>
                  </a:cubicBezTo>
                  <a:cubicBezTo>
                    <a:pt x="593976" y="836553"/>
                    <a:pt x="569775" y="846577"/>
                    <a:pt x="544541" y="846577"/>
                  </a:cubicBezTo>
                  <a:lnTo>
                    <a:pt x="95147" y="846577"/>
                  </a:lnTo>
                  <a:cubicBezTo>
                    <a:pt x="69912" y="846577"/>
                    <a:pt x="45711" y="836553"/>
                    <a:pt x="27868" y="818710"/>
                  </a:cubicBezTo>
                  <a:cubicBezTo>
                    <a:pt x="10024" y="800866"/>
                    <a:pt x="0" y="776665"/>
                    <a:pt x="0" y="751431"/>
                  </a:cubicBezTo>
                  <a:lnTo>
                    <a:pt x="0" y="95147"/>
                  </a:lnTo>
                  <a:cubicBezTo>
                    <a:pt x="0" y="69912"/>
                    <a:pt x="10024" y="45711"/>
                    <a:pt x="27868" y="27868"/>
                  </a:cubicBezTo>
                  <a:cubicBezTo>
                    <a:pt x="45711" y="10024"/>
                    <a:pt x="69912" y="0"/>
                    <a:pt x="95147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29001" r="0" b="-2900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715314" y="315828"/>
            <a:ext cx="6289929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499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Usability </a:t>
            </a:r>
          </a:p>
          <a:p>
            <a:pPr algn="l">
              <a:lnSpc>
                <a:spcPts val="6499"/>
              </a:lnSpc>
            </a:pPr>
            <a:r>
              <a:rPr lang="en-US" sz="6499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Goals &amp; </a:t>
            </a:r>
          </a:p>
          <a:p>
            <a:pPr algn="l">
              <a:lnSpc>
                <a:spcPts val="6499"/>
              </a:lnSpc>
            </a:pPr>
            <a:r>
              <a:rPr lang="en-US" sz="6499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Measurements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2861" y="1617578"/>
            <a:ext cx="4658608" cy="917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Efficiency in business partner discovery.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measured by:</a:t>
            </a: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time taken to send the first collaborative message to an AI-recommended business is &lt; 2 mins.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Number of clicks to complete the send a message task.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features to enhance goal: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Feature 1: Quick Action Cards on AI Recommendations such as "Message" and "Stitch Now" buttons.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Feature 2: Smart Message Templates with Personalisation.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Feature 3: "Stitched Event" automatically added to community events tab.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40428" y="1122454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website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2861" y="1290384"/>
            <a:ext cx="644881" cy="6448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65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32732" lIns="32732" bIns="32732" rIns="32732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90065" y="1457588"/>
            <a:ext cx="310473" cy="310473"/>
          </a:xfrm>
          <a:custGeom>
            <a:avLst/>
            <a:gdLst/>
            <a:ahLst/>
            <a:cxnLst/>
            <a:rect r="r" b="b" t="t" l="l"/>
            <a:pathLst>
              <a:path h="310473" w="310473">
                <a:moveTo>
                  <a:pt x="0" y="0"/>
                </a:moveTo>
                <a:lnTo>
                  <a:pt x="310474" y="0"/>
                </a:lnTo>
                <a:lnTo>
                  <a:pt x="310474" y="310473"/>
                </a:lnTo>
                <a:lnTo>
                  <a:pt x="0" y="310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00935" y="1205154"/>
            <a:ext cx="4210206" cy="7369603"/>
            <a:chOff x="0" y="0"/>
            <a:chExt cx="639687" cy="1119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9687" cy="1119717"/>
            </a:xfrm>
            <a:custGeom>
              <a:avLst/>
              <a:gdLst/>
              <a:ahLst/>
              <a:cxnLst/>
              <a:rect r="r" b="b" t="t" l="l"/>
              <a:pathLst>
                <a:path h="1119717" w="639687">
                  <a:moveTo>
                    <a:pt x="95620" y="0"/>
                  </a:moveTo>
                  <a:lnTo>
                    <a:pt x="544067" y="0"/>
                  </a:lnTo>
                  <a:cubicBezTo>
                    <a:pt x="569427" y="0"/>
                    <a:pt x="593749" y="10074"/>
                    <a:pt x="611681" y="28006"/>
                  </a:cubicBezTo>
                  <a:cubicBezTo>
                    <a:pt x="629613" y="45939"/>
                    <a:pt x="639687" y="70260"/>
                    <a:pt x="639687" y="95620"/>
                  </a:cubicBezTo>
                  <a:lnTo>
                    <a:pt x="639687" y="1024097"/>
                  </a:lnTo>
                  <a:cubicBezTo>
                    <a:pt x="639687" y="1076907"/>
                    <a:pt x="596877" y="1119717"/>
                    <a:pt x="544067" y="1119717"/>
                  </a:cubicBezTo>
                  <a:lnTo>
                    <a:pt x="95620" y="1119717"/>
                  </a:lnTo>
                  <a:cubicBezTo>
                    <a:pt x="42811" y="1119717"/>
                    <a:pt x="0" y="1076907"/>
                    <a:pt x="0" y="1024097"/>
                  </a:cubicBezTo>
                  <a:lnTo>
                    <a:pt x="0" y="95620"/>
                  </a:lnTo>
                  <a:cubicBezTo>
                    <a:pt x="0" y="42811"/>
                    <a:pt x="42811" y="0"/>
                    <a:pt x="9562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714" r="0" b="-7714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998071" y="1387279"/>
            <a:ext cx="542356" cy="0"/>
          </a:xfrm>
          <a:prstGeom prst="line">
            <a:avLst/>
          </a:prstGeom>
          <a:ln cap="flat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400765" y="7362763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4" y="0"/>
                </a:lnTo>
                <a:lnTo>
                  <a:pt x="1369234" y="903358"/>
                </a:lnTo>
                <a:lnTo>
                  <a:pt x="0" y="903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68055" y="2509179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98071" y="3372834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3" y="0"/>
                </a:lnTo>
                <a:lnTo>
                  <a:pt x="1325453" y="662727"/>
                </a:lnTo>
                <a:lnTo>
                  <a:pt x="0" y="6627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1998071" y="4486013"/>
            <a:ext cx="6289929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499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Usability </a:t>
            </a:r>
          </a:p>
          <a:p>
            <a:pPr algn="l">
              <a:lnSpc>
                <a:spcPts val="6499"/>
              </a:lnSpc>
            </a:pPr>
            <a:r>
              <a:rPr lang="en-US" sz="6499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Goals &amp; </a:t>
            </a:r>
          </a:p>
          <a:p>
            <a:pPr algn="l">
              <a:lnSpc>
                <a:spcPts val="6499"/>
              </a:lnSpc>
            </a:pPr>
            <a:r>
              <a:rPr lang="en-US" sz="6499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Measurements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22861" y="2180001"/>
            <a:ext cx="4678695" cy="565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Clarity of AI matching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measured by: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comprehension success rate: the number of users who can correctly identify shared values between their business and the recommended partner after viewing the match card.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features to enhance goal: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Feature 1: Match Explanation Card, “Why this AI recommendation”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40428" y="1122454"/>
            <a:ext cx="468432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 spc="240">
                <a:solidFill>
                  <a:srgbClr val="50654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website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715" y="1160991"/>
            <a:ext cx="16620569" cy="398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Revised Interface</a:t>
            </a:r>
          </a:p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Sketches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75518" y="1958561"/>
            <a:ext cx="3782519" cy="7082745"/>
            <a:chOff x="0" y="0"/>
            <a:chExt cx="586011" cy="10973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6011" cy="1097303"/>
            </a:xfrm>
            <a:custGeom>
              <a:avLst/>
              <a:gdLst/>
              <a:ahLst/>
              <a:cxnLst/>
              <a:rect r="r" b="b" t="t" l="l"/>
              <a:pathLst>
                <a:path h="1097303" w="586011">
                  <a:moveTo>
                    <a:pt x="61403" y="0"/>
                  </a:moveTo>
                  <a:lnTo>
                    <a:pt x="524608" y="0"/>
                  </a:lnTo>
                  <a:cubicBezTo>
                    <a:pt x="540893" y="0"/>
                    <a:pt x="556511" y="6469"/>
                    <a:pt x="568027" y="17984"/>
                  </a:cubicBezTo>
                  <a:cubicBezTo>
                    <a:pt x="579542" y="29500"/>
                    <a:pt x="586011" y="45118"/>
                    <a:pt x="586011" y="61403"/>
                  </a:cubicBezTo>
                  <a:lnTo>
                    <a:pt x="586011" y="1035900"/>
                  </a:lnTo>
                  <a:cubicBezTo>
                    <a:pt x="586011" y="1052185"/>
                    <a:pt x="579542" y="1067803"/>
                    <a:pt x="568027" y="1079318"/>
                  </a:cubicBezTo>
                  <a:cubicBezTo>
                    <a:pt x="556511" y="1090833"/>
                    <a:pt x="540893" y="1097303"/>
                    <a:pt x="524608" y="1097303"/>
                  </a:cubicBezTo>
                  <a:lnTo>
                    <a:pt x="61403" y="1097303"/>
                  </a:lnTo>
                  <a:cubicBezTo>
                    <a:pt x="45118" y="1097303"/>
                    <a:pt x="29500" y="1090833"/>
                    <a:pt x="17984" y="1079318"/>
                  </a:cubicBezTo>
                  <a:cubicBezTo>
                    <a:pt x="6469" y="1067803"/>
                    <a:pt x="0" y="1052185"/>
                    <a:pt x="0" y="1035900"/>
                  </a:cubicBezTo>
                  <a:lnTo>
                    <a:pt x="0" y="61403"/>
                  </a:lnTo>
                  <a:cubicBezTo>
                    <a:pt x="0" y="45118"/>
                    <a:pt x="6469" y="29500"/>
                    <a:pt x="17984" y="17984"/>
                  </a:cubicBezTo>
                  <a:cubicBezTo>
                    <a:pt x="29500" y="6469"/>
                    <a:pt x="45118" y="0"/>
                    <a:pt x="6140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49" r="0" b="-184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85358" y="1958561"/>
            <a:ext cx="4780320" cy="913879"/>
            <a:chOff x="0" y="0"/>
            <a:chExt cx="6373760" cy="121850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88263" y="-66675"/>
              <a:ext cx="498549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Before: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37550" y="1958561"/>
            <a:ext cx="4780320" cy="913879"/>
            <a:chOff x="0" y="0"/>
            <a:chExt cx="6373760" cy="121850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388263" y="-66675"/>
              <a:ext cx="498549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Feedback: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622370" y="1958561"/>
            <a:ext cx="3782519" cy="7082745"/>
            <a:chOff x="0" y="0"/>
            <a:chExt cx="586011" cy="10973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6011" cy="1097303"/>
            </a:xfrm>
            <a:custGeom>
              <a:avLst/>
              <a:gdLst/>
              <a:ahLst/>
              <a:cxnLst/>
              <a:rect r="r" b="b" t="t" l="l"/>
              <a:pathLst>
                <a:path h="1097303" w="586011">
                  <a:moveTo>
                    <a:pt x="61403" y="0"/>
                  </a:moveTo>
                  <a:lnTo>
                    <a:pt x="524608" y="0"/>
                  </a:lnTo>
                  <a:cubicBezTo>
                    <a:pt x="540893" y="0"/>
                    <a:pt x="556511" y="6469"/>
                    <a:pt x="568027" y="17984"/>
                  </a:cubicBezTo>
                  <a:cubicBezTo>
                    <a:pt x="579542" y="29500"/>
                    <a:pt x="586011" y="45118"/>
                    <a:pt x="586011" y="61403"/>
                  </a:cubicBezTo>
                  <a:lnTo>
                    <a:pt x="586011" y="1035900"/>
                  </a:lnTo>
                  <a:cubicBezTo>
                    <a:pt x="586011" y="1052185"/>
                    <a:pt x="579542" y="1067803"/>
                    <a:pt x="568027" y="1079318"/>
                  </a:cubicBezTo>
                  <a:cubicBezTo>
                    <a:pt x="556511" y="1090833"/>
                    <a:pt x="540893" y="1097303"/>
                    <a:pt x="524608" y="1097303"/>
                  </a:cubicBezTo>
                  <a:lnTo>
                    <a:pt x="61403" y="1097303"/>
                  </a:lnTo>
                  <a:cubicBezTo>
                    <a:pt x="45118" y="1097303"/>
                    <a:pt x="29500" y="1090833"/>
                    <a:pt x="17984" y="1079318"/>
                  </a:cubicBezTo>
                  <a:cubicBezTo>
                    <a:pt x="6469" y="1067803"/>
                    <a:pt x="0" y="1052185"/>
                    <a:pt x="0" y="1035900"/>
                  </a:cubicBezTo>
                  <a:lnTo>
                    <a:pt x="0" y="61403"/>
                  </a:lnTo>
                  <a:cubicBezTo>
                    <a:pt x="0" y="45118"/>
                    <a:pt x="6469" y="29500"/>
                    <a:pt x="17984" y="17984"/>
                  </a:cubicBezTo>
                  <a:cubicBezTo>
                    <a:pt x="29500" y="6469"/>
                    <a:pt x="45118" y="0"/>
                    <a:pt x="6140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139" r="0" b="-3139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4487983" y="2411032"/>
            <a:ext cx="461407" cy="461407"/>
          </a:xfrm>
          <a:custGeom>
            <a:avLst/>
            <a:gdLst/>
            <a:ahLst/>
            <a:cxnLst/>
            <a:rect r="r" b="b" t="t" l="l"/>
            <a:pathLst>
              <a:path h="461407" w="461407">
                <a:moveTo>
                  <a:pt x="0" y="0"/>
                </a:moveTo>
                <a:lnTo>
                  <a:pt x="461407" y="0"/>
                </a:lnTo>
                <a:lnTo>
                  <a:pt x="461407" y="461407"/>
                </a:lnTo>
                <a:lnTo>
                  <a:pt x="0" y="4614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w="42862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776144" y="174392"/>
            <a:ext cx="8439946" cy="15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 Change 1:</a:t>
            </a:r>
          </a:p>
          <a:p>
            <a:pPr algn="l">
              <a:lnSpc>
                <a:spcPts val="5057"/>
              </a:lnSpc>
            </a:pPr>
            <a:r>
              <a:rPr lang="en-US" sz="4597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Home Page “+” Button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5358" y="1958561"/>
            <a:ext cx="4780320" cy="1711418"/>
            <a:chOff x="0" y="0"/>
            <a:chExt cx="6373760" cy="228189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88263" y="-66675"/>
              <a:ext cx="4985498" cy="2348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Changes Made: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Added a plus button to the feed page when AI recommendations are off.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76144" y="174392"/>
            <a:ext cx="8439946" cy="15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 Change 1:</a:t>
            </a:r>
          </a:p>
          <a:p>
            <a:pPr algn="l">
              <a:lnSpc>
                <a:spcPts val="5057"/>
              </a:lnSpc>
            </a:pPr>
            <a:r>
              <a:rPr lang="en-US" sz="4597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Home Page “+” Button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85358" y="4828110"/>
            <a:ext cx="4780320" cy="3121192"/>
            <a:chOff x="0" y="0"/>
            <a:chExt cx="6373760" cy="416159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88263" y="-66675"/>
              <a:ext cx="4985498" cy="422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Rationale: 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Many low-fi user testers were confused between the Stitch now and ‘+’ button, so we put the plus button at the bottom, similar to other apps to post on the non-AI feed, with an explanation for stitch now in the message feed.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8481192" y="971348"/>
            <a:ext cx="3782519" cy="7082745"/>
            <a:chOff x="0" y="0"/>
            <a:chExt cx="586011" cy="10973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6011" cy="1097303"/>
            </a:xfrm>
            <a:custGeom>
              <a:avLst/>
              <a:gdLst/>
              <a:ahLst/>
              <a:cxnLst/>
              <a:rect r="r" b="b" t="t" l="l"/>
              <a:pathLst>
                <a:path h="1097303" w="586011">
                  <a:moveTo>
                    <a:pt x="61403" y="0"/>
                  </a:moveTo>
                  <a:lnTo>
                    <a:pt x="524608" y="0"/>
                  </a:lnTo>
                  <a:cubicBezTo>
                    <a:pt x="540893" y="0"/>
                    <a:pt x="556511" y="6469"/>
                    <a:pt x="568027" y="17984"/>
                  </a:cubicBezTo>
                  <a:cubicBezTo>
                    <a:pt x="579542" y="29500"/>
                    <a:pt x="586011" y="45118"/>
                    <a:pt x="586011" y="61403"/>
                  </a:cubicBezTo>
                  <a:lnTo>
                    <a:pt x="586011" y="1035900"/>
                  </a:lnTo>
                  <a:cubicBezTo>
                    <a:pt x="586011" y="1052185"/>
                    <a:pt x="579542" y="1067803"/>
                    <a:pt x="568027" y="1079318"/>
                  </a:cubicBezTo>
                  <a:cubicBezTo>
                    <a:pt x="556511" y="1090833"/>
                    <a:pt x="540893" y="1097303"/>
                    <a:pt x="524608" y="1097303"/>
                  </a:cubicBezTo>
                  <a:lnTo>
                    <a:pt x="61403" y="1097303"/>
                  </a:lnTo>
                  <a:cubicBezTo>
                    <a:pt x="45118" y="1097303"/>
                    <a:pt x="29500" y="1090833"/>
                    <a:pt x="17984" y="1079318"/>
                  </a:cubicBezTo>
                  <a:cubicBezTo>
                    <a:pt x="6469" y="1067803"/>
                    <a:pt x="0" y="1052185"/>
                    <a:pt x="0" y="1035900"/>
                  </a:cubicBezTo>
                  <a:lnTo>
                    <a:pt x="0" y="61403"/>
                  </a:lnTo>
                  <a:cubicBezTo>
                    <a:pt x="0" y="45118"/>
                    <a:pt x="6469" y="29500"/>
                    <a:pt x="17984" y="17984"/>
                  </a:cubicBezTo>
                  <a:cubicBezTo>
                    <a:pt x="29500" y="6469"/>
                    <a:pt x="45118" y="0"/>
                    <a:pt x="6140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849" r="0" b="-184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730436" y="971348"/>
            <a:ext cx="3782519" cy="7082745"/>
            <a:chOff x="0" y="0"/>
            <a:chExt cx="586011" cy="10973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6011" cy="1097303"/>
            </a:xfrm>
            <a:custGeom>
              <a:avLst/>
              <a:gdLst/>
              <a:ahLst/>
              <a:cxnLst/>
              <a:rect r="r" b="b" t="t" l="l"/>
              <a:pathLst>
                <a:path h="1097303" w="586011">
                  <a:moveTo>
                    <a:pt x="61403" y="0"/>
                  </a:moveTo>
                  <a:lnTo>
                    <a:pt x="524608" y="0"/>
                  </a:lnTo>
                  <a:cubicBezTo>
                    <a:pt x="540893" y="0"/>
                    <a:pt x="556511" y="6469"/>
                    <a:pt x="568027" y="17984"/>
                  </a:cubicBezTo>
                  <a:cubicBezTo>
                    <a:pt x="579542" y="29500"/>
                    <a:pt x="586011" y="45118"/>
                    <a:pt x="586011" y="61403"/>
                  </a:cubicBezTo>
                  <a:lnTo>
                    <a:pt x="586011" y="1035900"/>
                  </a:lnTo>
                  <a:cubicBezTo>
                    <a:pt x="586011" y="1052185"/>
                    <a:pt x="579542" y="1067803"/>
                    <a:pt x="568027" y="1079318"/>
                  </a:cubicBezTo>
                  <a:cubicBezTo>
                    <a:pt x="556511" y="1090833"/>
                    <a:pt x="540893" y="1097303"/>
                    <a:pt x="524608" y="1097303"/>
                  </a:cubicBezTo>
                  <a:lnTo>
                    <a:pt x="61403" y="1097303"/>
                  </a:lnTo>
                  <a:cubicBezTo>
                    <a:pt x="45118" y="1097303"/>
                    <a:pt x="29500" y="1090833"/>
                    <a:pt x="17984" y="1079318"/>
                  </a:cubicBezTo>
                  <a:cubicBezTo>
                    <a:pt x="6469" y="1067803"/>
                    <a:pt x="0" y="1052185"/>
                    <a:pt x="0" y="1035900"/>
                  </a:cubicBezTo>
                  <a:lnTo>
                    <a:pt x="0" y="61403"/>
                  </a:lnTo>
                  <a:cubicBezTo>
                    <a:pt x="0" y="45118"/>
                    <a:pt x="6469" y="29500"/>
                    <a:pt x="17984" y="17984"/>
                  </a:cubicBezTo>
                  <a:cubicBezTo>
                    <a:pt x="29500" y="6469"/>
                    <a:pt x="45118" y="0"/>
                    <a:pt x="61403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3139" r="0" b="-3139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585391" y="1376332"/>
            <a:ext cx="461407" cy="461407"/>
          </a:xfrm>
          <a:custGeom>
            <a:avLst/>
            <a:gdLst/>
            <a:ahLst/>
            <a:cxnLst/>
            <a:rect r="r" b="b" t="t" l="l"/>
            <a:pathLst>
              <a:path h="461407" w="461407">
                <a:moveTo>
                  <a:pt x="0" y="0"/>
                </a:moveTo>
                <a:lnTo>
                  <a:pt x="461408" y="0"/>
                </a:lnTo>
                <a:lnTo>
                  <a:pt x="461408" y="461408"/>
                </a:lnTo>
                <a:lnTo>
                  <a:pt x="0" y="461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w="428625" cap="sq">
            <a:solidFill>
              <a:srgbClr val="FFFFFF"/>
            </a:solidFill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0568" y="1958907"/>
            <a:ext cx="4780320" cy="913879"/>
            <a:chOff x="0" y="0"/>
            <a:chExt cx="6373760" cy="121850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88263" y="-66675"/>
              <a:ext cx="498549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Before: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58357" y="1958561"/>
            <a:ext cx="4780320" cy="913879"/>
            <a:chOff x="0" y="0"/>
            <a:chExt cx="6373760" cy="121850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88263" y="-66675"/>
              <a:ext cx="498549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Feedback: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776144" y="174392"/>
            <a:ext cx="9068848" cy="159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 Change 2:</a:t>
            </a:r>
          </a:p>
          <a:p>
            <a:pPr algn="l">
              <a:lnSpc>
                <a:spcPts val="5057"/>
              </a:lnSpc>
            </a:pPr>
            <a:r>
              <a:rPr lang="en-US" sz="4597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AI-generated auto-text feature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441437" y="3062939"/>
            <a:ext cx="6166249" cy="6356958"/>
          </a:xfrm>
          <a:custGeom>
            <a:avLst/>
            <a:gdLst/>
            <a:ahLst/>
            <a:cxnLst/>
            <a:rect r="r" b="b" t="t" l="l"/>
            <a:pathLst>
              <a:path h="6356958" w="6166249">
                <a:moveTo>
                  <a:pt x="0" y="0"/>
                </a:moveTo>
                <a:lnTo>
                  <a:pt x="6166250" y="0"/>
                </a:lnTo>
                <a:lnTo>
                  <a:pt x="616625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5358" y="1958561"/>
            <a:ext cx="4780320" cy="1358974"/>
            <a:chOff x="0" y="0"/>
            <a:chExt cx="6373760" cy="181196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88263" y="-66675"/>
              <a:ext cx="4985498" cy="1878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Changes Made: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We created an AI-generated auto-populated message for business owners 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5358" y="4786430"/>
            <a:ext cx="4780320" cy="2416305"/>
            <a:chOff x="0" y="0"/>
            <a:chExt cx="6373760" cy="322174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88263" y="-66675"/>
              <a:ext cx="4985498" cy="328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Rationale: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This feature saves time for small business owners who want to form collaborations easily and efficiently with the amount of time they have.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9444968" y="1649631"/>
            <a:ext cx="6166249" cy="6356958"/>
          </a:xfrm>
          <a:custGeom>
            <a:avLst/>
            <a:gdLst/>
            <a:ahLst/>
            <a:cxnLst/>
            <a:rect r="r" b="b" t="t" l="l"/>
            <a:pathLst>
              <a:path h="6356958" w="6166249">
                <a:moveTo>
                  <a:pt x="0" y="0"/>
                </a:moveTo>
                <a:lnTo>
                  <a:pt x="6166250" y="0"/>
                </a:lnTo>
                <a:lnTo>
                  <a:pt x="6166250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76144" y="174392"/>
            <a:ext cx="9976923" cy="159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 Change 1:</a:t>
            </a:r>
          </a:p>
          <a:p>
            <a:pPr algn="l">
              <a:lnSpc>
                <a:spcPts val="5057"/>
              </a:lnSpc>
            </a:pPr>
            <a:r>
              <a:rPr lang="en-US" sz="4597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AI-generated auto-text feature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5358" y="1958561"/>
            <a:ext cx="4780320" cy="913879"/>
            <a:chOff x="0" y="0"/>
            <a:chExt cx="6373760" cy="121850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88263" y="-66675"/>
              <a:ext cx="498549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Before: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32380" y="1958561"/>
            <a:ext cx="4780320" cy="913879"/>
            <a:chOff x="0" y="0"/>
            <a:chExt cx="6373760" cy="121850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88263" y="-66675"/>
              <a:ext cx="4985498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Feedback: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5605173" y="2420799"/>
            <a:ext cx="7077654" cy="6166406"/>
          </a:xfrm>
          <a:custGeom>
            <a:avLst/>
            <a:gdLst/>
            <a:ahLst/>
            <a:cxnLst/>
            <a:rect r="r" b="b" t="t" l="l"/>
            <a:pathLst>
              <a:path h="6166406" w="7077654">
                <a:moveTo>
                  <a:pt x="0" y="0"/>
                </a:moveTo>
                <a:lnTo>
                  <a:pt x="7077654" y="0"/>
                </a:lnTo>
                <a:lnTo>
                  <a:pt x="7077654" y="6166406"/>
                </a:lnTo>
                <a:lnTo>
                  <a:pt x="0" y="61664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76144" y="174392"/>
            <a:ext cx="8439946" cy="159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 Change 3:</a:t>
            </a:r>
          </a:p>
          <a:p>
            <a:pPr algn="l">
              <a:lnSpc>
                <a:spcPts val="5057"/>
              </a:lnSpc>
            </a:pPr>
            <a:r>
              <a:rPr lang="en-US" sz="4597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Reflection post-event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5358" y="1958561"/>
            <a:ext cx="4780320" cy="2416305"/>
            <a:chOff x="0" y="0"/>
            <a:chExt cx="6373760" cy="322174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88263" y="-66675"/>
              <a:ext cx="4985498" cy="328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Changes Made: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We added more of a range of feedback for an event. We also added a personal reflection area that only the business owner themselves can access.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76144" y="174392"/>
            <a:ext cx="8439946" cy="159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 Change 3:</a:t>
            </a:r>
          </a:p>
          <a:p>
            <a:pPr algn="l">
              <a:lnSpc>
                <a:spcPts val="5057"/>
              </a:lnSpc>
            </a:pPr>
            <a:r>
              <a:rPr lang="en-US" sz="4597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Reflection post-event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85358" y="4786430"/>
            <a:ext cx="4780320" cy="2416305"/>
            <a:chOff x="0" y="0"/>
            <a:chExt cx="6373760" cy="322174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23462"/>
              <a:ext cx="1095043" cy="1095043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83922" y="407383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200"/>
                  </a:lnTo>
                  <a:lnTo>
                    <a:pt x="0" y="5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88263" y="-66675"/>
              <a:ext cx="4985498" cy="328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Rationale: 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506542"/>
                  </a:solidFill>
                  <a:latin typeface="Poppins"/>
                  <a:ea typeface="Poppins"/>
                  <a:cs typeface="Poppins"/>
                  <a:sym typeface="Poppins"/>
                </a:rPr>
                <a:t>Business owners may want to reflect in the future after the event, and by keeping notes of what worked &amp; what didn’t, they may have a much easier time.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722878" y="1028700"/>
            <a:ext cx="7077654" cy="6166406"/>
          </a:xfrm>
          <a:custGeom>
            <a:avLst/>
            <a:gdLst/>
            <a:ahLst/>
            <a:cxnLst/>
            <a:rect r="r" b="b" t="t" l="l"/>
            <a:pathLst>
              <a:path h="6166406" w="7077654">
                <a:moveTo>
                  <a:pt x="0" y="0"/>
                </a:moveTo>
                <a:lnTo>
                  <a:pt x="7077654" y="0"/>
                </a:lnTo>
                <a:lnTo>
                  <a:pt x="7077654" y="6166406"/>
                </a:lnTo>
                <a:lnTo>
                  <a:pt x="0" y="61664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81174" y="1473032"/>
            <a:ext cx="12125652" cy="7426962"/>
          </a:xfrm>
          <a:custGeom>
            <a:avLst/>
            <a:gdLst/>
            <a:ahLst/>
            <a:cxnLst/>
            <a:rect r="r" b="b" t="t" l="l"/>
            <a:pathLst>
              <a:path h="7426962" w="12125652">
                <a:moveTo>
                  <a:pt x="0" y="0"/>
                </a:moveTo>
                <a:lnTo>
                  <a:pt x="12125652" y="0"/>
                </a:lnTo>
                <a:lnTo>
                  <a:pt x="12125652" y="7426962"/>
                </a:lnTo>
                <a:lnTo>
                  <a:pt x="0" y="7426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144" y="174392"/>
            <a:ext cx="8439946" cy="959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Simple Task Workflow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71198" y="1651346"/>
            <a:ext cx="11345604" cy="8097925"/>
          </a:xfrm>
          <a:custGeom>
            <a:avLst/>
            <a:gdLst/>
            <a:ahLst/>
            <a:cxnLst/>
            <a:rect r="r" b="b" t="t" l="l"/>
            <a:pathLst>
              <a:path h="8097925" w="11345604">
                <a:moveTo>
                  <a:pt x="0" y="0"/>
                </a:moveTo>
                <a:lnTo>
                  <a:pt x="11345604" y="0"/>
                </a:lnTo>
                <a:lnTo>
                  <a:pt x="11345604" y="8097925"/>
                </a:lnTo>
                <a:lnTo>
                  <a:pt x="0" y="8097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144" y="174392"/>
            <a:ext cx="8439946" cy="959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Medium Task Workflow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89015" y="7138416"/>
            <a:ext cx="1325453" cy="662726"/>
          </a:xfrm>
          <a:custGeom>
            <a:avLst/>
            <a:gdLst/>
            <a:ahLst/>
            <a:cxnLst/>
            <a:rect r="r" b="b" t="t" l="l"/>
            <a:pathLst>
              <a:path h="662726" w="1325453">
                <a:moveTo>
                  <a:pt x="0" y="0"/>
                </a:moveTo>
                <a:lnTo>
                  <a:pt x="1325452" y="0"/>
                </a:lnTo>
                <a:lnTo>
                  <a:pt x="1325452" y="662726"/>
                </a:lnTo>
                <a:lnTo>
                  <a:pt x="0" y="66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331046" y="0"/>
            <a:ext cx="8470691" cy="10268089"/>
          </a:xfrm>
          <a:custGeom>
            <a:avLst/>
            <a:gdLst/>
            <a:ahLst/>
            <a:cxnLst/>
            <a:rect r="r" b="b" t="t" l="l"/>
            <a:pathLst>
              <a:path h="10268089" w="8470691">
                <a:moveTo>
                  <a:pt x="0" y="0"/>
                </a:moveTo>
                <a:lnTo>
                  <a:pt x="8470691" y="0"/>
                </a:lnTo>
                <a:lnTo>
                  <a:pt x="8470691" y="10268089"/>
                </a:lnTo>
                <a:lnTo>
                  <a:pt x="0" y="10268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476" b="-18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144" y="174392"/>
            <a:ext cx="8439946" cy="173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Complex Task Workflow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715" y="1160991"/>
            <a:ext cx="16620569" cy="398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Med-Fi </a:t>
            </a:r>
          </a:p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Task Flows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144" y="207418"/>
            <a:ext cx="821282" cy="821282"/>
            <a:chOff x="0" y="0"/>
            <a:chExt cx="1095043" cy="10950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37733" y="1028700"/>
            <a:ext cx="13043169" cy="8347628"/>
          </a:xfrm>
          <a:custGeom>
            <a:avLst/>
            <a:gdLst/>
            <a:ahLst/>
            <a:cxnLst/>
            <a:rect r="r" b="b" t="t" l="l"/>
            <a:pathLst>
              <a:path h="8347628" w="13043169">
                <a:moveTo>
                  <a:pt x="0" y="0"/>
                </a:moveTo>
                <a:lnTo>
                  <a:pt x="13043169" y="0"/>
                </a:lnTo>
                <a:lnTo>
                  <a:pt x="13043169" y="8347628"/>
                </a:lnTo>
                <a:lnTo>
                  <a:pt x="0" y="8347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79261" y="9422993"/>
            <a:ext cx="4238968" cy="89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667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Click the send message button to one of the businesses you want to collaborate with.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144" y="174392"/>
            <a:ext cx="15732799" cy="95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Simple Task: </a:t>
            </a:r>
            <a:r>
              <a:rPr lang="en-US" sz="5582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send a message to collaborate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50325" y="9422993"/>
            <a:ext cx="4238968" cy="89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667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You can choose to send your own message or send the AI-powered message.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9772" y="9422993"/>
            <a:ext cx="4238968" cy="59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667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Send message and continue conversation!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35768" y="4989195"/>
            <a:ext cx="2281238" cy="946785"/>
            <a:chOff x="0" y="0"/>
            <a:chExt cx="3041650" cy="1262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0" y="31750"/>
              <a:ext cx="2952750" cy="1195070"/>
            </a:xfrm>
            <a:custGeom>
              <a:avLst/>
              <a:gdLst/>
              <a:ahLst/>
              <a:cxnLst/>
              <a:rect r="r" b="b" t="t" l="l"/>
              <a:pathLst>
                <a:path h="1195070" w="2952750">
                  <a:moveTo>
                    <a:pt x="666750" y="292100"/>
                  </a:moveTo>
                  <a:cubicBezTo>
                    <a:pt x="375920" y="300990"/>
                    <a:pt x="359410" y="306070"/>
                    <a:pt x="332740" y="323850"/>
                  </a:cubicBezTo>
                  <a:cubicBezTo>
                    <a:pt x="293370" y="349250"/>
                    <a:pt x="233680" y="408940"/>
                    <a:pt x="209550" y="448310"/>
                  </a:cubicBezTo>
                  <a:cubicBezTo>
                    <a:pt x="191770" y="474980"/>
                    <a:pt x="179070" y="499110"/>
                    <a:pt x="180340" y="523240"/>
                  </a:cubicBezTo>
                  <a:cubicBezTo>
                    <a:pt x="181610" y="548640"/>
                    <a:pt x="204470" y="574040"/>
                    <a:pt x="219710" y="594360"/>
                  </a:cubicBezTo>
                  <a:cubicBezTo>
                    <a:pt x="234950" y="615950"/>
                    <a:pt x="247650" y="632460"/>
                    <a:pt x="271780" y="650240"/>
                  </a:cubicBezTo>
                  <a:cubicBezTo>
                    <a:pt x="304800" y="676910"/>
                    <a:pt x="345440" y="701040"/>
                    <a:pt x="410210" y="728980"/>
                  </a:cubicBezTo>
                  <a:cubicBezTo>
                    <a:pt x="542290" y="786130"/>
                    <a:pt x="871220" y="885190"/>
                    <a:pt x="1041400" y="927100"/>
                  </a:cubicBezTo>
                  <a:cubicBezTo>
                    <a:pt x="1153160" y="953770"/>
                    <a:pt x="1211580" y="962660"/>
                    <a:pt x="1323340" y="975360"/>
                  </a:cubicBezTo>
                  <a:cubicBezTo>
                    <a:pt x="1485900" y="994410"/>
                    <a:pt x="1748790" y="1002030"/>
                    <a:pt x="1924050" y="1007110"/>
                  </a:cubicBezTo>
                  <a:cubicBezTo>
                    <a:pt x="2061210" y="1009650"/>
                    <a:pt x="2180590" y="1016000"/>
                    <a:pt x="2288540" y="1005840"/>
                  </a:cubicBezTo>
                  <a:cubicBezTo>
                    <a:pt x="2377440" y="998220"/>
                    <a:pt x="2459990" y="986790"/>
                    <a:pt x="2527300" y="962660"/>
                  </a:cubicBezTo>
                  <a:cubicBezTo>
                    <a:pt x="2583180" y="943610"/>
                    <a:pt x="2635250" y="913130"/>
                    <a:pt x="2669540" y="885190"/>
                  </a:cubicBezTo>
                  <a:cubicBezTo>
                    <a:pt x="2693670" y="866140"/>
                    <a:pt x="2708910" y="848360"/>
                    <a:pt x="2722880" y="825500"/>
                  </a:cubicBezTo>
                  <a:cubicBezTo>
                    <a:pt x="2738120" y="802640"/>
                    <a:pt x="2745740" y="777240"/>
                    <a:pt x="2752090" y="745490"/>
                  </a:cubicBezTo>
                  <a:cubicBezTo>
                    <a:pt x="2762250" y="701040"/>
                    <a:pt x="2774950" y="627380"/>
                    <a:pt x="2767330" y="579120"/>
                  </a:cubicBezTo>
                  <a:cubicBezTo>
                    <a:pt x="2760980" y="541020"/>
                    <a:pt x="2743200" y="514350"/>
                    <a:pt x="2721610" y="481330"/>
                  </a:cubicBezTo>
                  <a:cubicBezTo>
                    <a:pt x="2696210" y="440690"/>
                    <a:pt x="2667000" y="393700"/>
                    <a:pt x="2616200" y="356870"/>
                  </a:cubicBezTo>
                  <a:cubicBezTo>
                    <a:pt x="2538730" y="303530"/>
                    <a:pt x="2371090" y="252730"/>
                    <a:pt x="2274570" y="227330"/>
                  </a:cubicBezTo>
                  <a:cubicBezTo>
                    <a:pt x="2208530" y="209550"/>
                    <a:pt x="2180590" y="205740"/>
                    <a:pt x="2100580" y="199390"/>
                  </a:cubicBezTo>
                  <a:cubicBezTo>
                    <a:pt x="1924050" y="185420"/>
                    <a:pt x="1496060" y="189230"/>
                    <a:pt x="1247140" y="203200"/>
                  </a:cubicBezTo>
                  <a:cubicBezTo>
                    <a:pt x="1051560" y="213360"/>
                    <a:pt x="798830" y="261620"/>
                    <a:pt x="725170" y="255270"/>
                  </a:cubicBezTo>
                  <a:cubicBezTo>
                    <a:pt x="706120" y="254000"/>
                    <a:pt x="701040" y="245110"/>
                    <a:pt x="688340" y="245110"/>
                  </a:cubicBezTo>
                  <a:cubicBezTo>
                    <a:pt x="671830" y="245110"/>
                    <a:pt x="652780" y="264160"/>
                    <a:pt x="633730" y="262890"/>
                  </a:cubicBezTo>
                  <a:cubicBezTo>
                    <a:pt x="610870" y="261620"/>
                    <a:pt x="574040" y="243840"/>
                    <a:pt x="560070" y="223520"/>
                  </a:cubicBezTo>
                  <a:cubicBezTo>
                    <a:pt x="546100" y="203200"/>
                    <a:pt x="542290" y="163830"/>
                    <a:pt x="552450" y="140970"/>
                  </a:cubicBezTo>
                  <a:cubicBezTo>
                    <a:pt x="561340" y="118110"/>
                    <a:pt x="591820" y="91440"/>
                    <a:pt x="615950" y="86360"/>
                  </a:cubicBezTo>
                  <a:cubicBezTo>
                    <a:pt x="640080" y="81280"/>
                    <a:pt x="678180" y="95250"/>
                    <a:pt x="695960" y="109220"/>
                  </a:cubicBezTo>
                  <a:cubicBezTo>
                    <a:pt x="711200" y="121920"/>
                    <a:pt x="720090" y="142240"/>
                    <a:pt x="722630" y="160020"/>
                  </a:cubicBezTo>
                  <a:cubicBezTo>
                    <a:pt x="725170" y="177800"/>
                    <a:pt x="723900" y="200660"/>
                    <a:pt x="712470" y="215900"/>
                  </a:cubicBezTo>
                  <a:cubicBezTo>
                    <a:pt x="699770" y="234950"/>
                    <a:pt x="668020" y="260350"/>
                    <a:pt x="643890" y="262890"/>
                  </a:cubicBezTo>
                  <a:cubicBezTo>
                    <a:pt x="618490" y="265430"/>
                    <a:pt x="581660" y="250190"/>
                    <a:pt x="566420" y="231140"/>
                  </a:cubicBezTo>
                  <a:cubicBezTo>
                    <a:pt x="549910" y="212090"/>
                    <a:pt x="544830" y="172720"/>
                    <a:pt x="548640" y="149860"/>
                  </a:cubicBezTo>
                  <a:cubicBezTo>
                    <a:pt x="552450" y="130810"/>
                    <a:pt x="562610" y="114300"/>
                    <a:pt x="580390" y="102870"/>
                  </a:cubicBezTo>
                  <a:cubicBezTo>
                    <a:pt x="609600" y="83820"/>
                    <a:pt x="664210" y="85090"/>
                    <a:pt x="726440" y="76200"/>
                  </a:cubicBezTo>
                  <a:cubicBezTo>
                    <a:pt x="833120" y="60960"/>
                    <a:pt x="989330" y="41910"/>
                    <a:pt x="1163320" y="31750"/>
                  </a:cubicBezTo>
                  <a:cubicBezTo>
                    <a:pt x="1418590" y="16510"/>
                    <a:pt x="1888490" y="0"/>
                    <a:pt x="2109470" y="19050"/>
                  </a:cubicBezTo>
                  <a:cubicBezTo>
                    <a:pt x="2228850" y="27940"/>
                    <a:pt x="2296160" y="44450"/>
                    <a:pt x="2385060" y="68580"/>
                  </a:cubicBezTo>
                  <a:cubicBezTo>
                    <a:pt x="2471420" y="92710"/>
                    <a:pt x="2566670" y="127000"/>
                    <a:pt x="2636520" y="163830"/>
                  </a:cubicBezTo>
                  <a:cubicBezTo>
                    <a:pt x="2691130" y="191770"/>
                    <a:pt x="2730500" y="214630"/>
                    <a:pt x="2774950" y="256540"/>
                  </a:cubicBezTo>
                  <a:cubicBezTo>
                    <a:pt x="2829560" y="309880"/>
                    <a:pt x="2905760" y="400050"/>
                    <a:pt x="2931160" y="471170"/>
                  </a:cubicBezTo>
                  <a:cubicBezTo>
                    <a:pt x="2952750" y="529590"/>
                    <a:pt x="2947670" y="588010"/>
                    <a:pt x="2945130" y="646430"/>
                  </a:cubicBezTo>
                  <a:cubicBezTo>
                    <a:pt x="2941320" y="708660"/>
                    <a:pt x="2926080" y="786130"/>
                    <a:pt x="2912110" y="834390"/>
                  </a:cubicBezTo>
                  <a:cubicBezTo>
                    <a:pt x="2901950" y="864870"/>
                    <a:pt x="2893060" y="885190"/>
                    <a:pt x="2879090" y="908050"/>
                  </a:cubicBezTo>
                  <a:cubicBezTo>
                    <a:pt x="2865120" y="932180"/>
                    <a:pt x="2847340" y="955040"/>
                    <a:pt x="2827020" y="976630"/>
                  </a:cubicBezTo>
                  <a:cubicBezTo>
                    <a:pt x="2806700" y="999490"/>
                    <a:pt x="2785110" y="1019810"/>
                    <a:pt x="2753360" y="1040130"/>
                  </a:cubicBezTo>
                  <a:cubicBezTo>
                    <a:pt x="2708910" y="1070610"/>
                    <a:pt x="2645410" y="1106170"/>
                    <a:pt x="2579370" y="1129030"/>
                  </a:cubicBezTo>
                  <a:cubicBezTo>
                    <a:pt x="2503170" y="1154430"/>
                    <a:pt x="2429510" y="1169670"/>
                    <a:pt x="2319020" y="1178560"/>
                  </a:cubicBezTo>
                  <a:cubicBezTo>
                    <a:pt x="2134870" y="1195070"/>
                    <a:pt x="1775460" y="1178560"/>
                    <a:pt x="1570990" y="1168400"/>
                  </a:cubicBezTo>
                  <a:cubicBezTo>
                    <a:pt x="1427480" y="1162050"/>
                    <a:pt x="1314450" y="1153160"/>
                    <a:pt x="1206500" y="1137920"/>
                  </a:cubicBezTo>
                  <a:cubicBezTo>
                    <a:pt x="1116330" y="1126490"/>
                    <a:pt x="1052830" y="1115060"/>
                    <a:pt x="962660" y="1093470"/>
                  </a:cubicBezTo>
                  <a:cubicBezTo>
                    <a:pt x="844550" y="1065530"/>
                    <a:pt x="684530" y="1018540"/>
                    <a:pt x="557530" y="974090"/>
                  </a:cubicBezTo>
                  <a:cubicBezTo>
                    <a:pt x="440690" y="933450"/>
                    <a:pt x="316230" y="896620"/>
                    <a:pt x="224790" y="838200"/>
                  </a:cubicBezTo>
                  <a:cubicBezTo>
                    <a:pt x="148590" y="788670"/>
                    <a:pt x="74930" y="715010"/>
                    <a:pt x="39370" y="664210"/>
                  </a:cubicBezTo>
                  <a:cubicBezTo>
                    <a:pt x="19050" y="633730"/>
                    <a:pt x="10160" y="612140"/>
                    <a:pt x="6350" y="579120"/>
                  </a:cubicBezTo>
                  <a:cubicBezTo>
                    <a:pt x="0" y="535940"/>
                    <a:pt x="6350" y="463550"/>
                    <a:pt x="21590" y="421640"/>
                  </a:cubicBezTo>
                  <a:cubicBezTo>
                    <a:pt x="34290" y="388620"/>
                    <a:pt x="50800" y="372110"/>
                    <a:pt x="76200" y="341630"/>
                  </a:cubicBezTo>
                  <a:cubicBezTo>
                    <a:pt x="116840" y="292100"/>
                    <a:pt x="208280" y="198120"/>
                    <a:pt x="257810" y="165100"/>
                  </a:cubicBezTo>
                  <a:cubicBezTo>
                    <a:pt x="285750" y="147320"/>
                    <a:pt x="295910" y="140970"/>
                    <a:pt x="330200" y="134620"/>
                  </a:cubicBezTo>
                  <a:cubicBezTo>
                    <a:pt x="405130" y="120650"/>
                    <a:pt x="651510" y="124460"/>
                    <a:pt x="703580" y="144780"/>
                  </a:cubicBezTo>
                  <a:cubicBezTo>
                    <a:pt x="720090" y="151130"/>
                    <a:pt x="725170" y="158750"/>
                    <a:pt x="731520" y="170180"/>
                  </a:cubicBezTo>
                  <a:cubicBezTo>
                    <a:pt x="739140" y="182880"/>
                    <a:pt x="746760" y="207010"/>
                    <a:pt x="744220" y="223520"/>
                  </a:cubicBezTo>
                  <a:cubicBezTo>
                    <a:pt x="742950" y="241300"/>
                    <a:pt x="731520" y="261620"/>
                    <a:pt x="718820" y="273050"/>
                  </a:cubicBezTo>
                  <a:cubicBezTo>
                    <a:pt x="706120" y="284480"/>
                    <a:pt x="666750" y="292100"/>
                    <a:pt x="666750" y="29210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562022" y="4354830"/>
            <a:ext cx="2031683" cy="834390"/>
            <a:chOff x="0" y="0"/>
            <a:chExt cx="2708910" cy="1112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9530" y="40640"/>
              <a:ext cx="2617470" cy="1027430"/>
            </a:xfrm>
            <a:custGeom>
              <a:avLst/>
              <a:gdLst/>
              <a:ahLst/>
              <a:cxnLst/>
              <a:rect r="r" b="b" t="t" l="l"/>
              <a:pathLst>
                <a:path h="1027430" w="2617470">
                  <a:moveTo>
                    <a:pt x="523240" y="227330"/>
                  </a:moveTo>
                  <a:cubicBezTo>
                    <a:pt x="334010" y="267970"/>
                    <a:pt x="248920" y="375920"/>
                    <a:pt x="212090" y="424180"/>
                  </a:cubicBezTo>
                  <a:cubicBezTo>
                    <a:pt x="193040" y="450850"/>
                    <a:pt x="172720" y="463550"/>
                    <a:pt x="175260" y="492760"/>
                  </a:cubicBezTo>
                  <a:cubicBezTo>
                    <a:pt x="179070" y="547370"/>
                    <a:pt x="304800" y="676910"/>
                    <a:pt x="355600" y="723900"/>
                  </a:cubicBezTo>
                  <a:cubicBezTo>
                    <a:pt x="384810" y="749300"/>
                    <a:pt x="407670" y="759460"/>
                    <a:pt x="435610" y="772160"/>
                  </a:cubicBezTo>
                  <a:cubicBezTo>
                    <a:pt x="462280" y="784860"/>
                    <a:pt x="483870" y="789940"/>
                    <a:pt x="518160" y="797560"/>
                  </a:cubicBezTo>
                  <a:cubicBezTo>
                    <a:pt x="571500" y="810260"/>
                    <a:pt x="641350" y="825500"/>
                    <a:pt x="728980" y="834390"/>
                  </a:cubicBezTo>
                  <a:cubicBezTo>
                    <a:pt x="869950" y="848360"/>
                    <a:pt x="1143000" y="850900"/>
                    <a:pt x="1285240" y="848360"/>
                  </a:cubicBezTo>
                  <a:cubicBezTo>
                    <a:pt x="1372870" y="847090"/>
                    <a:pt x="1423670" y="844550"/>
                    <a:pt x="1499870" y="834390"/>
                  </a:cubicBezTo>
                  <a:cubicBezTo>
                    <a:pt x="1586230" y="824230"/>
                    <a:pt x="1685290" y="797560"/>
                    <a:pt x="1776730" y="784860"/>
                  </a:cubicBezTo>
                  <a:cubicBezTo>
                    <a:pt x="1864360" y="773430"/>
                    <a:pt x="1955800" y="783590"/>
                    <a:pt x="2039620" y="764540"/>
                  </a:cubicBezTo>
                  <a:cubicBezTo>
                    <a:pt x="2120900" y="746760"/>
                    <a:pt x="2219960" y="707390"/>
                    <a:pt x="2274570" y="678180"/>
                  </a:cubicBezTo>
                  <a:cubicBezTo>
                    <a:pt x="2308860" y="660400"/>
                    <a:pt x="2329180" y="645160"/>
                    <a:pt x="2350770" y="624840"/>
                  </a:cubicBezTo>
                  <a:cubicBezTo>
                    <a:pt x="2371090" y="604520"/>
                    <a:pt x="2387600" y="580390"/>
                    <a:pt x="2400300" y="553720"/>
                  </a:cubicBezTo>
                  <a:cubicBezTo>
                    <a:pt x="2414270" y="524510"/>
                    <a:pt x="2424430" y="485140"/>
                    <a:pt x="2429510" y="453390"/>
                  </a:cubicBezTo>
                  <a:cubicBezTo>
                    <a:pt x="2433320" y="426720"/>
                    <a:pt x="2435860" y="400050"/>
                    <a:pt x="2430780" y="373380"/>
                  </a:cubicBezTo>
                  <a:cubicBezTo>
                    <a:pt x="2426970" y="346710"/>
                    <a:pt x="2418080" y="318770"/>
                    <a:pt x="2404110" y="294640"/>
                  </a:cubicBezTo>
                  <a:cubicBezTo>
                    <a:pt x="2390140" y="271780"/>
                    <a:pt x="2378710" y="251460"/>
                    <a:pt x="2345690" y="234950"/>
                  </a:cubicBezTo>
                  <a:cubicBezTo>
                    <a:pt x="2264410" y="196850"/>
                    <a:pt x="2018030" y="199390"/>
                    <a:pt x="1851660" y="191770"/>
                  </a:cubicBezTo>
                  <a:cubicBezTo>
                    <a:pt x="1682750" y="182880"/>
                    <a:pt x="1497330" y="185420"/>
                    <a:pt x="1341120" y="185420"/>
                  </a:cubicBezTo>
                  <a:cubicBezTo>
                    <a:pt x="1207770" y="186690"/>
                    <a:pt x="1102360" y="185420"/>
                    <a:pt x="969010" y="193040"/>
                  </a:cubicBezTo>
                  <a:cubicBezTo>
                    <a:pt x="812800" y="201930"/>
                    <a:pt x="542290" y="252730"/>
                    <a:pt x="459740" y="242570"/>
                  </a:cubicBezTo>
                  <a:cubicBezTo>
                    <a:pt x="433070" y="240030"/>
                    <a:pt x="420370" y="236220"/>
                    <a:pt x="406400" y="224790"/>
                  </a:cubicBezTo>
                  <a:cubicBezTo>
                    <a:pt x="392430" y="213360"/>
                    <a:pt x="379730" y="195580"/>
                    <a:pt x="374650" y="177800"/>
                  </a:cubicBezTo>
                  <a:cubicBezTo>
                    <a:pt x="369570" y="161290"/>
                    <a:pt x="370840" y="138430"/>
                    <a:pt x="377190" y="121920"/>
                  </a:cubicBezTo>
                  <a:cubicBezTo>
                    <a:pt x="384810" y="105410"/>
                    <a:pt x="397510" y="86360"/>
                    <a:pt x="414020" y="78740"/>
                  </a:cubicBezTo>
                  <a:cubicBezTo>
                    <a:pt x="434340" y="68580"/>
                    <a:pt x="474980" y="66040"/>
                    <a:pt x="497840" y="73660"/>
                  </a:cubicBezTo>
                  <a:cubicBezTo>
                    <a:pt x="515620" y="80010"/>
                    <a:pt x="530860" y="95250"/>
                    <a:pt x="538480" y="113030"/>
                  </a:cubicBezTo>
                  <a:cubicBezTo>
                    <a:pt x="547370" y="133350"/>
                    <a:pt x="549910" y="173990"/>
                    <a:pt x="538480" y="195580"/>
                  </a:cubicBezTo>
                  <a:cubicBezTo>
                    <a:pt x="527050" y="217170"/>
                    <a:pt x="492760" y="237490"/>
                    <a:pt x="469900" y="242570"/>
                  </a:cubicBezTo>
                  <a:cubicBezTo>
                    <a:pt x="450850" y="246380"/>
                    <a:pt x="429260" y="240030"/>
                    <a:pt x="414020" y="229870"/>
                  </a:cubicBezTo>
                  <a:cubicBezTo>
                    <a:pt x="398780" y="220980"/>
                    <a:pt x="384810" y="203200"/>
                    <a:pt x="377190" y="186690"/>
                  </a:cubicBezTo>
                  <a:cubicBezTo>
                    <a:pt x="370840" y="170180"/>
                    <a:pt x="368300" y="148590"/>
                    <a:pt x="374650" y="130810"/>
                  </a:cubicBezTo>
                  <a:cubicBezTo>
                    <a:pt x="382270" y="109220"/>
                    <a:pt x="397510" y="86360"/>
                    <a:pt x="431800" y="69850"/>
                  </a:cubicBezTo>
                  <a:cubicBezTo>
                    <a:pt x="524510" y="25400"/>
                    <a:pt x="829310" y="22860"/>
                    <a:pt x="1046480" y="12700"/>
                  </a:cubicBezTo>
                  <a:cubicBezTo>
                    <a:pt x="1287780" y="1270"/>
                    <a:pt x="1578610" y="0"/>
                    <a:pt x="1816100" y="10160"/>
                  </a:cubicBezTo>
                  <a:cubicBezTo>
                    <a:pt x="2021840" y="19050"/>
                    <a:pt x="2287270" y="35560"/>
                    <a:pt x="2388870" y="64770"/>
                  </a:cubicBezTo>
                  <a:cubicBezTo>
                    <a:pt x="2428240" y="74930"/>
                    <a:pt x="2440940" y="83820"/>
                    <a:pt x="2466340" y="102870"/>
                  </a:cubicBezTo>
                  <a:cubicBezTo>
                    <a:pt x="2503170" y="130810"/>
                    <a:pt x="2553970" y="187960"/>
                    <a:pt x="2578100" y="224790"/>
                  </a:cubicBezTo>
                  <a:cubicBezTo>
                    <a:pt x="2594610" y="250190"/>
                    <a:pt x="2602230" y="265430"/>
                    <a:pt x="2607310" y="297180"/>
                  </a:cubicBezTo>
                  <a:cubicBezTo>
                    <a:pt x="2617470" y="355600"/>
                    <a:pt x="2608580" y="487680"/>
                    <a:pt x="2593340" y="549910"/>
                  </a:cubicBezTo>
                  <a:cubicBezTo>
                    <a:pt x="2584450" y="588010"/>
                    <a:pt x="2571750" y="610870"/>
                    <a:pt x="2556510" y="638810"/>
                  </a:cubicBezTo>
                  <a:cubicBezTo>
                    <a:pt x="2541270" y="666750"/>
                    <a:pt x="2526030" y="690880"/>
                    <a:pt x="2501900" y="717550"/>
                  </a:cubicBezTo>
                  <a:cubicBezTo>
                    <a:pt x="2471420" y="751840"/>
                    <a:pt x="2421890" y="793750"/>
                    <a:pt x="2376170" y="822960"/>
                  </a:cubicBezTo>
                  <a:cubicBezTo>
                    <a:pt x="2330450" y="850900"/>
                    <a:pt x="2280920" y="869950"/>
                    <a:pt x="2230120" y="889000"/>
                  </a:cubicBezTo>
                  <a:cubicBezTo>
                    <a:pt x="2178050" y="908050"/>
                    <a:pt x="2128520" y="924560"/>
                    <a:pt x="2066290" y="935990"/>
                  </a:cubicBezTo>
                  <a:cubicBezTo>
                    <a:pt x="1988820" y="949960"/>
                    <a:pt x="1896110" y="943610"/>
                    <a:pt x="1798320" y="953770"/>
                  </a:cubicBezTo>
                  <a:cubicBezTo>
                    <a:pt x="1680210" y="967740"/>
                    <a:pt x="1518920" y="1004570"/>
                    <a:pt x="1408430" y="1014730"/>
                  </a:cubicBezTo>
                  <a:cubicBezTo>
                    <a:pt x="1327150" y="1022350"/>
                    <a:pt x="1275080" y="1019810"/>
                    <a:pt x="1196340" y="1021080"/>
                  </a:cubicBezTo>
                  <a:cubicBezTo>
                    <a:pt x="1098550" y="1022350"/>
                    <a:pt x="979170" y="1027430"/>
                    <a:pt x="864870" y="1019810"/>
                  </a:cubicBezTo>
                  <a:cubicBezTo>
                    <a:pt x="741680" y="1012190"/>
                    <a:pt x="582930" y="995680"/>
                    <a:pt x="481330" y="970280"/>
                  </a:cubicBezTo>
                  <a:cubicBezTo>
                    <a:pt x="412750" y="953770"/>
                    <a:pt x="361950" y="937260"/>
                    <a:pt x="312420" y="908050"/>
                  </a:cubicBezTo>
                  <a:cubicBezTo>
                    <a:pt x="265430" y="878840"/>
                    <a:pt x="229870" y="844550"/>
                    <a:pt x="187960" y="798830"/>
                  </a:cubicBezTo>
                  <a:cubicBezTo>
                    <a:pt x="133350" y="739140"/>
                    <a:pt x="46990" y="638810"/>
                    <a:pt x="19050" y="575310"/>
                  </a:cubicBezTo>
                  <a:cubicBezTo>
                    <a:pt x="2540" y="535940"/>
                    <a:pt x="0" y="502920"/>
                    <a:pt x="1270" y="469900"/>
                  </a:cubicBezTo>
                  <a:cubicBezTo>
                    <a:pt x="2540" y="443230"/>
                    <a:pt x="3810" y="424180"/>
                    <a:pt x="19050" y="393700"/>
                  </a:cubicBezTo>
                  <a:cubicBezTo>
                    <a:pt x="52070" y="331470"/>
                    <a:pt x="187960" y="196850"/>
                    <a:pt x="243840" y="148590"/>
                  </a:cubicBezTo>
                  <a:cubicBezTo>
                    <a:pt x="271780" y="123190"/>
                    <a:pt x="288290" y="111760"/>
                    <a:pt x="312420" y="99060"/>
                  </a:cubicBezTo>
                  <a:cubicBezTo>
                    <a:pt x="336550" y="86360"/>
                    <a:pt x="358140" y="77470"/>
                    <a:pt x="388620" y="72390"/>
                  </a:cubicBezTo>
                  <a:cubicBezTo>
                    <a:pt x="429260" y="64770"/>
                    <a:pt x="506730" y="62230"/>
                    <a:pt x="542290" y="73660"/>
                  </a:cubicBezTo>
                  <a:cubicBezTo>
                    <a:pt x="562610" y="80010"/>
                    <a:pt x="577850" y="90170"/>
                    <a:pt x="588010" y="105410"/>
                  </a:cubicBezTo>
                  <a:cubicBezTo>
                    <a:pt x="598170" y="123190"/>
                    <a:pt x="600710" y="158750"/>
                    <a:pt x="596900" y="177800"/>
                  </a:cubicBezTo>
                  <a:cubicBezTo>
                    <a:pt x="593090" y="190500"/>
                    <a:pt x="585470" y="200660"/>
                    <a:pt x="575310" y="208280"/>
                  </a:cubicBezTo>
                  <a:cubicBezTo>
                    <a:pt x="562610" y="218440"/>
                    <a:pt x="523240" y="227330"/>
                    <a:pt x="523240" y="22733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300788" y="4997768"/>
            <a:ext cx="829627" cy="643890"/>
            <a:chOff x="0" y="0"/>
            <a:chExt cx="1106170" cy="858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5720" y="38100"/>
              <a:ext cx="1016000" cy="770890"/>
            </a:xfrm>
            <a:custGeom>
              <a:avLst/>
              <a:gdLst/>
              <a:ahLst/>
              <a:cxnLst/>
              <a:rect r="r" b="b" t="t" l="l"/>
              <a:pathLst>
                <a:path h="770890" w="1016000">
                  <a:moveTo>
                    <a:pt x="5080" y="665480"/>
                  </a:moveTo>
                  <a:cubicBezTo>
                    <a:pt x="109220" y="467360"/>
                    <a:pt x="146050" y="431800"/>
                    <a:pt x="179070" y="398780"/>
                  </a:cubicBezTo>
                  <a:cubicBezTo>
                    <a:pt x="209550" y="368300"/>
                    <a:pt x="233680" y="345440"/>
                    <a:pt x="269240" y="320040"/>
                  </a:cubicBezTo>
                  <a:cubicBezTo>
                    <a:pt x="312420" y="290830"/>
                    <a:pt x="369570" y="255270"/>
                    <a:pt x="424180" y="234950"/>
                  </a:cubicBezTo>
                  <a:cubicBezTo>
                    <a:pt x="477520" y="215900"/>
                    <a:pt x="538480" y="205740"/>
                    <a:pt x="591820" y="199390"/>
                  </a:cubicBezTo>
                  <a:cubicBezTo>
                    <a:pt x="640080" y="194310"/>
                    <a:pt x="698500" y="190500"/>
                    <a:pt x="728980" y="198120"/>
                  </a:cubicBezTo>
                  <a:cubicBezTo>
                    <a:pt x="745490" y="201930"/>
                    <a:pt x="754380" y="208280"/>
                    <a:pt x="764540" y="217170"/>
                  </a:cubicBezTo>
                  <a:cubicBezTo>
                    <a:pt x="774700" y="224790"/>
                    <a:pt x="782320" y="237490"/>
                    <a:pt x="787400" y="248920"/>
                  </a:cubicBezTo>
                  <a:cubicBezTo>
                    <a:pt x="791210" y="261620"/>
                    <a:pt x="793750" y="275590"/>
                    <a:pt x="792480" y="289560"/>
                  </a:cubicBezTo>
                  <a:cubicBezTo>
                    <a:pt x="789940" y="302260"/>
                    <a:pt x="784860" y="314960"/>
                    <a:pt x="777240" y="326390"/>
                  </a:cubicBezTo>
                  <a:cubicBezTo>
                    <a:pt x="770890" y="336550"/>
                    <a:pt x="759460" y="346710"/>
                    <a:pt x="748030" y="353060"/>
                  </a:cubicBezTo>
                  <a:cubicBezTo>
                    <a:pt x="736600" y="358140"/>
                    <a:pt x="723900" y="363220"/>
                    <a:pt x="708660" y="361950"/>
                  </a:cubicBezTo>
                  <a:cubicBezTo>
                    <a:pt x="688340" y="360680"/>
                    <a:pt x="662940" y="346710"/>
                    <a:pt x="633730" y="327660"/>
                  </a:cubicBezTo>
                  <a:cubicBezTo>
                    <a:pt x="581660" y="297180"/>
                    <a:pt x="463550" y="226060"/>
                    <a:pt x="436880" y="171450"/>
                  </a:cubicBezTo>
                  <a:cubicBezTo>
                    <a:pt x="417830" y="134620"/>
                    <a:pt x="419100" y="83820"/>
                    <a:pt x="433070" y="57150"/>
                  </a:cubicBezTo>
                  <a:cubicBezTo>
                    <a:pt x="445770" y="34290"/>
                    <a:pt x="471170" y="20320"/>
                    <a:pt x="501650" y="12700"/>
                  </a:cubicBezTo>
                  <a:cubicBezTo>
                    <a:pt x="551180" y="0"/>
                    <a:pt x="640080" y="13970"/>
                    <a:pt x="706120" y="26670"/>
                  </a:cubicBezTo>
                  <a:cubicBezTo>
                    <a:pt x="770890" y="39370"/>
                    <a:pt x="849630" y="64770"/>
                    <a:pt x="896620" y="87630"/>
                  </a:cubicBezTo>
                  <a:cubicBezTo>
                    <a:pt x="927100" y="101600"/>
                    <a:pt x="947420" y="114300"/>
                    <a:pt x="966470" y="134620"/>
                  </a:cubicBezTo>
                  <a:cubicBezTo>
                    <a:pt x="985520" y="153670"/>
                    <a:pt x="1004570" y="180340"/>
                    <a:pt x="1009650" y="208280"/>
                  </a:cubicBezTo>
                  <a:cubicBezTo>
                    <a:pt x="1016000" y="240030"/>
                    <a:pt x="1010920" y="278130"/>
                    <a:pt x="995680" y="316230"/>
                  </a:cubicBezTo>
                  <a:cubicBezTo>
                    <a:pt x="975360" y="368300"/>
                    <a:pt x="906780" y="458470"/>
                    <a:pt x="875030" y="486410"/>
                  </a:cubicBezTo>
                  <a:cubicBezTo>
                    <a:pt x="859790" y="497840"/>
                    <a:pt x="850900" y="501650"/>
                    <a:pt x="836930" y="504190"/>
                  </a:cubicBezTo>
                  <a:cubicBezTo>
                    <a:pt x="819150" y="506730"/>
                    <a:pt x="791210" y="502920"/>
                    <a:pt x="774700" y="495300"/>
                  </a:cubicBezTo>
                  <a:cubicBezTo>
                    <a:pt x="762000" y="488950"/>
                    <a:pt x="751840" y="477520"/>
                    <a:pt x="744220" y="466090"/>
                  </a:cubicBezTo>
                  <a:cubicBezTo>
                    <a:pt x="736600" y="454660"/>
                    <a:pt x="730250" y="441960"/>
                    <a:pt x="730250" y="426720"/>
                  </a:cubicBezTo>
                  <a:cubicBezTo>
                    <a:pt x="730250" y="405130"/>
                    <a:pt x="740410" y="369570"/>
                    <a:pt x="756920" y="354330"/>
                  </a:cubicBezTo>
                  <a:cubicBezTo>
                    <a:pt x="775970" y="337820"/>
                    <a:pt x="812800" y="326390"/>
                    <a:pt x="836930" y="331470"/>
                  </a:cubicBezTo>
                  <a:cubicBezTo>
                    <a:pt x="861060" y="337820"/>
                    <a:pt x="891540" y="363220"/>
                    <a:pt x="900430" y="386080"/>
                  </a:cubicBezTo>
                  <a:cubicBezTo>
                    <a:pt x="909320" y="408940"/>
                    <a:pt x="904240" y="448310"/>
                    <a:pt x="890270" y="467360"/>
                  </a:cubicBezTo>
                  <a:cubicBezTo>
                    <a:pt x="877570" y="487680"/>
                    <a:pt x="840740" y="504190"/>
                    <a:pt x="817880" y="506730"/>
                  </a:cubicBezTo>
                  <a:cubicBezTo>
                    <a:pt x="798830" y="508000"/>
                    <a:pt x="778510" y="499110"/>
                    <a:pt x="764540" y="487680"/>
                  </a:cubicBezTo>
                  <a:cubicBezTo>
                    <a:pt x="750570" y="477520"/>
                    <a:pt x="736600" y="459740"/>
                    <a:pt x="732790" y="441960"/>
                  </a:cubicBezTo>
                  <a:cubicBezTo>
                    <a:pt x="728980" y="419100"/>
                    <a:pt x="735330" y="379730"/>
                    <a:pt x="750570" y="360680"/>
                  </a:cubicBezTo>
                  <a:cubicBezTo>
                    <a:pt x="767080" y="342900"/>
                    <a:pt x="803910" y="327660"/>
                    <a:pt x="828040" y="330200"/>
                  </a:cubicBezTo>
                  <a:cubicBezTo>
                    <a:pt x="852170" y="332740"/>
                    <a:pt x="883920" y="355600"/>
                    <a:pt x="895350" y="377190"/>
                  </a:cubicBezTo>
                  <a:cubicBezTo>
                    <a:pt x="906780" y="397510"/>
                    <a:pt x="905510" y="433070"/>
                    <a:pt x="899160" y="452120"/>
                  </a:cubicBezTo>
                  <a:cubicBezTo>
                    <a:pt x="895350" y="466090"/>
                    <a:pt x="886460" y="477520"/>
                    <a:pt x="875030" y="485140"/>
                  </a:cubicBezTo>
                  <a:cubicBezTo>
                    <a:pt x="859790" y="496570"/>
                    <a:pt x="834390" y="506730"/>
                    <a:pt x="815340" y="506730"/>
                  </a:cubicBezTo>
                  <a:cubicBezTo>
                    <a:pt x="796290" y="505460"/>
                    <a:pt x="770890" y="494030"/>
                    <a:pt x="756920" y="482600"/>
                  </a:cubicBezTo>
                  <a:cubicBezTo>
                    <a:pt x="746760" y="472440"/>
                    <a:pt x="739140" y="459740"/>
                    <a:pt x="734060" y="447040"/>
                  </a:cubicBezTo>
                  <a:cubicBezTo>
                    <a:pt x="730250" y="434340"/>
                    <a:pt x="727710" y="422910"/>
                    <a:pt x="730250" y="405130"/>
                  </a:cubicBezTo>
                  <a:cubicBezTo>
                    <a:pt x="736600" y="367030"/>
                    <a:pt x="824230" y="273050"/>
                    <a:pt x="807720" y="237490"/>
                  </a:cubicBezTo>
                  <a:cubicBezTo>
                    <a:pt x="789940" y="200660"/>
                    <a:pt x="670560" y="205740"/>
                    <a:pt x="623570" y="186690"/>
                  </a:cubicBezTo>
                  <a:cubicBezTo>
                    <a:pt x="591820" y="173990"/>
                    <a:pt x="556260" y="163830"/>
                    <a:pt x="548640" y="144780"/>
                  </a:cubicBezTo>
                  <a:cubicBezTo>
                    <a:pt x="542290" y="125730"/>
                    <a:pt x="561340" y="76200"/>
                    <a:pt x="579120" y="72390"/>
                  </a:cubicBezTo>
                  <a:cubicBezTo>
                    <a:pt x="605790" y="67310"/>
                    <a:pt x="676910" y="177800"/>
                    <a:pt x="708660" y="195580"/>
                  </a:cubicBezTo>
                  <a:cubicBezTo>
                    <a:pt x="723900" y="204470"/>
                    <a:pt x="736600" y="199390"/>
                    <a:pt x="748030" y="205740"/>
                  </a:cubicBezTo>
                  <a:cubicBezTo>
                    <a:pt x="759460" y="210820"/>
                    <a:pt x="770890" y="219710"/>
                    <a:pt x="777240" y="231140"/>
                  </a:cubicBezTo>
                  <a:cubicBezTo>
                    <a:pt x="786130" y="246380"/>
                    <a:pt x="793750" y="270510"/>
                    <a:pt x="792480" y="288290"/>
                  </a:cubicBezTo>
                  <a:cubicBezTo>
                    <a:pt x="789940" y="307340"/>
                    <a:pt x="775970" y="328930"/>
                    <a:pt x="764540" y="341630"/>
                  </a:cubicBezTo>
                  <a:cubicBezTo>
                    <a:pt x="754380" y="350520"/>
                    <a:pt x="745490" y="355600"/>
                    <a:pt x="728980" y="359410"/>
                  </a:cubicBezTo>
                  <a:cubicBezTo>
                    <a:pt x="697230" y="368300"/>
                    <a:pt x="626110" y="358140"/>
                    <a:pt x="581660" y="363220"/>
                  </a:cubicBezTo>
                  <a:cubicBezTo>
                    <a:pt x="544830" y="367030"/>
                    <a:pt x="513080" y="373380"/>
                    <a:pt x="482600" y="384810"/>
                  </a:cubicBezTo>
                  <a:cubicBezTo>
                    <a:pt x="452120" y="394970"/>
                    <a:pt x="426720" y="405130"/>
                    <a:pt x="396240" y="424180"/>
                  </a:cubicBezTo>
                  <a:cubicBezTo>
                    <a:pt x="350520" y="454660"/>
                    <a:pt x="279400" y="515620"/>
                    <a:pt x="241300" y="556260"/>
                  </a:cubicBezTo>
                  <a:cubicBezTo>
                    <a:pt x="214630" y="585470"/>
                    <a:pt x="196850" y="608330"/>
                    <a:pt x="180340" y="638810"/>
                  </a:cubicBezTo>
                  <a:cubicBezTo>
                    <a:pt x="163830" y="669290"/>
                    <a:pt x="156210" y="716280"/>
                    <a:pt x="142240" y="736600"/>
                  </a:cubicBezTo>
                  <a:cubicBezTo>
                    <a:pt x="133350" y="749300"/>
                    <a:pt x="125730" y="756920"/>
                    <a:pt x="114300" y="762000"/>
                  </a:cubicBezTo>
                  <a:cubicBezTo>
                    <a:pt x="100330" y="768350"/>
                    <a:pt x="74930" y="770890"/>
                    <a:pt x="59690" y="768350"/>
                  </a:cubicBezTo>
                  <a:cubicBezTo>
                    <a:pt x="46990" y="765810"/>
                    <a:pt x="35560" y="759460"/>
                    <a:pt x="26670" y="751840"/>
                  </a:cubicBezTo>
                  <a:cubicBezTo>
                    <a:pt x="17780" y="742950"/>
                    <a:pt x="8890" y="732790"/>
                    <a:pt x="5080" y="721360"/>
                  </a:cubicBezTo>
                  <a:cubicBezTo>
                    <a:pt x="0" y="706120"/>
                    <a:pt x="5080" y="665480"/>
                    <a:pt x="5080" y="66548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474643" y="4720590"/>
            <a:ext cx="825818" cy="581025"/>
            <a:chOff x="0" y="0"/>
            <a:chExt cx="1101090" cy="774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9530" y="46990"/>
              <a:ext cx="1008380" cy="678180"/>
            </a:xfrm>
            <a:custGeom>
              <a:avLst/>
              <a:gdLst/>
              <a:ahLst/>
              <a:cxnLst/>
              <a:rect r="r" b="b" t="t" l="l"/>
              <a:pathLst>
                <a:path h="678180" w="1008380">
                  <a:moveTo>
                    <a:pt x="157480" y="72390"/>
                  </a:moveTo>
                  <a:cubicBezTo>
                    <a:pt x="170180" y="143510"/>
                    <a:pt x="186690" y="167640"/>
                    <a:pt x="212090" y="189230"/>
                  </a:cubicBezTo>
                  <a:cubicBezTo>
                    <a:pt x="248920" y="220980"/>
                    <a:pt x="316230" y="257810"/>
                    <a:pt x="373380" y="279400"/>
                  </a:cubicBezTo>
                  <a:cubicBezTo>
                    <a:pt x="431800" y="302260"/>
                    <a:pt x="537210" y="292100"/>
                    <a:pt x="558800" y="322580"/>
                  </a:cubicBezTo>
                  <a:cubicBezTo>
                    <a:pt x="572770" y="345440"/>
                    <a:pt x="561340" y="402590"/>
                    <a:pt x="543560" y="414020"/>
                  </a:cubicBezTo>
                  <a:cubicBezTo>
                    <a:pt x="528320" y="425450"/>
                    <a:pt x="487680" y="414020"/>
                    <a:pt x="466090" y="400050"/>
                  </a:cubicBezTo>
                  <a:cubicBezTo>
                    <a:pt x="441960" y="386080"/>
                    <a:pt x="411480" y="354330"/>
                    <a:pt x="408940" y="326390"/>
                  </a:cubicBezTo>
                  <a:cubicBezTo>
                    <a:pt x="406400" y="295910"/>
                    <a:pt x="436880" y="240030"/>
                    <a:pt x="463550" y="222250"/>
                  </a:cubicBezTo>
                  <a:cubicBezTo>
                    <a:pt x="485140" y="207010"/>
                    <a:pt x="516890" y="210820"/>
                    <a:pt x="546100" y="213360"/>
                  </a:cubicBezTo>
                  <a:cubicBezTo>
                    <a:pt x="581660" y="215900"/>
                    <a:pt x="613410" y="224790"/>
                    <a:pt x="656590" y="242570"/>
                  </a:cubicBezTo>
                  <a:cubicBezTo>
                    <a:pt x="726440" y="270510"/>
                    <a:pt x="861060" y="349250"/>
                    <a:pt x="916940" y="387350"/>
                  </a:cubicBezTo>
                  <a:cubicBezTo>
                    <a:pt x="944880" y="406400"/>
                    <a:pt x="961390" y="415290"/>
                    <a:pt x="976630" y="436880"/>
                  </a:cubicBezTo>
                  <a:cubicBezTo>
                    <a:pt x="991870" y="462280"/>
                    <a:pt x="1008380" y="500380"/>
                    <a:pt x="1000760" y="529590"/>
                  </a:cubicBezTo>
                  <a:cubicBezTo>
                    <a:pt x="993140" y="561340"/>
                    <a:pt x="952500" y="600710"/>
                    <a:pt x="923290" y="615950"/>
                  </a:cubicBezTo>
                  <a:cubicBezTo>
                    <a:pt x="899160" y="628650"/>
                    <a:pt x="875030" y="617220"/>
                    <a:pt x="843280" y="623570"/>
                  </a:cubicBezTo>
                  <a:cubicBezTo>
                    <a:pt x="797560" y="633730"/>
                    <a:pt x="717550" y="674370"/>
                    <a:pt x="675640" y="675640"/>
                  </a:cubicBezTo>
                  <a:cubicBezTo>
                    <a:pt x="652780" y="676910"/>
                    <a:pt x="636270" y="673100"/>
                    <a:pt x="621030" y="661670"/>
                  </a:cubicBezTo>
                  <a:cubicBezTo>
                    <a:pt x="601980" y="647700"/>
                    <a:pt x="581660" y="610870"/>
                    <a:pt x="579120" y="588010"/>
                  </a:cubicBezTo>
                  <a:cubicBezTo>
                    <a:pt x="577850" y="568960"/>
                    <a:pt x="586740" y="548640"/>
                    <a:pt x="596900" y="533400"/>
                  </a:cubicBezTo>
                  <a:cubicBezTo>
                    <a:pt x="607060" y="519430"/>
                    <a:pt x="624840" y="504190"/>
                    <a:pt x="643890" y="500380"/>
                  </a:cubicBezTo>
                  <a:cubicBezTo>
                    <a:pt x="666750" y="495300"/>
                    <a:pt x="707390" y="501650"/>
                    <a:pt x="726440" y="516890"/>
                  </a:cubicBezTo>
                  <a:cubicBezTo>
                    <a:pt x="745490" y="532130"/>
                    <a:pt x="760730" y="568960"/>
                    <a:pt x="758190" y="594360"/>
                  </a:cubicBezTo>
                  <a:cubicBezTo>
                    <a:pt x="756920" y="618490"/>
                    <a:pt x="734060" y="652780"/>
                    <a:pt x="712470" y="664210"/>
                  </a:cubicBezTo>
                  <a:cubicBezTo>
                    <a:pt x="690880" y="676910"/>
                    <a:pt x="651510" y="678180"/>
                    <a:pt x="628650" y="666750"/>
                  </a:cubicBezTo>
                  <a:cubicBezTo>
                    <a:pt x="607060" y="655320"/>
                    <a:pt x="584200" y="622300"/>
                    <a:pt x="580390" y="598170"/>
                  </a:cubicBezTo>
                  <a:cubicBezTo>
                    <a:pt x="577850" y="572770"/>
                    <a:pt x="588010" y="539750"/>
                    <a:pt x="609600" y="519430"/>
                  </a:cubicBezTo>
                  <a:cubicBezTo>
                    <a:pt x="641350" y="488950"/>
                    <a:pt x="730250" y="466090"/>
                    <a:pt x="775970" y="459740"/>
                  </a:cubicBezTo>
                  <a:cubicBezTo>
                    <a:pt x="805180" y="457200"/>
                    <a:pt x="840740" y="453390"/>
                    <a:pt x="853440" y="468630"/>
                  </a:cubicBezTo>
                  <a:cubicBezTo>
                    <a:pt x="866140" y="483870"/>
                    <a:pt x="858520" y="549910"/>
                    <a:pt x="845820" y="554990"/>
                  </a:cubicBezTo>
                  <a:cubicBezTo>
                    <a:pt x="834390" y="560070"/>
                    <a:pt x="808990" y="523240"/>
                    <a:pt x="781050" y="505460"/>
                  </a:cubicBezTo>
                  <a:cubicBezTo>
                    <a:pt x="739140" y="478790"/>
                    <a:pt x="648970" y="449580"/>
                    <a:pt x="610870" y="417830"/>
                  </a:cubicBezTo>
                  <a:cubicBezTo>
                    <a:pt x="586740" y="396240"/>
                    <a:pt x="572770" y="375920"/>
                    <a:pt x="561340" y="349250"/>
                  </a:cubicBezTo>
                  <a:cubicBezTo>
                    <a:pt x="549910" y="318770"/>
                    <a:pt x="533400" y="252730"/>
                    <a:pt x="547370" y="243840"/>
                  </a:cubicBezTo>
                  <a:cubicBezTo>
                    <a:pt x="563880" y="232410"/>
                    <a:pt x="660400" y="294640"/>
                    <a:pt x="685800" y="328930"/>
                  </a:cubicBezTo>
                  <a:cubicBezTo>
                    <a:pt x="706120" y="355600"/>
                    <a:pt x="716280" y="393700"/>
                    <a:pt x="709930" y="420370"/>
                  </a:cubicBezTo>
                  <a:cubicBezTo>
                    <a:pt x="703580" y="445770"/>
                    <a:pt x="678180" y="473710"/>
                    <a:pt x="650240" y="487680"/>
                  </a:cubicBezTo>
                  <a:cubicBezTo>
                    <a:pt x="612140" y="505460"/>
                    <a:pt x="543560" y="499110"/>
                    <a:pt x="491490" y="491490"/>
                  </a:cubicBezTo>
                  <a:cubicBezTo>
                    <a:pt x="438150" y="485140"/>
                    <a:pt x="379730" y="462280"/>
                    <a:pt x="334010" y="444500"/>
                  </a:cubicBezTo>
                  <a:cubicBezTo>
                    <a:pt x="297180" y="429260"/>
                    <a:pt x="273050" y="416560"/>
                    <a:pt x="237490" y="397510"/>
                  </a:cubicBezTo>
                  <a:cubicBezTo>
                    <a:pt x="190500" y="370840"/>
                    <a:pt x="118110" y="328930"/>
                    <a:pt x="80010" y="293370"/>
                  </a:cubicBezTo>
                  <a:cubicBezTo>
                    <a:pt x="53340" y="267970"/>
                    <a:pt x="36830" y="246380"/>
                    <a:pt x="24130" y="214630"/>
                  </a:cubicBezTo>
                  <a:cubicBezTo>
                    <a:pt x="7620" y="179070"/>
                    <a:pt x="0" y="118110"/>
                    <a:pt x="1270" y="83820"/>
                  </a:cubicBezTo>
                  <a:cubicBezTo>
                    <a:pt x="2540" y="62230"/>
                    <a:pt x="8890" y="43180"/>
                    <a:pt x="17780" y="30480"/>
                  </a:cubicBezTo>
                  <a:cubicBezTo>
                    <a:pt x="25400" y="19050"/>
                    <a:pt x="34290" y="11430"/>
                    <a:pt x="46990" y="7620"/>
                  </a:cubicBezTo>
                  <a:cubicBezTo>
                    <a:pt x="62230" y="1270"/>
                    <a:pt x="86360" y="0"/>
                    <a:pt x="102870" y="3810"/>
                  </a:cubicBezTo>
                  <a:cubicBezTo>
                    <a:pt x="115570" y="6350"/>
                    <a:pt x="125730" y="12700"/>
                    <a:pt x="134620" y="22860"/>
                  </a:cubicBezTo>
                  <a:cubicBezTo>
                    <a:pt x="144780" y="34290"/>
                    <a:pt x="157480" y="72390"/>
                    <a:pt x="157480" y="723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144" y="207418"/>
            <a:ext cx="821282" cy="821282"/>
            <a:chOff x="0" y="0"/>
            <a:chExt cx="1095043" cy="10950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0321" y="1152596"/>
            <a:ext cx="3845281" cy="7341825"/>
          </a:xfrm>
          <a:custGeom>
            <a:avLst/>
            <a:gdLst/>
            <a:ahLst/>
            <a:cxnLst/>
            <a:rect r="r" b="b" t="t" l="l"/>
            <a:pathLst>
              <a:path h="7341825" w="3845281">
                <a:moveTo>
                  <a:pt x="0" y="0"/>
                </a:moveTo>
                <a:lnTo>
                  <a:pt x="3845281" y="0"/>
                </a:lnTo>
                <a:lnTo>
                  <a:pt x="3845281" y="7341825"/>
                </a:lnTo>
                <a:lnTo>
                  <a:pt x="0" y="7341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82445" y="1152596"/>
            <a:ext cx="7909451" cy="7438087"/>
          </a:xfrm>
          <a:custGeom>
            <a:avLst/>
            <a:gdLst/>
            <a:ahLst/>
            <a:cxnLst/>
            <a:rect r="r" b="b" t="t" l="l"/>
            <a:pathLst>
              <a:path h="7438087" w="7909451">
                <a:moveTo>
                  <a:pt x="0" y="0"/>
                </a:moveTo>
                <a:lnTo>
                  <a:pt x="7909452" y="0"/>
                </a:lnTo>
                <a:lnTo>
                  <a:pt x="7909452" y="7438087"/>
                </a:lnTo>
                <a:lnTo>
                  <a:pt x="0" y="743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387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479358" y="1644967"/>
            <a:ext cx="1561148" cy="747712"/>
            <a:chOff x="0" y="0"/>
            <a:chExt cx="2081530" cy="9969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8260" y="45720"/>
              <a:ext cx="1985010" cy="908050"/>
            </a:xfrm>
            <a:custGeom>
              <a:avLst/>
              <a:gdLst/>
              <a:ahLst/>
              <a:cxnLst/>
              <a:rect r="r" b="b" t="t" l="l"/>
              <a:pathLst>
                <a:path h="908050" w="1985010">
                  <a:moveTo>
                    <a:pt x="673100" y="189230"/>
                  </a:moveTo>
                  <a:cubicBezTo>
                    <a:pt x="384810" y="198120"/>
                    <a:pt x="373380" y="208280"/>
                    <a:pt x="345440" y="226060"/>
                  </a:cubicBezTo>
                  <a:cubicBezTo>
                    <a:pt x="303530" y="252730"/>
                    <a:pt x="222250" y="292100"/>
                    <a:pt x="193040" y="349250"/>
                  </a:cubicBezTo>
                  <a:cubicBezTo>
                    <a:pt x="158750" y="414020"/>
                    <a:pt x="151130" y="557530"/>
                    <a:pt x="176530" y="607060"/>
                  </a:cubicBezTo>
                  <a:cubicBezTo>
                    <a:pt x="191770" y="637540"/>
                    <a:pt x="219710" y="645160"/>
                    <a:pt x="255270" y="657860"/>
                  </a:cubicBezTo>
                  <a:cubicBezTo>
                    <a:pt x="309880" y="679450"/>
                    <a:pt x="383540" y="688340"/>
                    <a:pt x="482600" y="698500"/>
                  </a:cubicBezTo>
                  <a:cubicBezTo>
                    <a:pt x="666750" y="716280"/>
                    <a:pt x="1104900" y="736600"/>
                    <a:pt x="1276350" y="722630"/>
                  </a:cubicBezTo>
                  <a:cubicBezTo>
                    <a:pt x="1358900" y="715010"/>
                    <a:pt x="1399540" y="694690"/>
                    <a:pt x="1459230" y="687070"/>
                  </a:cubicBezTo>
                  <a:cubicBezTo>
                    <a:pt x="1515110" y="679450"/>
                    <a:pt x="1578610" y="684530"/>
                    <a:pt x="1621790" y="676910"/>
                  </a:cubicBezTo>
                  <a:cubicBezTo>
                    <a:pt x="1652270" y="671830"/>
                    <a:pt x="1671320" y="661670"/>
                    <a:pt x="1696720" y="654050"/>
                  </a:cubicBezTo>
                  <a:cubicBezTo>
                    <a:pt x="1723390" y="646430"/>
                    <a:pt x="1757680" y="645160"/>
                    <a:pt x="1775460" y="628650"/>
                  </a:cubicBezTo>
                  <a:cubicBezTo>
                    <a:pt x="1791970" y="612140"/>
                    <a:pt x="1802130" y="580390"/>
                    <a:pt x="1800860" y="556260"/>
                  </a:cubicBezTo>
                  <a:cubicBezTo>
                    <a:pt x="1798320" y="532130"/>
                    <a:pt x="1780540" y="510540"/>
                    <a:pt x="1761490" y="485140"/>
                  </a:cubicBezTo>
                  <a:cubicBezTo>
                    <a:pt x="1736090" y="452120"/>
                    <a:pt x="1695450" y="403860"/>
                    <a:pt x="1652270" y="378460"/>
                  </a:cubicBezTo>
                  <a:cubicBezTo>
                    <a:pt x="1605280" y="350520"/>
                    <a:pt x="1559560" y="345440"/>
                    <a:pt x="1488440" y="327660"/>
                  </a:cubicBezTo>
                  <a:cubicBezTo>
                    <a:pt x="1361440" y="295910"/>
                    <a:pt x="1125220" y="248920"/>
                    <a:pt x="948690" y="223520"/>
                  </a:cubicBezTo>
                  <a:cubicBezTo>
                    <a:pt x="782320" y="200660"/>
                    <a:pt x="529590" y="210820"/>
                    <a:pt x="455930" y="180340"/>
                  </a:cubicBezTo>
                  <a:cubicBezTo>
                    <a:pt x="430530" y="168910"/>
                    <a:pt x="421640" y="158750"/>
                    <a:pt x="411480" y="143510"/>
                  </a:cubicBezTo>
                  <a:cubicBezTo>
                    <a:pt x="402590" y="128270"/>
                    <a:pt x="397510" y="105410"/>
                    <a:pt x="398780" y="87630"/>
                  </a:cubicBezTo>
                  <a:cubicBezTo>
                    <a:pt x="401320" y="69850"/>
                    <a:pt x="410210" y="48260"/>
                    <a:pt x="422910" y="35560"/>
                  </a:cubicBezTo>
                  <a:cubicBezTo>
                    <a:pt x="435610" y="21590"/>
                    <a:pt x="453390" y="10160"/>
                    <a:pt x="472440" y="7620"/>
                  </a:cubicBezTo>
                  <a:cubicBezTo>
                    <a:pt x="496570" y="6350"/>
                    <a:pt x="534670" y="19050"/>
                    <a:pt x="552450" y="34290"/>
                  </a:cubicBezTo>
                  <a:cubicBezTo>
                    <a:pt x="567690" y="46990"/>
                    <a:pt x="576580" y="67310"/>
                    <a:pt x="576580" y="86360"/>
                  </a:cubicBezTo>
                  <a:cubicBezTo>
                    <a:pt x="577850" y="109220"/>
                    <a:pt x="565150" y="148590"/>
                    <a:pt x="547370" y="163830"/>
                  </a:cubicBezTo>
                  <a:cubicBezTo>
                    <a:pt x="528320" y="180340"/>
                    <a:pt x="487680" y="186690"/>
                    <a:pt x="464820" y="182880"/>
                  </a:cubicBezTo>
                  <a:cubicBezTo>
                    <a:pt x="445770" y="179070"/>
                    <a:pt x="427990" y="167640"/>
                    <a:pt x="417830" y="151130"/>
                  </a:cubicBezTo>
                  <a:cubicBezTo>
                    <a:pt x="405130" y="132080"/>
                    <a:pt x="397510" y="91440"/>
                    <a:pt x="402590" y="68580"/>
                  </a:cubicBezTo>
                  <a:cubicBezTo>
                    <a:pt x="407670" y="49530"/>
                    <a:pt x="420370" y="33020"/>
                    <a:pt x="436880" y="22860"/>
                  </a:cubicBezTo>
                  <a:cubicBezTo>
                    <a:pt x="458470" y="8890"/>
                    <a:pt x="485140" y="7620"/>
                    <a:pt x="528320" y="5080"/>
                  </a:cubicBezTo>
                  <a:cubicBezTo>
                    <a:pt x="633730" y="0"/>
                    <a:pt x="900430" y="34290"/>
                    <a:pt x="1076960" y="60960"/>
                  </a:cubicBezTo>
                  <a:cubicBezTo>
                    <a:pt x="1244600" y="86360"/>
                    <a:pt x="1445260" y="128270"/>
                    <a:pt x="1563370" y="158750"/>
                  </a:cubicBezTo>
                  <a:cubicBezTo>
                    <a:pt x="1630680" y="176530"/>
                    <a:pt x="1678940" y="190500"/>
                    <a:pt x="1722120" y="210820"/>
                  </a:cubicBezTo>
                  <a:cubicBezTo>
                    <a:pt x="1752600" y="226060"/>
                    <a:pt x="1770380" y="237490"/>
                    <a:pt x="1798320" y="264160"/>
                  </a:cubicBezTo>
                  <a:cubicBezTo>
                    <a:pt x="1846580" y="307340"/>
                    <a:pt x="1945640" y="412750"/>
                    <a:pt x="1971040" y="468630"/>
                  </a:cubicBezTo>
                  <a:cubicBezTo>
                    <a:pt x="1985010" y="500380"/>
                    <a:pt x="1982470" y="524510"/>
                    <a:pt x="1982470" y="551180"/>
                  </a:cubicBezTo>
                  <a:cubicBezTo>
                    <a:pt x="1981200" y="577850"/>
                    <a:pt x="1977390" y="603250"/>
                    <a:pt x="1969770" y="628650"/>
                  </a:cubicBezTo>
                  <a:cubicBezTo>
                    <a:pt x="1962150" y="654050"/>
                    <a:pt x="1950720" y="678180"/>
                    <a:pt x="1935480" y="703580"/>
                  </a:cubicBezTo>
                  <a:cubicBezTo>
                    <a:pt x="1917700" y="730250"/>
                    <a:pt x="1899920" y="760730"/>
                    <a:pt x="1866900" y="783590"/>
                  </a:cubicBezTo>
                  <a:cubicBezTo>
                    <a:pt x="1814830" y="817880"/>
                    <a:pt x="1710690" y="843280"/>
                    <a:pt x="1638300" y="857250"/>
                  </a:cubicBezTo>
                  <a:cubicBezTo>
                    <a:pt x="1574800" y="868680"/>
                    <a:pt x="1515110" y="858520"/>
                    <a:pt x="1454150" y="866140"/>
                  </a:cubicBezTo>
                  <a:cubicBezTo>
                    <a:pt x="1394460" y="872490"/>
                    <a:pt x="1342390" y="892810"/>
                    <a:pt x="1276350" y="899160"/>
                  </a:cubicBezTo>
                  <a:cubicBezTo>
                    <a:pt x="1191260" y="908050"/>
                    <a:pt x="1099820" y="902970"/>
                    <a:pt x="986790" y="900430"/>
                  </a:cubicBezTo>
                  <a:cubicBezTo>
                    <a:pt x="822960" y="895350"/>
                    <a:pt x="528320" y="883920"/>
                    <a:pt x="388620" y="864870"/>
                  </a:cubicBezTo>
                  <a:cubicBezTo>
                    <a:pt x="311150" y="854710"/>
                    <a:pt x="265430" y="847090"/>
                    <a:pt x="210820" y="828040"/>
                  </a:cubicBezTo>
                  <a:cubicBezTo>
                    <a:pt x="160020" y="810260"/>
                    <a:pt x="102870" y="783590"/>
                    <a:pt x="67310" y="758190"/>
                  </a:cubicBezTo>
                  <a:cubicBezTo>
                    <a:pt x="43180" y="740410"/>
                    <a:pt x="25400" y="723900"/>
                    <a:pt x="15240" y="702310"/>
                  </a:cubicBezTo>
                  <a:cubicBezTo>
                    <a:pt x="3810" y="679450"/>
                    <a:pt x="3810" y="659130"/>
                    <a:pt x="2540" y="623570"/>
                  </a:cubicBezTo>
                  <a:cubicBezTo>
                    <a:pt x="0" y="552450"/>
                    <a:pt x="6350" y="367030"/>
                    <a:pt x="30480" y="299720"/>
                  </a:cubicBezTo>
                  <a:cubicBezTo>
                    <a:pt x="43180" y="265430"/>
                    <a:pt x="60960" y="250190"/>
                    <a:pt x="78740" y="228600"/>
                  </a:cubicBezTo>
                  <a:cubicBezTo>
                    <a:pt x="97790" y="207010"/>
                    <a:pt x="115570" y="191770"/>
                    <a:pt x="143510" y="170180"/>
                  </a:cubicBezTo>
                  <a:cubicBezTo>
                    <a:pt x="190500" y="133350"/>
                    <a:pt x="261620" y="60960"/>
                    <a:pt x="340360" y="35560"/>
                  </a:cubicBezTo>
                  <a:cubicBezTo>
                    <a:pt x="433070" y="6350"/>
                    <a:pt x="607060" y="16510"/>
                    <a:pt x="673100" y="33020"/>
                  </a:cubicBezTo>
                  <a:cubicBezTo>
                    <a:pt x="704850" y="40640"/>
                    <a:pt x="725170" y="50800"/>
                    <a:pt x="737870" y="66040"/>
                  </a:cubicBezTo>
                  <a:cubicBezTo>
                    <a:pt x="749300" y="81280"/>
                    <a:pt x="753110" y="102870"/>
                    <a:pt x="750570" y="120650"/>
                  </a:cubicBezTo>
                  <a:cubicBezTo>
                    <a:pt x="749300" y="137160"/>
                    <a:pt x="737870" y="157480"/>
                    <a:pt x="725170" y="168910"/>
                  </a:cubicBezTo>
                  <a:cubicBezTo>
                    <a:pt x="712470" y="180340"/>
                    <a:pt x="673100" y="189230"/>
                    <a:pt x="673100" y="18923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076596" y="6479430"/>
            <a:ext cx="1862138" cy="778193"/>
            <a:chOff x="0" y="0"/>
            <a:chExt cx="2482850" cy="10375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9530" y="8890"/>
              <a:ext cx="2387600" cy="981710"/>
            </a:xfrm>
            <a:custGeom>
              <a:avLst/>
              <a:gdLst/>
              <a:ahLst/>
              <a:cxnLst/>
              <a:rect r="r" b="b" t="t" l="l"/>
              <a:pathLst>
                <a:path h="981710" w="2387600">
                  <a:moveTo>
                    <a:pt x="778510" y="236220"/>
                  </a:moveTo>
                  <a:cubicBezTo>
                    <a:pt x="401320" y="256540"/>
                    <a:pt x="344170" y="287020"/>
                    <a:pt x="307340" y="316230"/>
                  </a:cubicBezTo>
                  <a:cubicBezTo>
                    <a:pt x="281940" y="336550"/>
                    <a:pt x="273050" y="355600"/>
                    <a:pt x="255270" y="383540"/>
                  </a:cubicBezTo>
                  <a:cubicBezTo>
                    <a:pt x="231140" y="422910"/>
                    <a:pt x="191770" y="490220"/>
                    <a:pt x="180340" y="532130"/>
                  </a:cubicBezTo>
                  <a:cubicBezTo>
                    <a:pt x="171450" y="562610"/>
                    <a:pt x="167640" y="588010"/>
                    <a:pt x="175260" y="612140"/>
                  </a:cubicBezTo>
                  <a:cubicBezTo>
                    <a:pt x="182880" y="636270"/>
                    <a:pt x="201930" y="659130"/>
                    <a:pt x="222250" y="675640"/>
                  </a:cubicBezTo>
                  <a:cubicBezTo>
                    <a:pt x="245110" y="694690"/>
                    <a:pt x="273050" y="704850"/>
                    <a:pt x="306070" y="716280"/>
                  </a:cubicBezTo>
                  <a:cubicBezTo>
                    <a:pt x="350520" y="732790"/>
                    <a:pt x="405130" y="745490"/>
                    <a:pt x="466090" y="758190"/>
                  </a:cubicBezTo>
                  <a:cubicBezTo>
                    <a:pt x="547370" y="773430"/>
                    <a:pt x="642620" y="789940"/>
                    <a:pt x="753110" y="797560"/>
                  </a:cubicBezTo>
                  <a:cubicBezTo>
                    <a:pt x="900430" y="808990"/>
                    <a:pt x="1103630" y="808990"/>
                    <a:pt x="1275080" y="802640"/>
                  </a:cubicBezTo>
                  <a:cubicBezTo>
                    <a:pt x="1441450" y="796290"/>
                    <a:pt x="1643380" y="783590"/>
                    <a:pt x="1769110" y="760730"/>
                  </a:cubicBezTo>
                  <a:cubicBezTo>
                    <a:pt x="1847850" y="746760"/>
                    <a:pt x="1899920" y="728980"/>
                    <a:pt x="1959610" y="707390"/>
                  </a:cubicBezTo>
                  <a:cubicBezTo>
                    <a:pt x="2016760" y="688340"/>
                    <a:pt x="2085340" y="668020"/>
                    <a:pt x="2123440" y="641350"/>
                  </a:cubicBezTo>
                  <a:cubicBezTo>
                    <a:pt x="2148840" y="622300"/>
                    <a:pt x="2164080" y="601980"/>
                    <a:pt x="2178050" y="577850"/>
                  </a:cubicBezTo>
                  <a:cubicBezTo>
                    <a:pt x="2190750" y="554990"/>
                    <a:pt x="2203450" y="527050"/>
                    <a:pt x="2204720" y="500380"/>
                  </a:cubicBezTo>
                  <a:cubicBezTo>
                    <a:pt x="2204720" y="471170"/>
                    <a:pt x="2193290" y="436880"/>
                    <a:pt x="2179320" y="408940"/>
                  </a:cubicBezTo>
                  <a:cubicBezTo>
                    <a:pt x="2166620" y="381000"/>
                    <a:pt x="2152650" y="358140"/>
                    <a:pt x="2128520" y="335280"/>
                  </a:cubicBezTo>
                  <a:cubicBezTo>
                    <a:pt x="2094230" y="306070"/>
                    <a:pt x="2037080" y="278130"/>
                    <a:pt x="1986280" y="260350"/>
                  </a:cubicBezTo>
                  <a:cubicBezTo>
                    <a:pt x="1932940" y="240030"/>
                    <a:pt x="1894840" y="233680"/>
                    <a:pt x="1813560" y="224790"/>
                  </a:cubicBezTo>
                  <a:cubicBezTo>
                    <a:pt x="1625600" y="207010"/>
                    <a:pt x="1052830" y="252730"/>
                    <a:pt x="863600" y="226060"/>
                  </a:cubicBezTo>
                  <a:cubicBezTo>
                    <a:pt x="779780" y="215900"/>
                    <a:pt x="713740" y="209550"/>
                    <a:pt x="688340" y="177800"/>
                  </a:cubicBezTo>
                  <a:cubicBezTo>
                    <a:pt x="670560" y="157480"/>
                    <a:pt x="670560" y="118110"/>
                    <a:pt x="680720" y="95250"/>
                  </a:cubicBezTo>
                  <a:cubicBezTo>
                    <a:pt x="689610" y="73660"/>
                    <a:pt x="721360" y="48260"/>
                    <a:pt x="745490" y="43180"/>
                  </a:cubicBezTo>
                  <a:cubicBezTo>
                    <a:pt x="768350" y="38100"/>
                    <a:pt x="806450" y="52070"/>
                    <a:pt x="824230" y="67310"/>
                  </a:cubicBezTo>
                  <a:cubicBezTo>
                    <a:pt x="838200" y="80010"/>
                    <a:pt x="847090" y="100330"/>
                    <a:pt x="849630" y="118110"/>
                  </a:cubicBezTo>
                  <a:cubicBezTo>
                    <a:pt x="852170" y="135890"/>
                    <a:pt x="849630" y="157480"/>
                    <a:pt x="839470" y="173990"/>
                  </a:cubicBezTo>
                  <a:cubicBezTo>
                    <a:pt x="826770" y="193040"/>
                    <a:pt x="792480" y="214630"/>
                    <a:pt x="769620" y="218440"/>
                  </a:cubicBezTo>
                  <a:cubicBezTo>
                    <a:pt x="750570" y="220980"/>
                    <a:pt x="730250" y="215900"/>
                    <a:pt x="715010" y="204470"/>
                  </a:cubicBezTo>
                  <a:cubicBezTo>
                    <a:pt x="695960" y="190500"/>
                    <a:pt x="674370" y="157480"/>
                    <a:pt x="673100" y="133350"/>
                  </a:cubicBezTo>
                  <a:cubicBezTo>
                    <a:pt x="673100" y="107950"/>
                    <a:pt x="692150" y="73660"/>
                    <a:pt x="709930" y="58420"/>
                  </a:cubicBezTo>
                  <a:cubicBezTo>
                    <a:pt x="725170" y="45720"/>
                    <a:pt x="745490" y="39370"/>
                    <a:pt x="764540" y="41910"/>
                  </a:cubicBezTo>
                  <a:cubicBezTo>
                    <a:pt x="787400" y="44450"/>
                    <a:pt x="829310" y="87630"/>
                    <a:pt x="836930" y="82550"/>
                  </a:cubicBezTo>
                  <a:cubicBezTo>
                    <a:pt x="840740" y="78740"/>
                    <a:pt x="821690" y="58420"/>
                    <a:pt x="829310" y="49530"/>
                  </a:cubicBezTo>
                  <a:cubicBezTo>
                    <a:pt x="868680" y="0"/>
                    <a:pt x="1558290" y="29210"/>
                    <a:pt x="1770380" y="45720"/>
                  </a:cubicBezTo>
                  <a:cubicBezTo>
                    <a:pt x="1880870" y="54610"/>
                    <a:pt x="1946910" y="64770"/>
                    <a:pt x="2020570" y="86360"/>
                  </a:cubicBezTo>
                  <a:cubicBezTo>
                    <a:pt x="2082800" y="105410"/>
                    <a:pt x="2139950" y="132080"/>
                    <a:pt x="2186940" y="161290"/>
                  </a:cubicBezTo>
                  <a:cubicBezTo>
                    <a:pt x="2225040" y="185420"/>
                    <a:pt x="2254250" y="209550"/>
                    <a:pt x="2283460" y="243840"/>
                  </a:cubicBezTo>
                  <a:cubicBezTo>
                    <a:pt x="2317750" y="284480"/>
                    <a:pt x="2362200" y="345440"/>
                    <a:pt x="2376170" y="392430"/>
                  </a:cubicBezTo>
                  <a:cubicBezTo>
                    <a:pt x="2387600" y="429260"/>
                    <a:pt x="2386330" y="459740"/>
                    <a:pt x="2381250" y="499110"/>
                  </a:cubicBezTo>
                  <a:cubicBezTo>
                    <a:pt x="2374900" y="549910"/>
                    <a:pt x="2348230" y="627380"/>
                    <a:pt x="2326640" y="670560"/>
                  </a:cubicBezTo>
                  <a:cubicBezTo>
                    <a:pt x="2311400" y="699770"/>
                    <a:pt x="2294890" y="720090"/>
                    <a:pt x="2274570" y="740410"/>
                  </a:cubicBezTo>
                  <a:cubicBezTo>
                    <a:pt x="2255520" y="759460"/>
                    <a:pt x="2233930" y="775970"/>
                    <a:pt x="2209800" y="789940"/>
                  </a:cubicBezTo>
                  <a:cubicBezTo>
                    <a:pt x="2184400" y="806450"/>
                    <a:pt x="2161540" y="815340"/>
                    <a:pt x="2124710" y="830580"/>
                  </a:cubicBezTo>
                  <a:cubicBezTo>
                    <a:pt x="2062480" y="854710"/>
                    <a:pt x="1941830" y="895350"/>
                    <a:pt x="1863090" y="913130"/>
                  </a:cubicBezTo>
                  <a:cubicBezTo>
                    <a:pt x="1799590" y="928370"/>
                    <a:pt x="1770380" y="933450"/>
                    <a:pt x="1690370" y="941070"/>
                  </a:cubicBezTo>
                  <a:cubicBezTo>
                    <a:pt x="1512570" y="958850"/>
                    <a:pt x="1040130" y="981710"/>
                    <a:pt x="833120" y="976630"/>
                  </a:cubicBezTo>
                  <a:cubicBezTo>
                    <a:pt x="715010" y="974090"/>
                    <a:pt x="651510" y="969010"/>
                    <a:pt x="556260" y="952500"/>
                  </a:cubicBezTo>
                  <a:cubicBezTo>
                    <a:pt x="448310" y="935990"/>
                    <a:pt x="304800" y="911860"/>
                    <a:pt x="217170" y="873760"/>
                  </a:cubicBezTo>
                  <a:cubicBezTo>
                    <a:pt x="156210" y="848360"/>
                    <a:pt x="106680" y="808990"/>
                    <a:pt x="73660" y="777240"/>
                  </a:cubicBezTo>
                  <a:cubicBezTo>
                    <a:pt x="49530" y="755650"/>
                    <a:pt x="35560" y="736600"/>
                    <a:pt x="22860" y="711200"/>
                  </a:cubicBezTo>
                  <a:cubicBezTo>
                    <a:pt x="10160" y="681990"/>
                    <a:pt x="1270" y="647700"/>
                    <a:pt x="1270" y="610870"/>
                  </a:cubicBezTo>
                  <a:cubicBezTo>
                    <a:pt x="0" y="562610"/>
                    <a:pt x="11430" y="500380"/>
                    <a:pt x="29210" y="448310"/>
                  </a:cubicBezTo>
                  <a:cubicBezTo>
                    <a:pt x="49530" y="392430"/>
                    <a:pt x="90170" y="326390"/>
                    <a:pt x="118110" y="284480"/>
                  </a:cubicBezTo>
                  <a:cubicBezTo>
                    <a:pt x="135890" y="257810"/>
                    <a:pt x="144780" y="242570"/>
                    <a:pt x="170180" y="219710"/>
                  </a:cubicBezTo>
                  <a:cubicBezTo>
                    <a:pt x="208280" y="184150"/>
                    <a:pt x="289560" y="134620"/>
                    <a:pt x="342900" y="110490"/>
                  </a:cubicBezTo>
                  <a:cubicBezTo>
                    <a:pt x="383540" y="92710"/>
                    <a:pt x="407670" y="85090"/>
                    <a:pt x="455930" y="78740"/>
                  </a:cubicBezTo>
                  <a:cubicBezTo>
                    <a:pt x="538480" y="67310"/>
                    <a:pt x="737870" y="63500"/>
                    <a:pt x="797560" y="82550"/>
                  </a:cubicBezTo>
                  <a:cubicBezTo>
                    <a:pt x="821690" y="90170"/>
                    <a:pt x="833120" y="100330"/>
                    <a:pt x="843280" y="114300"/>
                  </a:cubicBezTo>
                  <a:cubicBezTo>
                    <a:pt x="853440" y="128270"/>
                    <a:pt x="858520" y="151130"/>
                    <a:pt x="855980" y="167640"/>
                  </a:cubicBezTo>
                  <a:cubicBezTo>
                    <a:pt x="854710" y="185420"/>
                    <a:pt x="843280" y="205740"/>
                    <a:pt x="830580" y="217170"/>
                  </a:cubicBezTo>
                  <a:cubicBezTo>
                    <a:pt x="817880" y="228600"/>
                    <a:pt x="778510" y="236220"/>
                    <a:pt x="778510" y="236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445464" y="5763150"/>
            <a:ext cx="3497580" cy="1017270"/>
            <a:chOff x="0" y="0"/>
            <a:chExt cx="4663440" cy="1356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6990" y="-11430"/>
              <a:ext cx="4568190" cy="1322070"/>
            </a:xfrm>
            <a:custGeom>
              <a:avLst/>
              <a:gdLst/>
              <a:ahLst/>
              <a:cxnLst/>
              <a:rect r="r" b="b" t="t" l="l"/>
              <a:pathLst>
                <a:path h="1322070" w="4568190">
                  <a:moveTo>
                    <a:pt x="900430" y="290830"/>
                  </a:moveTo>
                  <a:cubicBezTo>
                    <a:pt x="633730" y="306070"/>
                    <a:pt x="613410" y="309880"/>
                    <a:pt x="577850" y="322580"/>
                  </a:cubicBezTo>
                  <a:cubicBezTo>
                    <a:pt x="530860" y="340360"/>
                    <a:pt x="467360" y="370840"/>
                    <a:pt x="416560" y="407670"/>
                  </a:cubicBezTo>
                  <a:cubicBezTo>
                    <a:pt x="364490" y="447040"/>
                    <a:pt x="312420" y="504190"/>
                    <a:pt x="273050" y="553720"/>
                  </a:cubicBezTo>
                  <a:cubicBezTo>
                    <a:pt x="237490" y="599440"/>
                    <a:pt x="198120" y="651510"/>
                    <a:pt x="184150" y="693420"/>
                  </a:cubicBezTo>
                  <a:cubicBezTo>
                    <a:pt x="175260" y="722630"/>
                    <a:pt x="175260" y="746760"/>
                    <a:pt x="177800" y="774700"/>
                  </a:cubicBezTo>
                  <a:cubicBezTo>
                    <a:pt x="180340" y="802640"/>
                    <a:pt x="186690" y="836930"/>
                    <a:pt x="200660" y="861060"/>
                  </a:cubicBezTo>
                  <a:cubicBezTo>
                    <a:pt x="214630" y="886460"/>
                    <a:pt x="238760" y="904240"/>
                    <a:pt x="262890" y="922020"/>
                  </a:cubicBezTo>
                  <a:cubicBezTo>
                    <a:pt x="288290" y="941070"/>
                    <a:pt x="313690" y="956310"/>
                    <a:pt x="347980" y="972820"/>
                  </a:cubicBezTo>
                  <a:cubicBezTo>
                    <a:pt x="396240" y="994410"/>
                    <a:pt x="448310" y="1016000"/>
                    <a:pt x="525780" y="1036320"/>
                  </a:cubicBezTo>
                  <a:cubicBezTo>
                    <a:pt x="664210" y="1073150"/>
                    <a:pt x="944880" y="1117600"/>
                    <a:pt x="1113790" y="1136650"/>
                  </a:cubicBezTo>
                  <a:cubicBezTo>
                    <a:pt x="1239520" y="1150620"/>
                    <a:pt x="1304290" y="1149350"/>
                    <a:pt x="1445260" y="1153160"/>
                  </a:cubicBezTo>
                  <a:cubicBezTo>
                    <a:pt x="1695450" y="1159510"/>
                    <a:pt x="2198370" y="1165860"/>
                    <a:pt x="2490470" y="1155700"/>
                  </a:cubicBezTo>
                  <a:cubicBezTo>
                    <a:pt x="2701290" y="1148080"/>
                    <a:pt x="2843530" y="1132840"/>
                    <a:pt x="3035300" y="1113790"/>
                  </a:cubicBezTo>
                  <a:cubicBezTo>
                    <a:pt x="3249930" y="1093470"/>
                    <a:pt x="3526790" y="1074420"/>
                    <a:pt x="3718560" y="1029970"/>
                  </a:cubicBezTo>
                  <a:cubicBezTo>
                    <a:pt x="3860800" y="996950"/>
                    <a:pt x="3986530" y="947420"/>
                    <a:pt x="4085590" y="904240"/>
                  </a:cubicBezTo>
                  <a:cubicBezTo>
                    <a:pt x="4157980" y="872490"/>
                    <a:pt x="4220210" y="836930"/>
                    <a:pt x="4264660" y="807720"/>
                  </a:cubicBezTo>
                  <a:cubicBezTo>
                    <a:pt x="4293870" y="788670"/>
                    <a:pt x="4312920" y="775970"/>
                    <a:pt x="4333240" y="754380"/>
                  </a:cubicBezTo>
                  <a:cubicBezTo>
                    <a:pt x="4354830" y="734060"/>
                    <a:pt x="4380230" y="708660"/>
                    <a:pt x="4389120" y="681990"/>
                  </a:cubicBezTo>
                  <a:cubicBezTo>
                    <a:pt x="4398010" y="656590"/>
                    <a:pt x="4392930" y="627380"/>
                    <a:pt x="4387850" y="599440"/>
                  </a:cubicBezTo>
                  <a:cubicBezTo>
                    <a:pt x="4381500" y="571500"/>
                    <a:pt x="4368800" y="539750"/>
                    <a:pt x="4354830" y="513080"/>
                  </a:cubicBezTo>
                  <a:cubicBezTo>
                    <a:pt x="4342130" y="487680"/>
                    <a:pt x="4328160" y="463550"/>
                    <a:pt x="4309110" y="443230"/>
                  </a:cubicBezTo>
                  <a:cubicBezTo>
                    <a:pt x="4290060" y="424180"/>
                    <a:pt x="4272280" y="410210"/>
                    <a:pt x="4240530" y="394970"/>
                  </a:cubicBezTo>
                  <a:cubicBezTo>
                    <a:pt x="4185920" y="368300"/>
                    <a:pt x="4095750" y="344170"/>
                    <a:pt x="4001770" y="323850"/>
                  </a:cubicBezTo>
                  <a:cubicBezTo>
                    <a:pt x="3870960" y="295910"/>
                    <a:pt x="3745230" y="276860"/>
                    <a:pt x="3522980" y="261620"/>
                  </a:cubicBezTo>
                  <a:cubicBezTo>
                    <a:pt x="3020060" y="227330"/>
                    <a:pt x="1329690" y="269240"/>
                    <a:pt x="1050290" y="248920"/>
                  </a:cubicBezTo>
                  <a:cubicBezTo>
                    <a:pt x="993140" y="245110"/>
                    <a:pt x="974090" y="245110"/>
                    <a:pt x="946150" y="234950"/>
                  </a:cubicBezTo>
                  <a:cubicBezTo>
                    <a:pt x="927100" y="227330"/>
                    <a:pt x="909320" y="220980"/>
                    <a:pt x="899160" y="204470"/>
                  </a:cubicBezTo>
                  <a:cubicBezTo>
                    <a:pt x="886460" y="186690"/>
                    <a:pt x="878840" y="147320"/>
                    <a:pt x="882650" y="124460"/>
                  </a:cubicBezTo>
                  <a:cubicBezTo>
                    <a:pt x="886460" y="106680"/>
                    <a:pt x="900430" y="88900"/>
                    <a:pt x="915670" y="78740"/>
                  </a:cubicBezTo>
                  <a:cubicBezTo>
                    <a:pt x="929640" y="68580"/>
                    <a:pt x="949960" y="59690"/>
                    <a:pt x="969010" y="62230"/>
                  </a:cubicBezTo>
                  <a:cubicBezTo>
                    <a:pt x="991870" y="63500"/>
                    <a:pt x="1027430" y="81280"/>
                    <a:pt x="1040130" y="101600"/>
                  </a:cubicBezTo>
                  <a:cubicBezTo>
                    <a:pt x="1054100" y="121920"/>
                    <a:pt x="1057910" y="161290"/>
                    <a:pt x="1047750" y="182880"/>
                  </a:cubicBezTo>
                  <a:cubicBezTo>
                    <a:pt x="1038860" y="205740"/>
                    <a:pt x="1008380" y="231140"/>
                    <a:pt x="984250" y="234950"/>
                  </a:cubicBezTo>
                  <a:cubicBezTo>
                    <a:pt x="960120" y="240030"/>
                    <a:pt x="923290" y="228600"/>
                    <a:pt x="905510" y="212090"/>
                  </a:cubicBezTo>
                  <a:cubicBezTo>
                    <a:pt x="889000" y="195580"/>
                    <a:pt x="876300" y="157480"/>
                    <a:pt x="881380" y="133350"/>
                  </a:cubicBezTo>
                  <a:cubicBezTo>
                    <a:pt x="885190" y="110490"/>
                    <a:pt x="896620" y="86360"/>
                    <a:pt x="932180" y="68580"/>
                  </a:cubicBezTo>
                  <a:cubicBezTo>
                    <a:pt x="1076960" y="0"/>
                    <a:pt x="1861820" y="90170"/>
                    <a:pt x="2306320" y="92710"/>
                  </a:cubicBezTo>
                  <a:cubicBezTo>
                    <a:pt x="2727960" y="95250"/>
                    <a:pt x="3223260" y="68580"/>
                    <a:pt x="3534410" y="85090"/>
                  </a:cubicBezTo>
                  <a:cubicBezTo>
                    <a:pt x="3726180" y="95250"/>
                    <a:pt x="3870960" y="114300"/>
                    <a:pt x="3996690" y="138430"/>
                  </a:cubicBezTo>
                  <a:cubicBezTo>
                    <a:pt x="4086860" y="154940"/>
                    <a:pt x="4157980" y="176530"/>
                    <a:pt x="4225290" y="199390"/>
                  </a:cubicBezTo>
                  <a:cubicBezTo>
                    <a:pt x="4278630" y="217170"/>
                    <a:pt x="4330700" y="237490"/>
                    <a:pt x="4367530" y="259080"/>
                  </a:cubicBezTo>
                  <a:cubicBezTo>
                    <a:pt x="4394200" y="274320"/>
                    <a:pt x="4409440" y="285750"/>
                    <a:pt x="4429760" y="308610"/>
                  </a:cubicBezTo>
                  <a:cubicBezTo>
                    <a:pt x="4462780" y="345440"/>
                    <a:pt x="4511040" y="422910"/>
                    <a:pt x="4532630" y="468630"/>
                  </a:cubicBezTo>
                  <a:cubicBezTo>
                    <a:pt x="4547870" y="497840"/>
                    <a:pt x="4556760" y="519430"/>
                    <a:pt x="4563110" y="547370"/>
                  </a:cubicBezTo>
                  <a:cubicBezTo>
                    <a:pt x="4568190" y="576580"/>
                    <a:pt x="4565650" y="612140"/>
                    <a:pt x="4564380" y="642620"/>
                  </a:cubicBezTo>
                  <a:cubicBezTo>
                    <a:pt x="4563110" y="671830"/>
                    <a:pt x="4565650" y="701040"/>
                    <a:pt x="4558030" y="728980"/>
                  </a:cubicBezTo>
                  <a:cubicBezTo>
                    <a:pt x="4549140" y="758190"/>
                    <a:pt x="4532630" y="786130"/>
                    <a:pt x="4514850" y="811530"/>
                  </a:cubicBezTo>
                  <a:cubicBezTo>
                    <a:pt x="4498340" y="835660"/>
                    <a:pt x="4480560" y="855980"/>
                    <a:pt x="4455160" y="878840"/>
                  </a:cubicBezTo>
                  <a:cubicBezTo>
                    <a:pt x="4419600" y="910590"/>
                    <a:pt x="4372610" y="944880"/>
                    <a:pt x="4315460" y="977900"/>
                  </a:cubicBezTo>
                  <a:cubicBezTo>
                    <a:pt x="4234180" y="1024890"/>
                    <a:pt x="4104640" y="1080770"/>
                    <a:pt x="4004310" y="1118870"/>
                  </a:cubicBezTo>
                  <a:cubicBezTo>
                    <a:pt x="3915410" y="1153160"/>
                    <a:pt x="3855720" y="1176020"/>
                    <a:pt x="3746500" y="1198880"/>
                  </a:cubicBezTo>
                  <a:cubicBezTo>
                    <a:pt x="3566160" y="1235710"/>
                    <a:pt x="3232150" y="1262380"/>
                    <a:pt x="3018790" y="1281430"/>
                  </a:cubicBezTo>
                  <a:cubicBezTo>
                    <a:pt x="2852420" y="1296670"/>
                    <a:pt x="2754630" y="1305560"/>
                    <a:pt x="2571750" y="1311910"/>
                  </a:cubicBezTo>
                  <a:cubicBezTo>
                    <a:pt x="2280920" y="1322070"/>
                    <a:pt x="1711960" y="1322070"/>
                    <a:pt x="1443990" y="1315720"/>
                  </a:cubicBezTo>
                  <a:cubicBezTo>
                    <a:pt x="1295400" y="1313180"/>
                    <a:pt x="1226820" y="1313180"/>
                    <a:pt x="1097280" y="1300480"/>
                  </a:cubicBezTo>
                  <a:cubicBezTo>
                    <a:pt x="927100" y="1282700"/>
                    <a:pt x="671830" y="1252220"/>
                    <a:pt x="513080" y="1212850"/>
                  </a:cubicBezTo>
                  <a:cubicBezTo>
                    <a:pt x="401320" y="1184910"/>
                    <a:pt x="309880" y="1156970"/>
                    <a:pt x="232410" y="1112520"/>
                  </a:cubicBezTo>
                  <a:cubicBezTo>
                    <a:pt x="168910" y="1076960"/>
                    <a:pt x="109220" y="1024890"/>
                    <a:pt x="74930" y="985520"/>
                  </a:cubicBezTo>
                  <a:cubicBezTo>
                    <a:pt x="53340" y="960120"/>
                    <a:pt x="44450" y="941070"/>
                    <a:pt x="33020" y="914400"/>
                  </a:cubicBezTo>
                  <a:cubicBezTo>
                    <a:pt x="19050" y="885190"/>
                    <a:pt x="7620" y="852170"/>
                    <a:pt x="3810" y="812800"/>
                  </a:cubicBezTo>
                  <a:cubicBezTo>
                    <a:pt x="0" y="763270"/>
                    <a:pt x="3810" y="695960"/>
                    <a:pt x="20320" y="642620"/>
                  </a:cubicBezTo>
                  <a:cubicBezTo>
                    <a:pt x="36830" y="589280"/>
                    <a:pt x="64770" y="544830"/>
                    <a:pt x="102870" y="494030"/>
                  </a:cubicBezTo>
                  <a:cubicBezTo>
                    <a:pt x="152400" y="426720"/>
                    <a:pt x="227330" y="340360"/>
                    <a:pt x="304800" y="283210"/>
                  </a:cubicBezTo>
                  <a:cubicBezTo>
                    <a:pt x="381000" y="224790"/>
                    <a:pt x="492760" y="170180"/>
                    <a:pt x="562610" y="148590"/>
                  </a:cubicBezTo>
                  <a:cubicBezTo>
                    <a:pt x="605790" y="135890"/>
                    <a:pt x="628650" y="138430"/>
                    <a:pt x="671830" y="137160"/>
                  </a:cubicBezTo>
                  <a:cubicBezTo>
                    <a:pt x="739140" y="133350"/>
                    <a:pt x="883920" y="127000"/>
                    <a:pt x="927100" y="142240"/>
                  </a:cubicBezTo>
                  <a:cubicBezTo>
                    <a:pt x="942340" y="147320"/>
                    <a:pt x="948690" y="153670"/>
                    <a:pt x="956310" y="165100"/>
                  </a:cubicBezTo>
                  <a:cubicBezTo>
                    <a:pt x="965200" y="177800"/>
                    <a:pt x="974090" y="200660"/>
                    <a:pt x="972820" y="217170"/>
                  </a:cubicBezTo>
                  <a:cubicBezTo>
                    <a:pt x="971550" y="234950"/>
                    <a:pt x="962660" y="255270"/>
                    <a:pt x="949960" y="267970"/>
                  </a:cubicBezTo>
                  <a:cubicBezTo>
                    <a:pt x="938530" y="280670"/>
                    <a:pt x="900430" y="290830"/>
                    <a:pt x="900430" y="29083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391897" y="1131116"/>
            <a:ext cx="4159009" cy="7579060"/>
          </a:xfrm>
          <a:custGeom>
            <a:avLst/>
            <a:gdLst/>
            <a:ahLst/>
            <a:cxnLst/>
            <a:rect r="r" b="b" t="t" l="l"/>
            <a:pathLst>
              <a:path h="7579060" w="4159009">
                <a:moveTo>
                  <a:pt x="0" y="0"/>
                </a:moveTo>
                <a:lnTo>
                  <a:pt x="4159009" y="0"/>
                </a:lnTo>
                <a:lnTo>
                  <a:pt x="4159009" y="7579060"/>
                </a:lnTo>
                <a:lnTo>
                  <a:pt x="0" y="757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76144" y="174392"/>
            <a:ext cx="15732799" cy="95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5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Medium Task: </a:t>
            </a:r>
            <a:r>
              <a:rPr lang="en-US" sz="5582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post an event</a:t>
            </a:r>
            <a:r>
              <a:rPr lang="en-US" sz="5582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 to collaborate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634" y="8641375"/>
            <a:ext cx="4238968" cy="11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667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When you have agreed with a business on the event details, you can click Stitch Now and formally upload the event on to the app.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47703" y="8662551"/>
            <a:ext cx="3564600" cy="59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667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Fill in event details and click Stitch now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42543" y="8662551"/>
            <a:ext cx="3505873" cy="11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667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Now, the business needs to wait for approval from co-hosting business to ensure mutual agreement for an event.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91897" y="8788994"/>
            <a:ext cx="4238968" cy="89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4"/>
              </a:lnSpc>
            </a:pPr>
            <a:r>
              <a:rPr lang="en-US" sz="1667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Once the other business approves, the event is automatically uploaded onto the communities page.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722611" y="5970795"/>
            <a:ext cx="3497580" cy="1017270"/>
            <a:chOff x="0" y="0"/>
            <a:chExt cx="4663440" cy="1356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6990" y="-11430"/>
              <a:ext cx="4568190" cy="1322070"/>
            </a:xfrm>
            <a:custGeom>
              <a:avLst/>
              <a:gdLst/>
              <a:ahLst/>
              <a:cxnLst/>
              <a:rect r="r" b="b" t="t" l="l"/>
              <a:pathLst>
                <a:path h="1322070" w="4568190">
                  <a:moveTo>
                    <a:pt x="900430" y="290830"/>
                  </a:moveTo>
                  <a:cubicBezTo>
                    <a:pt x="633730" y="306070"/>
                    <a:pt x="613410" y="309880"/>
                    <a:pt x="577850" y="322580"/>
                  </a:cubicBezTo>
                  <a:cubicBezTo>
                    <a:pt x="530860" y="340360"/>
                    <a:pt x="467360" y="370840"/>
                    <a:pt x="416560" y="407670"/>
                  </a:cubicBezTo>
                  <a:cubicBezTo>
                    <a:pt x="364490" y="447040"/>
                    <a:pt x="312420" y="504190"/>
                    <a:pt x="273050" y="553720"/>
                  </a:cubicBezTo>
                  <a:cubicBezTo>
                    <a:pt x="237490" y="599440"/>
                    <a:pt x="198120" y="651510"/>
                    <a:pt x="184150" y="693420"/>
                  </a:cubicBezTo>
                  <a:cubicBezTo>
                    <a:pt x="175260" y="722630"/>
                    <a:pt x="175260" y="746760"/>
                    <a:pt x="177800" y="774700"/>
                  </a:cubicBezTo>
                  <a:cubicBezTo>
                    <a:pt x="180340" y="802640"/>
                    <a:pt x="186690" y="836930"/>
                    <a:pt x="200660" y="861060"/>
                  </a:cubicBezTo>
                  <a:cubicBezTo>
                    <a:pt x="214630" y="886460"/>
                    <a:pt x="238760" y="904240"/>
                    <a:pt x="262890" y="922020"/>
                  </a:cubicBezTo>
                  <a:cubicBezTo>
                    <a:pt x="288290" y="941070"/>
                    <a:pt x="313690" y="956310"/>
                    <a:pt x="347980" y="972820"/>
                  </a:cubicBezTo>
                  <a:cubicBezTo>
                    <a:pt x="396240" y="994410"/>
                    <a:pt x="448310" y="1016000"/>
                    <a:pt x="525780" y="1036320"/>
                  </a:cubicBezTo>
                  <a:cubicBezTo>
                    <a:pt x="664210" y="1073150"/>
                    <a:pt x="944880" y="1117600"/>
                    <a:pt x="1113790" y="1136650"/>
                  </a:cubicBezTo>
                  <a:cubicBezTo>
                    <a:pt x="1239520" y="1150620"/>
                    <a:pt x="1304290" y="1149350"/>
                    <a:pt x="1445260" y="1153160"/>
                  </a:cubicBezTo>
                  <a:cubicBezTo>
                    <a:pt x="1695450" y="1159510"/>
                    <a:pt x="2198370" y="1165860"/>
                    <a:pt x="2490470" y="1155700"/>
                  </a:cubicBezTo>
                  <a:cubicBezTo>
                    <a:pt x="2701290" y="1148080"/>
                    <a:pt x="2843530" y="1132840"/>
                    <a:pt x="3035300" y="1113790"/>
                  </a:cubicBezTo>
                  <a:cubicBezTo>
                    <a:pt x="3249930" y="1093470"/>
                    <a:pt x="3526790" y="1074420"/>
                    <a:pt x="3718560" y="1029970"/>
                  </a:cubicBezTo>
                  <a:cubicBezTo>
                    <a:pt x="3860800" y="996950"/>
                    <a:pt x="3986530" y="947420"/>
                    <a:pt x="4085590" y="904240"/>
                  </a:cubicBezTo>
                  <a:cubicBezTo>
                    <a:pt x="4157980" y="872490"/>
                    <a:pt x="4220210" y="836930"/>
                    <a:pt x="4264660" y="807720"/>
                  </a:cubicBezTo>
                  <a:cubicBezTo>
                    <a:pt x="4293870" y="788670"/>
                    <a:pt x="4312920" y="775970"/>
                    <a:pt x="4333240" y="754380"/>
                  </a:cubicBezTo>
                  <a:cubicBezTo>
                    <a:pt x="4354830" y="734060"/>
                    <a:pt x="4380230" y="708660"/>
                    <a:pt x="4389120" y="681990"/>
                  </a:cubicBezTo>
                  <a:cubicBezTo>
                    <a:pt x="4398010" y="656590"/>
                    <a:pt x="4392930" y="627380"/>
                    <a:pt x="4387850" y="599440"/>
                  </a:cubicBezTo>
                  <a:cubicBezTo>
                    <a:pt x="4381500" y="571500"/>
                    <a:pt x="4368800" y="539750"/>
                    <a:pt x="4354830" y="513080"/>
                  </a:cubicBezTo>
                  <a:cubicBezTo>
                    <a:pt x="4342130" y="487680"/>
                    <a:pt x="4328160" y="463550"/>
                    <a:pt x="4309110" y="443230"/>
                  </a:cubicBezTo>
                  <a:cubicBezTo>
                    <a:pt x="4290060" y="424180"/>
                    <a:pt x="4272280" y="410210"/>
                    <a:pt x="4240530" y="394970"/>
                  </a:cubicBezTo>
                  <a:cubicBezTo>
                    <a:pt x="4185920" y="368300"/>
                    <a:pt x="4095750" y="344170"/>
                    <a:pt x="4001770" y="323850"/>
                  </a:cubicBezTo>
                  <a:cubicBezTo>
                    <a:pt x="3870960" y="295910"/>
                    <a:pt x="3745230" y="276860"/>
                    <a:pt x="3522980" y="261620"/>
                  </a:cubicBezTo>
                  <a:cubicBezTo>
                    <a:pt x="3020060" y="227330"/>
                    <a:pt x="1329690" y="269240"/>
                    <a:pt x="1050290" y="248920"/>
                  </a:cubicBezTo>
                  <a:cubicBezTo>
                    <a:pt x="993140" y="245110"/>
                    <a:pt x="974090" y="245110"/>
                    <a:pt x="946150" y="234950"/>
                  </a:cubicBezTo>
                  <a:cubicBezTo>
                    <a:pt x="927100" y="227330"/>
                    <a:pt x="909320" y="220980"/>
                    <a:pt x="899160" y="204470"/>
                  </a:cubicBezTo>
                  <a:cubicBezTo>
                    <a:pt x="886460" y="186690"/>
                    <a:pt x="878840" y="147320"/>
                    <a:pt x="882650" y="124460"/>
                  </a:cubicBezTo>
                  <a:cubicBezTo>
                    <a:pt x="886460" y="106680"/>
                    <a:pt x="900430" y="88900"/>
                    <a:pt x="915670" y="78740"/>
                  </a:cubicBezTo>
                  <a:cubicBezTo>
                    <a:pt x="929640" y="68580"/>
                    <a:pt x="949960" y="59690"/>
                    <a:pt x="969010" y="62230"/>
                  </a:cubicBezTo>
                  <a:cubicBezTo>
                    <a:pt x="991870" y="63500"/>
                    <a:pt x="1027430" y="81280"/>
                    <a:pt x="1040130" y="101600"/>
                  </a:cubicBezTo>
                  <a:cubicBezTo>
                    <a:pt x="1054100" y="121920"/>
                    <a:pt x="1057910" y="161290"/>
                    <a:pt x="1047750" y="182880"/>
                  </a:cubicBezTo>
                  <a:cubicBezTo>
                    <a:pt x="1038860" y="205740"/>
                    <a:pt x="1008380" y="231140"/>
                    <a:pt x="984250" y="234950"/>
                  </a:cubicBezTo>
                  <a:cubicBezTo>
                    <a:pt x="960120" y="240030"/>
                    <a:pt x="923290" y="228600"/>
                    <a:pt x="905510" y="212090"/>
                  </a:cubicBezTo>
                  <a:cubicBezTo>
                    <a:pt x="889000" y="195580"/>
                    <a:pt x="876300" y="157480"/>
                    <a:pt x="881380" y="133350"/>
                  </a:cubicBezTo>
                  <a:cubicBezTo>
                    <a:pt x="885190" y="110490"/>
                    <a:pt x="896620" y="86360"/>
                    <a:pt x="932180" y="68580"/>
                  </a:cubicBezTo>
                  <a:cubicBezTo>
                    <a:pt x="1076960" y="0"/>
                    <a:pt x="1861820" y="90170"/>
                    <a:pt x="2306320" y="92710"/>
                  </a:cubicBezTo>
                  <a:cubicBezTo>
                    <a:pt x="2727960" y="95250"/>
                    <a:pt x="3223260" y="68580"/>
                    <a:pt x="3534410" y="85090"/>
                  </a:cubicBezTo>
                  <a:cubicBezTo>
                    <a:pt x="3726180" y="95250"/>
                    <a:pt x="3870960" y="114300"/>
                    <a:pt x="3996690" y="138430"/>
                  </a:cubicBezTo>
                  <a:cubicBezTo>
                    <a:pt x="4086860" y="154940"/>
                    <a:pt x="4157980" y="176530"/>
                    <a:pt x="4225290" y="199390"/>
                  </a:cubicBezTo>
                  <a:cubicBezTo>
                    <a:pt x="4278630" y="217170"/>
                    <a:pt x="4330700" y="237490"/>
                    <a:pt x="4367530" y="259080"/>
                  </a:cubicBezTo>
                  <a:cubicBezTo>
                    <a:pt x="4394200" y="274320"/>
                    <a:pt x="4409440" y="285750"/>
                    <a:pt x="4429760" y="308610"/>
                  </a:cubicBezTo>
                  <a:cubicBezTo>
                    <a:pt x="4462780" y="345440"/>
                    <a:pt x="4511040" y="422910"/>
                    <a:pt x="4532630" y="468630"/>
                  </a:cubicBezTo>
                  <a:cubicBezTo>
                    <a:pt x="4547870" y="497840"/>
                    <a:pt x="4556760" y="519430"/>
                    <a:pt x="4563110" y="547370"/>
                  </a:cubicBezTo>
                  <a:cubicBezTo>
                    <a:pt x="4568190" y="576580"/>
                    <a:pt x="4565650" y="612140"/>
                    <a:pt x="4564380" y="642620"/>
                  </a:cubicBezTo>
                  <a:cubicBezTo>
                    <a:pt x="4563110" y="671830"/>
                    <a:pt x="4565650" y="701040"/>
                    <a:pt x="4558030" y="728980"/>
                  </a:cubicBezTo>
                  <a:cubicBezTo>
                    <a:pt x="4549140" y="758190"/>
                    <a:pt x="4532630" y="786130"/>
                    <a:pt x="4514850" y="811530"/>
                  </a:cubicBezTo>
                  <a:cubicBezTo>
                    <a:pt x="4498340" y="835660"/>
                    <a:pt x="4480560" y="855980"/>
                    <a:pt x="4455160" y="878840"/>
                  </a:cubicBezTo>
                  <a:cubicBezTo>
                    <a:pt x="4419600" y="910590"/>
                    <a:pt x="4372610" y="944880"/>
                    <a:pt x="4315460" y="977900"/>
                  </a:cubicBezTo>
                  <a:cubicBezTo>
                    <a:pt x="4234180" y="1024890"/>
                    <a:pt x="4104640" y="1080770"/>
                    <a:pt x="4004310" y="1118870"/>
                  </a:cubicBezTo>
                  <a:cubicBezTo>
                    <a:pt x="3915410" y="1153160"/>
                    <a:pt x="3855720" y="1176020"/>
                    <a:pt x="3746500" y="1198880"/>
                  </a:cubicBezTo>
                  <a:cubicBezTo>
                    <a:pt x="3566160" y="1235710"/>
                    <a:pt x="3232150" y="1262380"/>
                    <a:pt x="3018790" y="1281430"/>
                  </a:cubicBezTo>
                  <a:cubicBezTo>
                    <a:pt x="2852420" y="1296670"/>
                    <a:pt x="2754630" y="1305560"/>
                    <a:pt x="2571750" y="1311910"/>
                  </a:cubicBezTo>
                  <a:cubicBezTo>
                    <a:pt x="2280920" y="1322070"/>
                    <a:pt x="1711960" y="1322070"/>
                    <a:pt x="1443990" y="1315720"/>
                  </a:cubicBezTo>
                  <a:cubicBezTo>
                    <a:pt x="1295400" y="1313180"/>
                    <a:pt x="1226820" y="1313180"/>
                    <a:pt x="1097280" y="1300480"/>
                  </a:cubicBezTo>
                  <a:cubicBezTo>
                    <a:pt x="927100" y="1282700"/>
                    <a:pt x="671830" y="1252220"/>
                    <a:pt x="513080" y="1212850"/>
                  </a:cubicBezTo>
                  <a:cubicBezTo>
                    <a:pt x="401320" y="1184910"/>
                    <a:pt x="309880" y="1156970"/>
                    <a:pt x="232410" y="1112520"/>
                  </a:cubicBezTo>
                  <a:cubicBezTo>
                    <a:pt x="168910" y="1076960"/>
                    <a:pt x="109220" y="1024890"/>
                    <a:pt x="74930" y="985520"/>
                  </a:cubicBezTo>
                  <a:cubicBezTo>
                    <a:pt x="53340" y="960120"/>
                    <a:pt x="44450" y="941070"/>
                    <a:pt x="33020" y="914400"/>
                  </a:cubicBezTo>
                  <a:cubicBezTo>
                    <a:pt x="19050" y="885190"/>
                    <a:pt x="7620" y="852170"/>
                    <a:pt x="3810" y="812800"/>
                  </a:cubicBezTo>
                  <a:cubicBezTo>
                    <a:pt x="0" y="763270"/>
                    <a:pt x="3810" y="695960"/>
                    <a:pt x="20320" y="642620"/>
                  </a:cubicBezTo>
                  <a:cubicBezTo>
                    <a:pt x="36830" y="589280"/>
                    <a:pt x="64770" y="544830"/>
                    <a:pt x="102870" y="494030"/>
                  </a:cubicBezTo>
                  <a:cubicBezTo>
                    <a:pt x="152400" y="426720"/>
                    <a:pt x="227330" y="340360"/>
                    <a:pt x="304800" y="283210"/>
                  </a:cubicBezTo>
                  <a:cubicBezTo>
                    <a:pt x="381000" y="224790"/>
                    <a:pt x="492760" y="170180"/>
                    <a:pt x="562610" y="148590"/>
                  </a:cubicBezTo>
                  <a:cubicBezTo>
                    <a:pt x="605790" y="135890"/>
                    <a:pt x="628650" y="138430"/>
                    <a:pt x="671830" y="137160"/>
                  </a:cubicBezTo>
                  <a:cubicBezTo>
                    <a:pt x="739140" y="133350"/>
                    <a:pt x="883920" y="127000"/>
                    <a:pt x="927100" y="142240"/>
                  </a:cubicBezTo>
                  <a:cubicBezTo>
                    <a:pt x="942340" y="147320"/>
                    <a:pt x="948690" y="153670"/>
                    <a:pt x="956310" y="165100"/>
                  </a:cubicBezTo>
                  <a:cubicBezTo>
                    <a:pt x="965200" y="177800"/>
                    <a:pt x="974090" y="200660"/>
                    <a:pt x="972820" y="217170"/>
                  </a:cubicBezTo>
                  <a:cubicBezTo>
                    <a:pt x="971550" y="234950"/>
                    <a:pt x="962660" y="255270"/>
                    <a:pt x="949960" y="267970"/>
                  </a:cubicBezTo>
                  <a:cubicBezTo>
                    <a:pt x="938530" y="280670"/>
                    <a:pt x="900430" y="290830"/>
                    <a:pt x="900430" y="29083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714750" y="2237422"/>
            <a:ext cx="933450" cy="1231582"/>
            <a:chOff x="0" y="0"/>
            <a:chExt cx="1244600" cy="16421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4450" y="48260"/>
              <a:ext cx="114935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149350">
                  <a:moveTo>
                    <a:pt x="162560" y="81280"/>
                  </a:moveTo>
                  <a:cubicBezTo>
                    <a:pt x="203200" y="485140"/>
                    <a:pt x="241300" y="641350"/>
                    <a:pt x="264160" y="739140"/>
                  </a:cubicBezTo>
                  <a:cubicBezTo>
                    <a:pt x="279400" y="803910"/>
                    <a:pt x="285750" y="848360"/>
                    <a:pt x="307340" y="900430"/>
                  </a:cubicBezTo>
                  <a:cubicBezTo>
                    <a:pt x="330200" y="956310"/>
                    <a:pt x="370840" y="1023620"/>
                    <a:pt x="402590" y="1064260"/>
                  </a:cubicBezTo>
                  <a:cubicBezTo>
                    <a:pt x="424180" y="1090930"/>
                    <a:pt x="439420" y="1104900"/>
                    <a:pt x="468630" y="1125220"/>
                  </a:cubicBezTo>
                  <a:cubicBezTo>
                    <a:pt x="510540" y="1154430"/>
                    <a:pt x="590550" y="1197610"/>
                    <a:pt x="638810" y="1210310"/>
                  </a:cubicBezTo>
                  <a:cubicBezTo>
                    <a:pt x="671830" y="1219200"/>
                    <a:pt x="698500" y="1221740"/>
                    <a:pt x="725170" y="1216660"/>
                  </a:cubicBezTo>
                  <a:cubicBezTo>
                    <a:pt x="753110" y="1211580"/>
                    <a:pt x="800100" y="1177290"/>
                    <a:pt x="802640" y="1182370"/>
                  </a:cubicBezTo>
                  <a:cubicBezTo>
                    <a:pt x="806450" y="1186180"/>
                    <a:pt x="773430" y="1233170"/>
                    <a:pt x="751840" y="1239520"/>
                  </a:cubicBezTo>
                  <a:cubicBezTo>
                    <a:pt x="727710" y="1247140"/>
                    <a:pt x="684530" y="1226820"/>
                    <a:pt x="661670" y="1216660"/>
                  </a:cubicBezTo>
                  <a:cubicBezTo>
                    <a:pt x="647700" y="1209040"/>
                    <a:pt x="636270" y="1202690"/>
                    <a:pt x="627380" y="1191260"/>
                  </a:cubicBezTo>
                  <a:cubicBezTo>
                    <a:pt x="618490" y="1181100"/>
                    <a:pt x="610870" y="1168400"/>
                    <a:pt x="608330" y="1153160"/>
                  </a:cubicBezTo>
                  <a:cubicBezTo>
                    <a:pt x="605790" y="1135380"/>
                    <a:pt x="610870" y="1107440"/>
                    <a:pt x="618490" y="1090930"/>
                  </a:cubicBezTo>
                  <a:cubicBezTo>
                    <a:pt x="624840" y="1078230"/>
                    <a:pt x="635000" y="1068070"/>
                    <a:pt x="646430" y="1060450"/>
                  </a:cubicBezTo>
                  <a:cubicBezTo>
                    <a:pt x="659130" y="1052830"/>
                    <a:pt x="669290" y="1047750"/>
                    <a:pt x="687070" y="1046480"/>
                  </a:cubicBezTo>
                  <a:cubicBezTo>
                    <a:pt x="720090" y="1042670"/>
                    <a:pt x="782320" y="1050290"/>
                    <a:pt x="834390" y="1068070"/>
                  </a:cubicBezTo>
                  <a:cubicBezTo>
                    <a:pt x="902970" y="1090930"/>
                    <a:pt x="1005840" y="1158240"/>
                    <a:pt x="1057910" y="1192530"/>
                  </a:cubicBezTo>
                  <a:cubicBezTo>
                    <a:pt x="1087120" y="1212850"/>
                    <a:pt x="1108710" y="1225550"/>
                    <a:pt x="1123950" y="1247140"/>
                  </a:cubicBezTo>
                  <a:cubicBezTo>
                    <a:pt x="1137920" y="1268730"/>
                    <a:pt x="1149350" y="1296670"/>
                    <a:pt x="1149350" y="1324610"/>
                  </a:cubicBezTo>
                  <a:cubicBezTo>
                    <a:pt x="1149350" y="1358900"/>
                    <a:pt x="1132840" y="1408430"/>
                    <a:pt x="1115060" y="1438910"/>
                  </a:cubicBezTo>
                  <a:cubicBezTo>
                    <a:pt x="1099820" y="1463040"/>
                    <a:pt x="1080770" y="1478280"/>
                    <a:pt x="1056640" y="1494790"/>
                  </a:cubicBezTo>
                  <a:cubicBezTo>
                    <a:pt x="1029970" y="1513840"/>
                    <a:pt x="989330" y="1539240"/>
                    <a:pt x="961390" y="1543050"/>
                  </a:cubicBezTo>
                  <a:cubicBezTo>
                    <a:pt x="941070" y="1545590"/>
                    <a:pt x="922020" y="1539240"/>
                    <a:pt x="906780" y="1529080"/>
                  </a:cubicBezTo>
                  <a:cubicBezTo>
                    <a:pt x="891540" y="1518920"/>
                    <a:pt x="876300" y="1503680"/>
                    <a:pt x="869950" y="1484630"/>
                  </a:cubicBezTo>
                  <a:cubicBezTo>
                    <a:pt x="864870" y="1461770"/>
                    <a:pt x="867410" y="1421130"/>
                    <a:pt x="881380" y="1402080"/>
                  </a:cubicBezTo>
                  <a:cubicBezTo>
                    <a:pt x="896620" y="1381760"/>
                    <a:pt x="932180" y="1363980"/>
                    <a:pt x="956310" y="1363980"/>
                  </a:cubicBezTo>
                  <a:cubicBezTo>
                    <a:pt x="981710" y="1365250"/>
                    <a:pt x="1016000" y="1384300"/>
                    <a:pt x="1029970" y="1405890"/>
                  </a:cubicBezTo>
                  <a:cubicBezTo>
                    <a:pt x="1042670" y="1426210"/>
                    <a:pt x="1043940" y="1466850"/>
                    <a:pt x="1036320" y="1488440"/>
                  </a:cubicBezTo>
                  <a:cubicBezTo>
                    <a:pt x="1029970" y="1507490"/>
                    <a:pt x="1014730" y="1522730"/>
                    <a:pt x="998220" y="1531620"/>
                  </a:cubicBezTo>
                  <a:cubicBezTo>
                    <a:pt x="982980" y="1540510"/>
                    <a:pt x="960120" y="1544320"/>
                    <a:pt x="942340" y="1541780"/>
                  </a:cubicBezTo>
                  <a:cubicBezTo>
                    <a:pt x="924560" y="1539240"/>
                    <a:pt x="904240" y="1531620"/>
                    <a:pt x="891540" y="1516380"/>
                  </a:cubicBezTo>
                  <a:cubicBezTo>
                    <a:pt x="876300" y="1499870"/>
                    <a:pt x="863600" y="1460500"/>
                    <a:pt x="866140" y="1437640"/>
                  </a:cubicBezTo>
                  <a:cubicBezTo>
                    <a:pt x="868680" y="1418590"/>
                    <a:pt x="881380" y="1399540"/>
                    <a:pt x="894080" y="1386840"/>
                  </a:cubicBezTo>
                  <a:cubicBezTo>
                    <a:pt x="908050" y="1375410"/>
                    <a:pt x="939800" y="1376680"/>
                    <a:pt x="947420" y="1365250"/>
                  </a:cubicBezTo>
                  <a:cubicBezTo>
                    <a:pt x="952500" y="1356360"/>
                    <a:pt x="955040" y="1343660"/>
                    <a:pt x="948690" y="1332230"/>
                  </a:cubicBezTo>
                  <a:cubicBezTo>
                    <a:pt x="932180" y="1304290"/>
                    <a:pt x="830580" y="1253490"/>
                    <a:pt x="777240" y="1235710"/>
                  </a:cubicBezTo>
                  <a:cubicBezTo>
                    <a:pt x="736600" y="1220470"/>
                    <a:pt x="688340" y="1228090"/>
                    <a:pt x="661670" y="1216660"/>
                  </a:cubicBezTo>
                  <a:cubicBezTo>
                    <a:pt x="646430" y="1210310"/>
                    <a:pt x="636270" y="1202690"/>
                    <a:pt x="627380" y="1191260"/>
                  </a:cubicBezTo>
                  <a:cubicBezTo>
                    <a:pt x="618490" y="1181100"/>
                    <a:pt x="610870" y="1168400"/>
                    <a:pt x="609600" y="1153160"/>
                  </a:cubicBezTo>
                  <a:cubicBezTo>
                    <a:pt x="605790" y="1135380"/>
                    <a:pt x="608330" y="1108710"/>
                    <a:pt x="618490" y="1090930"/>
                  </a:cubicBezTo>
                  <a:cubicBezTo>
                    <a:pt x="627380" y="1074420"/>
                    <a:pt x="648970" y="1057910"/>
                    <a:pt x="666750" y="1050290"/>
                  </a:cubicBezTo>
                  <a:cubicBezTo>
                    <a:pt x="679450" y="1045210"/>
                    <a:pt x="690880" y="1045210"/>
                    <a:pt x="708660" y="1046480"/>
                  </a:cubicBezTo>
                  <a:cubicBezTo>
                    <a:pt x="742950" y="1050290"/>
                    <a:pt x="815340" y="1073150"/>
                    <a:pt x="854710" y="1089660"/>
                  </a:cubicBezTo>
                  <a:cubicBezTo>
                    <a:pt x="882650" y="1101090"/>
                    <a:pt x="906780" y="1108710"/>
                    <a:pt x="923290" y="1127760"/>
                  </a:cubicBezTo>
                  <a:cubicBezTo>
                    <a:pt x="939800" y="1145540"/>
                    <a:pt x="951230" y="1176020"/>
                    <a:pt x="955040" y="1200150"/>
                  </a:cubicBezTo>
                  <a:cubicBezTo>
                    <a:pt x="958850" y="1225550"/>
                    <a:pt x="956310" y="1254760"/>
                    <a:pt x="946150" y="1276350"/>
                  </a:cubicBezTo>
                  <a:cubicBezTo>
                    <a:pt x="935990" y="1299210"/>
                    <a:pt x="913130" y="1316990"/>
                    <a:pt x="892810" y="1332230"/>
                  </a:cubicBezTo>
                  <a:cubicBezTo>
                    <a:pt x="872490" y="1347470"/>
                    <a:pt x="849630" y="1358900"/>
                    <a:pt x="825500" y="1369060"/>
                  </a:cubicBezTo>
                  <a:cubicBezTo>
                    <a:pt x="798830" y="1377950"/>
                    <a:pt x="772160" y="1386840"/>
                    <a:pt x="737870" y="1388110"/>
                  </a:cubicBezTo>
                  <a:cubicBezTo>
                    <a:pt x="693420" y="1390650"/>
                    <a:pt x="623570" y="1380490"/>
                    <a:pt x="579120" y="1369060"/>
                  </a:cubicBezTo>
                  <a:cubicBezTo>
                    <a:pt x="544830" y="1358900"/>
                    <a:pt x="520700" y="1346200"/>
                    <a:pt x="491490" y="1332230"/>
                  </a:cubicBezTo>
                  <a:cubicBezTo>
                    <a:pt x="461010" y="1316990"/>
                    <a:pt x="431800" y="1304290"/>
                    <a:pt x="400050" y="1282700"/>
                  </a:cubicBezTo>
                  <a:cubicBezTo>
                    <a:pt x="359410" y="1253490"/>
                    <a:pt x="309880" y="1212850"/>
                    <a:pt x="273050" y="1169670"/>
                  </a:cubicBezTo>
                  <a:cubicBezTo>
                    <a:pt x="233680" y="1123950"/>
                    <a:pt x="195580" y="1060450"/>
                    <a:pt x="175260" y="1017270"/>
                  </a:cubicBezTo>
                  <a:cubicBezTo>
                    <a:pt x="161290" y="989330"/>
                    <a:pt x="158750" y="977900"/>
                    <a:pt x="147320" y="943610"/>
                  </a:cubicBezTo>
                  <a:cubicBezTo>
                    <a:pt x="125730" y="868680"/>
                    <a:pt x="88900" y="699770"/>
                    <a:pt x="64770" y="582930"/>
                  </a:cubicBezTo>
                  <a:cubicBezTo>
                    <a:pt x="44450" y="474980"/>
                    <a:pt x="21590" y="356870"/>
                    <a:pt x="12700" y="264160"/>
                  </a:cubicBezTo>
                  <a:cubicBezTo>
                    <a:pt x="6350" y="194310"/>
                    <a:pt x="0" y="120650"/>
                    <a:pt x="6350" y="78740"/>
                  </a:cubicBezTo>
                  <a:cubicBezTo>
                    <a:pt x="11430" y="55880"/>
                    <a:pt x="15240" y="40640"/>
                    <a:pt x="26670" y="27940"/>
                  </a:cubicBezTo>
                  <a:cubicBezTo>
                    <a:pt x="39370" y="15240"/>
                    <a:pt x="60960" y="5080"/>
                    <a:pt x="76200" y="2540"/>
                  </a:cubicBezTo>
                  <a:cubicBezTo>
                    <a:pt x="90170" y="0"/>
                    <a:pt x="102870" y="3810"/>
                    <a:pt x="114300" y="7620"/>
                  </a:cubicBezTo>
                  <a:cubicBezTo>
                    <a:pt x="124460" y="12700"/>
                    <a:pt x="135890" y="19050"/>
                    <a:pt x="144780" y="29210"/>
                  </a:cubicBezTo>
                  <a:cubicBezTo>
                    <a:pt x="153670" y="41910"/>
                    <a:pt x="162560" y="81280"/>
                    <a:pt x="162560" y="8128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539990" y="5950268"/>
            <a:ext cx="809625" cy="834390"/>
            <a:chOff x="0" y="0"/>
            <a:chExt cx="1079500" cy="1112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5720" y="48260"/>
              <a:ext cx="990600" cy="1014730"/>
            </a:xfrm>
            <a:custGeom>
              <a:avLst/>
              <a:gdLst/>
              <a:ahLst/>
              <a:cxnLst/>
              <a:rect r="r" b="b" t="t" l="l"/>
              <a:pathLst>
                <a:path h="1014730" w="990600">
                  <a:moveTo>
                    <a:pt x="7620" y="906780"/>
                  </a:moveTo>
                  <a:cubicBezTo>
                    <a:pt x="238760" y="394970"/>
                    <a:pt x="261620" y="355600"/>
                    <a:pt x="302260" y="311150"/>
                  </a:cubicBezTo>
                  <a:cubicBezTo>
                    <a:pt x="344170" y="266700"/>
                    <a:pt x="396240" y="226060"/>
                    <a:pt x="450850" y="198120"/>
                  </a:cubicBezTo>
                  <a:cubicBezTo>
                    <a:pt x="502920" y="170180"/>
                    <a:pt x="574040" y="152400"/>
                    <a:pt x="619760" y="142240"/>
                  </a:cubicBezTo>
                  <a:cubicBezTo>
                    <a:pt x="650240" y="135890"/>
                    <a:pt x="694690" y="127000"/>
                    <a:pt x="697230" y="133350"/>
                  </a:cubicBezTo>
                  <a:cubicBezTo>
                    <a:pt x="701040" y="140970"/>
                    <a:pt x="629920" y="167640"/>
                    <a:pt x="624840" y="190500"/>
                  </a:cubicBezTo>
                  <a:cubicBezTo>
                    <a:pt x="621030" y="210820"/>
                    <a:pt x="671830" y="257810"/>
                    <a:pt x="665480" y="264160"/>
                  </a:cubicBezTo>
                  <a:cubicBezTo>
                    <a:pt x="660400" y="269240"/>
                    <a:pt x="617220" y="248920"/>
                    <a:pt x="594360" y="229870"/>
                  </a:cubicBezTo>
                  <a:cubicBezTo>
                    <a:pt x="565150" y="207010"/>
                    <a:pt x="525780" y="156210"/>
                    <a:pt x="515620" y="124460"/>
                  </a:cubicBezTo>
                  <a:cubicBezTo>
                    <a:pt x="508000" y="101600"/>
                    <a:pt x="508000" y="80010"/>
                    <a:pt x="514350" y="60960"/>
                  </a:cubicBezTo>
                  <a:cubicBezTo>
                    <a:pt x="520700" y="41910"/>
                    <a:pt x="538480" y="22860"/>
                    <a:pt x="554990" y="12700"/>
                  </a:cubicBezTo>
                  <a:cubicBezTo>
                    <a:pt x="572770" y="3810"/>
                    <a:pt x="598170" y="0"/>
                    <a:pt x="618490" y="5080"/>
                  </a:cubicBezTo>
                  <a:cubicBezTo>
                    <a:pt x="637540" y="8890"/>
                    <a:pt x="671830" y="36830"/>
                    <a:pt x="670560" y="39370"/>
                  </a:cubicBezTo>
                  <a:cubicBezTo>
                    <a:pt x="669290" y="41910"/>
                    <a:pt x="579120" y="7620"/>
                    <a:pt x="580390" y="3810"/>
                  </a:cubicBezTo>
                  <a:cubicBezTo>
                    <a:pt x="580390" y="0"/>
                    <a:pt x="642620" y="8890"/>
                    <a:pt x="679450" y="19050"/>
                  </a:cubicBezTo>
                  <a:cubicBezTo>
                    <a:pt x="728980" y="33020"/>
                    <a:pt x="803910" y="69850"/>
                    <a:pt x="847090" y="92710"/>
                  </a:cubicBezTo>
                  <a:cubicBezTo>
                    <a:pt x="877570" y="107950"/>
                    <a:pt x="896620" y="119380"/>
                    <a:pt x="918210" y="137160"/>
                  </a:cubicBezTo>
                  <a:cubicBezTo>
                    <a:pt x="941070" y="156210"/>
                    <a:pt x="967740" y="177800"/>
                    <a:pt x="977900" y="203200"/>
                  </a:cubicBezTo>
                  <a:cubicBezTo>
                    <a:pt x="988060" y="226060"/>
                    <a:pt x="990600" y="250190"/>
                    <a:pt x="981710" y="280670"/>
                  </a:cubicBezTo>
                  <a:cubicBezTo>
                    <a:pt x="965200" y="336550"/>
                    <a:pt x="869950" y="461010"/>
                    <a:pt x="828040" y="495300"/>
                  </a:cubicBezTo>
                  <a:cubicBezTo>
                    <a:pt x="807720" y="510540"/>
                    <a:pt x="792480" y="515620"/>
                    <a:pt x="773430" y="516890"/>
                  </a:cubicBezTo>
                  <a:cubicBezTo>
                    <a:pt x="755650" y="518160"/>
                    <a:pt x="732790" y="513080"/>
                    <a:pt x="717550" y="501650"/>
                  </a:cubicBezTo>
                  <a:cubicBezTo>
                    <a:pt x="699770" y="486410"/>
                    <a:pt x="678180" y="452120"/>
                    <a:pt x="678180" y="426720"/>
                  </a:cubicBezTo>
                  <a:cubicBezTo>
                    <a:pt x="678180" y="401320"/>
                    <a:pt x="695960" y="365760"/>
                    <a:pt x="717550" y="351790"/>
                  </a:cubicBezTo>
                  <a:cubicBezTo>
                    <a:pt x="737870" y="337820"/>
                    <a:pt x="778510" y="332740"/>
                    <a:pt x="801370" y="341630"/>
                  </a:cubicBezTo>
                  <a:cubicBezTo>
                    <a:pt x="824230" y="350520"/>
                    <a:pt x="849630" y="383540"/>
                    <a:pt x="857250" y="406400"/>
                  </a:cubicBezTo>
                  <a:cubicBezTo>
                    <a:pt x="862330" y="424180"/>
                    <a:pt x="858520" y="447040"/>
                    <a:pt x="850900" y="463550"/>
                  </a:cubicBezTo>
                  <a:cubicBezTo>
                    <a:pt x="843280" y="480060"/>
                    <a:pt x="828040" y="497840"/>
                    <a:pt x="811530" y="505460"/>
                  </a:cubicBezTo>
                  <a:cubicBezTo>
                    <a:pt x="795020" y="514350"/>
                    <a:pt x="772160" y="518160"/>
                    <a:pt x="754380" y="515620"/>
                  </a:cubicBezTo>
                  <a:cubicBezTo>
                    <a:pt x="736600" y="513080"/>
                    <a:pt x="715010" y="504190"/>
                    <a:pt x="703580" y="488950"/>
                  </a:cubicBezTo>
                  <a:cubicBezTo>
                    <a:pt x="688340" y="471170"/>
                    <a:pt x="676910" y="434340"/>
                    <a:pt x="679450" y="407670"/>
                  </a:cubicBezTo>
                  <a:cubicBezTo>
                    <a:pt x="681990" y="377190"/>
                    <a:pt x="706120" y="341630"/>
                    <a:pt x="723900" y="316230"/>
                  </a:cubicBezTo>
                  <a:cubicBezTo>
                    <a:pt x="739140" y="293370"/>
                    <a:pt x="781050" y="276860"/>
                    <a:pt x="778510" y="259080"/>
                  </a:cubicBezTo>
                  <a:cubicBezTo>
                    <a:pt x="773430" y="231140"/>
                    <a:pt x="670560" y="196850"/>
                    <a:pt x="623570" y="176530"/>
                  </a:cubicBezTo>
                  <a:cubicBezTo>
                    <a:pt x="588010" y="161290"/>
                    <a:pt x="543560" y="162560"/>
                    <a:pt x="525780" y="143510"/>
                  </a:cubicBezTo>
                  <a:cubicBezTo>
                    <a:pt x="511810" y="128270"/>
                    <a:pt x="509270" y="100330"/>
                    <a:pt x="509270" y="82550"/>
                  </a:cubicBezTo>
                  <a:cubicBezTo>
                    <a:pt x="510540" y="67310"/>
                    <a:pt x="516890" y="53340"/>
                    <a:pt x="524510" y="41910"/>
                  </a:cubicBezTo>
                  <a:cubicBezTo>
                    <a:pt x="532130" y="30480"/>
                    <a:pt x="543560" y="20320"/>
                    <a:pt x="554990" y="12700"/>
                  </a:cubicBezTo>
                  <a:cubicBezTo>
                    <a:pt x="567690" y="6350"/>
                    <a:pt x="582930" y="2540"/>
                    <a:pt x="596900" y="2540"/>
                  </a:cubicBezTo>
                  <a:cubicBezTo>
                    <a:pt x="610870" y="2540"/>
                    <a:pt x="623570" y="3810"/>
                    <a:pt x="637540" y="11430"/>
                  </a:cubicBezTo>
                  <a:cubicBezTo>
                    <a:pt x="661670" y="25400"/>
                    <a:pt x="689610" y="74930"/>
                    <a:pt x="715010" y="97790"/>
                  </a:cubicBezTo>
                  <a:cubicBezTo>
                    <a:pt x="736600" y="116840"/>
                    <a:pt x="768350" y="121920"/>
                    <a:pt x="781050" y="144780"/>
                  </a:cubicBezTo>
                  <a:cubicBezTo>
                    <a:pt x="795020" y="172720"/>
                    <a:pt x="800100" y="232410"/>
                    <a:pt x="783590" y="260350"/>
                  </a:cubicBezTo>
                  <a:cubicBezTo>
                    <a:pt x="767080" y="287020"/>
                    <a:pt x="716280" y="294640"/>
                    <a:pt x="676910" y="308610"/>
                  </a:cubicBezTo>
                  <a:cubicBezTo>
                    <a:pt x="632460" y="325120"/>
                    <a:pt x="567690" y="332740"/>
                    <a:pt x="528320" y="349250"/>
                  </a:cubicBezTo>
                  <a:cubicBezTo>
                    <a:pt x="499110" y="361950"/>
                    <a:pt x="478790" y="375920"/>
                    <a:pt x="458470" y="392430"/>
                  </a:cubicBezTo>
                  <a:cubicBezTo>
                    <a:pt x="436880" y="408940"/>
                    <a:pt x="419100" y="429260"/>
                    <a:pt x="402590" y="449580"/>
                  </a:cubicBezTo>
                  <a:cubicBezTo>
                    <a:pt x="386080" y="469900"/>
                    <a:pt x="377190" y="481330"/>
                    <a:pt x="358140" y="514350"/>
                  </a:cubicBezTo>
                  <a:cubicBezTo>
                    <a:pt x="308610" y="599440"/>
                    <a:pt x="177800" y="947420"/>
                    <a:pt x="128270" y="996950"/>
                  </a:cubicBezTo>
                  <a:cubicBezTo>
                    <a:pt x="114300" y="1009650"/>
                    <a:pt x="106680" y="1010920"/>
                    <a:pt x="93980" y="1013460"/>
                  </a:cubicBezTo>
                  <a:cubicBezTo>
                    <a:pt x="78740" y="1014730"/>
                    <a:pt x="54610" y="1013460"/>
                    <a:pt x="39370" y="1004570"/>
                  </a:cubicBezTo>
                  <a:cubicBezTo>
                    <a:pt x="25400" y="995680"/>
                    <a:pt x="10160" y="977900"/>
                    <a:pt x="5080" y="961390"/>
                  </a:cubicBezTo>
                  <a:cubicBezTo>
                    <a:pt x="0" y="944880"/>
                    <a:pt x="7620" y="906780"/>
                    <a:pt x="7620" y="90678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839575" y="6168390"/>
            <a:ext cx="784860" cy="750570"/>
            <a:chOff x="0" y="0"/>
            <a:chExt cx="1046480" cy="1000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3180" y="46990"/>
              <a:ext cx="952500" cy="906780"/>
            </a:xfrm>
            <a:custGeom>
              <a:avLst/>
              <a:gdLst/>
              <a:ahLst/>
              <a:cxnLst/>
              <a:rect r="r" b="b" t="t" l="l"/>
              <a:pathLst>
                <a:path h="906780" w="952500">
                  <a:moveTo>
                    <a:pt x="144780" y="274320"/>
                  </a:moveTo>
                  <a:cubicBezTo>
                    <a:pt x="284480" y="397510"/>
                    <a:pt x="361950" y="420370"/>
                    <a:pt x="410210" y="429260"/>
                  </a:cubicBezTo>
                  <a:cubicBezTo>
                    <a:pt x="444500" y="434340"/>
                    <a:pt x="463550" y="436880"/>
                    <a:pt x="499110" y="427990"/>
                  </a:cubicBezTo>
                  <a:cubicBezTo>
                    <a:pt x="561340" y="414020"/>
                    <a:pt x="727710" y="294640"/>
                    <a:pt x="741680" y="308610"/>
                  </a:cubicBezTo>
                  <a:cubicBezTo>
                    <a:pt x="749300" y="316230"/>
                    <a:pt x="723900" y="372110"/>
                    <a:pt x="701040" y="382270"/>
                  </a:cubicBezTo>
                  <a:cubicBezTo>
                    <a:pt x="674370" y="393700"/>
                    <a:pt x="624840" y="373380"/>
                    <a:pt x="577850" y="350520"/>
                  </a:cubicBezTo>
                  <a:cubicBezTo>
                    <a:pt x="501650" y="313690"/>
                    <a:pt x="341630" y="186690"/>
                    <a:pt x="306070" y="143510"/>
                  </a:cubicBezTo>
                  <a:cubicBezTo>
                    <a:pt x="293370" y="128270"/>
                    <a:pt x="289560" y="120650"/>
                    <a:pt x="287020" y="106680"/>
                  </a:cubicBezTo>
                  <a:cubicBezTo>
                    <a:pt x="284480" y="90170"/>
                    <a:pt x="288290" y="62230"/>
                    <a:pt x="295910" y="46990"/>
                  </a:cubicBezTo>
                  <a:cubicBezTo>
                    <a:pt x="302260" y="34290"/>
                    <a:pt x="311150" y="24130"/>
                    <a:pt x="323850" y="16510"/>
                  </a:cubicBezTo>
                  <a:cubicBezTo>
                    <a:pt x="339090" y="8890"/>
                    <a:pt x="356870" y="0"/>
                    <a:pt x="382270" y="3810"/>
                  </a:cubicBezTo>
                  <a:cubicBezTo>
                    <a:pt x="440690" y="12700"/>
                    <a:pt x="558800" y="93980"/>
                    <a:pt x="645160" y="153670"/>
                  </a:cubicBezTo>
                  <a:cubicBezTo>
                    <a:pt x="736600" y="217170"/>
                    <a:pt x="866140" y="318770"/>
                    <a:pt x="913130" y="377190"/>
                  </a:cubicBezTo>
                  <a:cubicBezTo>
                    <a:pt x="935990" y="405130"/>
                    <a:pt x="952500" y="420370"/>
                    <a:pt x="952500" y="450850"/>
                  </a:cubicBezTo>
                  <a:cubicBezTo>
                    <a:pt x="951230" y="495300"/>
                    <a:pt x="878840" y="560070"/>
                    <a:pt x="854710" y="617220"/>
                  </a:cubicBezTo>
                  <a:cubicBezTo>
                    <a:pt x="831850" y="670560"/>
                    <a:pt x="824230" y="737870"/>
                    <a:pt x="806450" y="782320"/>
                  </a:cubicBezTo>
                  <a:cubicBezTo>
                    <a:pt x="795020" y="814070"/>
                    <a:pt x="784860" y="840740"/>
                    <a:pt x="768350" y="861060"/>
                  </a:cubicBezTo>
                  <a:cubicBezTo>
                    <a:pt x="753110" y="878840"/>
                    <a:pt x="735330" y="894080"/>
                    <a:pt x="716280" y="900430"/>
                  </a:cubicBezTo>
                  <a:cubicBezTo>
                    <a:pt x="697230" y="905510"/>
                    <a:pt x="670560" y="902970"/>
                    <a:pt x="652780" y="895350"/>
                  </a:cubicBezTo>
                  <a:cubicBezTo>
                    <a:pt x="635000" y="886460"/>
                    <a:pt x="615950" y="867410"/>
                    <a:pt x="608330" y="848360"/>
                  </a:cubicBezTo>
                  <a:cubicBezTo>
                    <a:pt x="600710" y="828040"/>
                    <a:pt x="599440" y="796290"/>
                    <a:pt x="609600" y="775970"/>
                  </a:cubicBezTo>
                  <a:cubicBezTo>
                    <a:pt x="619760" y="754380"/>
                    <a:pt x="654050" y="730250"/>
                    <a:pt x="676910" y="723900"/>
                  </a:cubicBezTo>
                  <a:cubicBezTo>
                    <a:pt x="694690" y="718820"/>
                    <a:pt x="717550" y="725170"/>
                    <a:pt x="734060" y="732790"/>
                  </a:cubicBezTo>
                  <a:cubicBezTo>
                    <a:pt x="749300" y="741680"/>
                    <a:pt x="767080" y="756920"/>
                    <a:pt x="773430" y="774700"/>
                  </a:cubicBezTo>
                  <a:cubicBezTo>
                    <a:pt x="781050" y="796290"/>
                    <a:pt x="779780" y="838200"/>
                    <a:pt x="769620" y="859790"/>
                  </a:cubicBezTo>
                  <a:cubicBezTo>
                    <a:pt x="760730" y="876300"/>
                    <a:pt x="742950" y="890270"/>
                    <a:pt x="725170" y="896620"/>
                  </a:cubicBezTo>
                  <a:cubicBezTo>
                    <a:pt x="708660" y="904240"/>
                    <a:pt x="685800" y="906780"/>
                    <a:pt x="668020" y="900430"/>
                  </a:cubicBezTo>
                  <a:cubicBezTo>
                    <a:pt x="645160" y="892810"/>
                    <a:pt x="613410" y="866140"/>
                    <a:pt x="605790" y="842010"/>
                  </a:cubicBezTo>
                  <a:cubicBezTo>
                    <a:pt x="598170" y="819150"/>
                    <a:pt x="604520" y="778510"/>
                    <a:pt x="619760" y="759460"/>
                  </a:cubicBezTo>
                  <a:cubicBezTo>
                    <a:pt x="633730" y="739140"/>
                    <a:pt x="670560" y="721360"/>
                    <a:pt x="695960" y="722630"/>
                  </a:cubicBezTo>
                  <a:cubicBezTo>
                    <a:pt x="721360" y="723900"/>
                    <a:pt x="756920" y="744220"/>
                    <a:pt x="768350" y="765810"/>
                  </a:cubicBezTo>
                  <a:cubicBezTo>
                    <a:pt x="782320" y="789940"/>
                    <a:pt x="777240" y="839470"/>
                    <a:pt x="768350" y="861060"/>
                  </a:cubicBezTo>
                  <a:cubicBezTo>
                    <a:pt x="762000" y="876300"/>
                    <a:pt x="750570" y="885190"/>
                    <a:pt x="736600" y="891540"/>
                  </a:cubicBezTo>
                  <a:cubicBezTo>
                    <a:pt x="720090" y="899160"/>
                    <a:pt x="693420" y="905510"/>
                    <a:pt x="673100" y="901700"/>
                  </a:cubicBezTo>
                  <a:cubicBezTo>
                    <a:pt x="654050" y="897890"/>
                    <a:pt x="631190" y="881380"/>
                    <a:pt x="619760" y="867410"/>
                  </a:cubicBezTo>
                  <a:cubicBezTo>
                    <a:pt x="609600" y="855980"/>
                    <a:pt x="604520" y="842010"/>
                    <a:pt x="601980" y="828040"/>
                  </a:cubicBezTo>
                  <a:cubicBezTo>
                    <a:pt x="599440" y="814070"/>
                    <a:pt x="600710" y="805180"/>
                    <a:pt x="605790" y="784860"/>
                  </a:cubicBezTo>
                  <a:cubicBezTo>
                    <a:pt x="618490" y="727710"/>
                    <a:pt x="674370" y="523240"/>
                    <a:pt x="721360" y="468630"/>
                  </a:cubicBezTo>
                  <a:cubicBezTo>
                    <a:pt x="744220" y="440690"/>
                    <a:pt x="784860" y="416560"/>
                    <a:pt x="797560" y="424180"/>
                  </a:cubicBezTo>
                  <a:cubicBezTo>
                    <a:pt x="810260" y="431800"/>
                    <a:pt x="808990" y="508000"/>
                    <a:pt x="795020" y="514350"/>
                  </a:cubicBezTo>
                  <a:cubicBezTo>
                    <a:pt x="772160" y="523240"/>
                    <a:pt x="687070" y="405130"/>
                    <a:pt x="618490" y="350520"/>
                  </a:cubicBezTo>
                  <a:cubicBezTo>
                    <a:pt x="533400" y="285750"/>
                    <a:pt x="365760" y="196850"/>
                    <a:pt x="321310" y="157480"/>
                  </a:cubicBezTo>
                  <a:cubicBezTo>
                    <a:pt x="306070" y="143510"/>
                    <a:pt x="299720" y="139700"/>
                    <a:pt x="294640" y="125730"/>
                  </a:cubicBezTo>
                  <a:cubicBezTo>
                    <a:pt x="288290" y="110490"/>
                    <a:pt x="284480" y="82550"/>
                    <a:pt x="288290" y="66040"/>
                  </a:cubicBezTo>
                  <a:cubicBezTo>
                    <a:pt x="290830" y="52070"/>
                    <a:pt x="299720" y="39370"/>
                    <a:pt x="308610" y="30480"/>
                  </a:cubicBezTo>
                  <a:cubicBezTo>
                    <a:pt x="317500" y="20320"/>
                    <a:pt x="328930" y="11430"/>
                    <a:pt x="341630" y="7620"/>
                  </a:cubicBezTo>
                  <a:cubicBezTo>
                    <a:pt x="359410" y="2540"/>
                    <a:pt x="377190" y="0"/>
                    <a:pt x="402590" y="8890"/>
                  </a:cubicBezTo>
                  <a:cubicBezTo>
                    <a:pt x="463550" y="29210"/>
                    <a:pt x="594360" y="154940"/>
                    <a:pt x="675640" y="205740"/>
                  </a:cubicBezTo>
                  <a:cubicBezTo>
                    <a:pt x="734060" y="242570"/>
                    <a:pt x="803910" y="254000"/>
                    <a:pt x="834390" y="293370"/>
                  </a:cubicBezTo>
                  <a:cubicBezTo>
                    <a:pt x="858520" y="323850"/>
                    <a:pt x="872490" y="370840"/>
                    <a:pt x="863600" y="401320"/>
                  </a:cubicBezTo>
                  <a:cubicBezTo>
                    <a:pt x="854710" y="430530"/>
                    <a:pt x="822960" y="448310"/>
                    <a:pt x="788670" y="472440"/>
                  </a:cubicBezTo>
                  <a:cubicBezTo>
                    <a:pt x="734060" y="511810"/>
                    <a:pt x="618490" y="577850"/>
                    <a:pt x="556260" y="594360"/>
                  </a:cubicBezTo>
                  <a:cubicBezTo>
                    <a:pt x="519430" y="604520"/>
                    <a:pt x="494030" y="596900"/>
                    <a:pt x="462280" y="596900"/>
                  </a:cubicBezTo>
                  <a:cubicBezTo>
                    <a:pt x="431800" y="596900"/>
                    <a:pt x="403860" y="598170"/>
                    <a:pt x="372110" y="593090"/>
                  </a:cubicBezTo>
                  <a:cubicBezTo>
                    <a:pt x="336550" y="586740"/>
                    <a:pt x="299720" y="576580"/>
                    <a:pt x="259080" y="560070"/>
                  </a:cubicBezTo>
                  <a:cubicBezTo>
                    <a:pt x="208280" y="537210"/>
                    <a:pt x="138430" y="502920"/>
                    <a:pt x="95250" y="464820"/>
                  </a:cubicBezTo>
                  <a:cubicBezTo>
                    <a:pt x="57150" y="430530"/>
                    <a:pt x="19050" y="379730"/>
                    <a:pt x="7620" y="346710"/>
                  </a:cubicBezTo>
                  <a:cubicBezTo>
                    <a:pt x="1270" y="325120"/>
                    <a:pt x="0" y="307340"/>
                    <a:pt x="7620" y="290830"/>
                  </a:cubicBezTo>
                  <a:cubicBezTo>
                    <a:pt x="16510" y="271780"/>
                    <a:pt x="44450" y="248920"/>
                    <a:pt x="62230" y="242570"/>
                  </a:cubicBezTo>
                  <a:cubicBezTo>
                    <a:pt x="74930" y="237490"/>
                    <a:pt x="87630" y="238760"/>
                    <a:pt x="100330" y="242570"/>
                  </a:cubicBezTo>
                  <a:cubicBezTo>
                    <a:pt x="115570" y="247650"/>
                    <a:pt x="144780" y="274320"/>
                    <a:pt x="144780" y="2743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144" y="207418"/>
            <a:ext cx="821282" cy="821282"/>
            <a:chOff x="0" y="0"/>
            <a:chExt cx="1095043" cy="10950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3605" y="1058091"/>
            <a:ext cx="12640790" cy="7947897"/>
          </a:xfrm>
          <a:custGeom>
            <a:avLst/>
            <a:gdLst/>
            <a:ahLst/>
            <a:cxnLst/>
            <a:rect r="r" b="b" t="t" l="l"/>
            <a:pathLst>
              <a:path h="7947897" w="12640790">
                <a:moveTo>
                  <a:pt x="0" y="0"/>
                </a:moveTo>
                <a:lnTo>
                  <a:pt x="12640790" y="0"/>
                </a:lnTo>
                <a:lnTo>
                  <a:pt x="12640790" y="7947897"/>
                </a:lnTo>
                <a:lnTo>
                  <a:pt x="0" y="7947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54980" y="9191625"/>
            <a:ext cx="3739123" cy="72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When event is finished, click finished event.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144" y="193442"/>
            <a:ext cx="17511856" cy="86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50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Complex Task: </a:t>
            </a:r>
            <a:r>
              <a:rPr lang="en-US" sz="5082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collaborate on an event multiple times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8082" y="9191625"/>
            <a:ext cx="3739123" cy="72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Fill in details post-event collaboration.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55653" y="9191625"/>
            <a:ext cx="3739123" cy="36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Save post-event details.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406265" y="4183380"/>
            <a:ext cx="2146935" cy="962977"/>
            <a:chOff x="0" y="0"/>
            <a:chExt cx="2862580" cy="12839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990" y="41910"/>
              <a:ext cx="2766060" cy="1203960"/>
            </a:xfrm>
            <a:custGeom>
              <a:avLst/>
              <a:gdLst/>
              <a:ahLst/>
              <a:cxnLst/>
              <a:rect r="r" b="b" t="t" l="l"/>
              <a:pathLst>
                <a:path h="1203960" w="2766060">
                  <a:moveTo>
                    <a:pt x="944880" y="360680"/>
                  </a:moveTo>
                  <a:cubicBezTo>
                    <a:pt x="421640" y="420370"/>
                    <a:pt x="149860" y="655320"/>
                    <a:pt x="162560" y="751840"/>
                  </a:cubicBezTo>
                  <a:cubicBezTo>
                    <a:pt x="172720" y="826770"/>
                    <a:pt x="374650" y="877570"/>
                    <a:pt x="462280" y="915670"/>
                  </a:cubicBezTo>
                  <a:cubicBezTo>
                    <a:pt x="525780" y="944880"/>
                    <a:pt x="568960" y="960120"/>
                    <a:pt x="633730" y="975360"/>
                  </a:cubicBezTo>
                  <a:cubicBezTo>
                    <a:pt x="713740" y="995680"/>
                    <a:pt x="787400" y="1008380"/>
                    <a:pt x="904240" y="1017270"/>
                  </a:cubicBezTo>
                  <a:cubicBezTo>
                    <a:pt x="1117600" y="1033780"/>
                    <a:pt x="1601470" y="1033780"/>
                    <a:pt x="1816100" y="1016000"/>
                  </a:cubicBezTo>
                  <a:cubicBezTo>
                    <a:pt x="1935480" y="1005840"/>
                    <a:pt x="2007870" y="989330"/>
                    <a:pt x="2090420" y="969010"/>
                  </a:cubicBezTo>
                  <a:cubicBezTo>
                    <a:pt x="2160270" y="951230"/>
                    <a:pt x="2216150" y="932180"/>
                    <a:pt x="2282190" y="904240"/>
                  </a:cubicBezTo>
                  <a:cubicBezTo>
                    <a:pt x="2355850" y="872490"/>
                    <a:pt x="2458720" y="824230"/>
                    <a:pt x="2509520" y="787400"/>
                  </a:cubicBezTo>
                  <a:cubicBezTo>
                    <a:pt x="2540000" y="764540"/>
                    <a:pt x="2561590" y="749300"/>
                    <a:pt x="2575560" y="722630"/>
                  </a:cubicBezTo>
                  <a:cubicBezTo>
                    <a:pt x="2588260" y="695960"/>
                    <a:pt x="2588260" y="668020"/>
                    <a:pt x="2589530" y="629920"/>
                  </a:cubicBezTo>
                  <a:cubicBezTo>
                    <a:pt x="2593340" y="566420"/>
                    <a:pt x="2607310" y="429260"/>
                    <a:pt x="2580640" y="379730"/>
                  </a:cubicBezTo>
                  <a:cubicBezTo>
                    <a:pt x="2562860" y="350520"/>
                    <a:pt x="2534920" y="344170"/>
                    <a:pt x="2501900" y="327660"/>
                  </a:cubicBezTo>
                  <a:cubicBezTo>
                    <a:pt x="2457450" y="303530"/>
                    <a:pt x="2400300" y="284480"/>
                    <a:pt x="2327910" y="264160"/>
                  </a:cubicBezTo>
                  <a:cubicBezTo>
                    <a:pt x="2211070" y="232410"/>
                    <a:pt x="2029460" y="195580"/>
                    <a:pt x="1864360" y="179070"/>
                  </a:cubicBezTo>
                  <a:cubicBezTo>
                    <a:pt x="1677670" y="160020"/>
                    <a:pt x="1456690" y="161290"/>
                    <a:pt x="1263650" y="168910"/>
                  </a:cubicBezTo>
                  <a:cubicBezTo>
                    <a:pt x="1084580" y="177800"/>
                    <a:pt x="810260" y="248920"/>
                    <a:pt x="745490" y="222250"/>
                  </a:cubicBezTo>
                  <a:cubicBezTo>
                    <a:pt x="725170" y="214630"/>
                    <a:pt x="723900" y="186690"/>
                    <a:pt x="715010" y="187960"/>
                  </a:cubicBezTo>
                  <a:cubicBezTo>
                    <a:pt x="706120" y="189230"/>
                    <a:pt x="706120" y="224790"/>
                    <a:pt x="692150" y="236220"/>
                  </a:cubicBezTo>
                  <a:cubicBezTo>
                    <a:pt x="675640" y="250190"/>
                    <a:pt x="641350" y="264160"/>
                    <a:pt x="618490" y="260350"/>
                  </a:cubicBezTo>
                  <a:cubicBezTo>
                    <a:pt x="595630" y="256540"/>
                    <a:pt x="567690" y="232410"/>
                    <a:pt x="556260" y="213360"/>
                  </a:cubicBezTo>
                  <a:cubicBezTo>
                    <a:pt x="548640" y="198120"/>
                    <a:pt x="547370" y="176530"/>
                    <a:pt x="551180" y="161290"/>
                  </a:cubicBezTo>
                  <a:cubicBezTo>
                    <a:pt x="554990" y="144780"/>
                    <a:pt x="563880" y="125730"/>
                    <a:pt x="579120" y="115570"/>
                  </a:cubicBezTo>
                  <a:cubicBezTo>
                    <a:pt x="596900" y="102870"/>
                    <a:pt x="633730" y="95250"/>
                    <a:pt x="655320" y="99060"/>
                  </a:cubicBezTo>
                  <a:cubicBezTo>
                    <a:pt x="671830" y="102870"/>
                    <a:pt x="688340" y="115570"/>
                    <a:pt x="698500" y="129540"/>
                  </a:cubicBezTo>
                  <a:cubicBezTo>
                    <a:pt x="708660" y="142240"/>
                    <a:pt x="715010" y="162560"/>
                    <a:pt x="715010" y="179070"/>
                  </a:cubicBezTo>
                  <a:cubicBezTo>
                    <a:pt x="715010" y="196850"/>
                    <a:pt x="708660" y="215900"/>
                    <a:pt x="698500" y="229870"/>
                  </a:cubicBezTo>
                  <a:cubicBezTo>
                    <a:pt x="688340" y="242570"/>
                    <a:pt x="670560" y="255270"/>
                    <a:pt x="654050" y="259080"/>
                  </a:cubicBezTo>
                  <a:cubicBezTo>
                    <a:pt x="637540" y="264160"/>
                    <a:pt x="617220" y="262890"/>
                    <a:pt x="600710" y="256540"/>
                  </a:cubicBezTo>
                  <a:cubicBezTo>
                    <a:pt x="585470" y="250190"/>
                    <a:pt x="568960" y="236220"/>
                    <a:pt x="561340" y="220980"/>
                  </a:cubicBezTo>
                  <a:cubicBezTo>
                    <a:pt x="552450" y="207010"/>
                    <a:pt x="544830" y="187960"/>
                    <a:pt x="549910" y="170180"/>
                  </a:cubicBezTo>
                  <a:cubicBezTo>
                    <a:pt x="557530" y="139700"/>
                    <a:pt x="590550" y="95250"/>
                    <a:pt x="642620" y="69850"/>
                  </a:cubicBezTo>
                  <a:cubicBezTo>
                    <a:pt x="754380" y="15240"/>
                    <a:pt x="1056640" y="17780"/>
                    <a:pt x="1263650" y="8890"/>
                  </a:cubicBezTo>
                  <a:cubicBezTo>
                    <a:pt x="1470660" y="0"/>
                    <a:pt x="1711960" y="1270"/>
                    <a:pt x="1883410" y="13970"/>
                  </a:cubicBezTo>
                  <a:cubicBezTo>
                    <a:pt x="2006600" y="24130"/>
                    <a:pt x="2098040" y="40640"/>
                    <a:pt x="2198370" y="59690"/>
                  </a:cubicBezTo>
                  <a:cubicBezTo>
                    <a:pt x="2289810" y="77470"/>
                    <a:pt x="2378710" y="92710"/>
                    <a:pt x="2457450" y="121920"/>
                  </a:cubicBezTo>
                  <a:cubicBezTo>
                    <a:pt x="2528570" y="147320"/>
                    <a:pt x="2607310" y="186690"/>
                    <a:pt x="2651760" y="218440"/>
                  </a:cubicBezTo>
                  <a:cubicBezTo>
                    <a:pt x="2679700" y="237490"/>
                    <a:pt x="2696210" y="252730"/>
                    <a:pt x="2712720" y="275590"/>
                  </a:cubicBezTo>
                  <a:cubicBezTo>
                    <a:pt x="2731770" y="302260"/>
                    <a:pt x="2748280" y="337820"/>
                    <a:pt x="2757170" y="369570"/>
                  </a:cubicBezTo>
                  <a:cubicBezTo>
                    <a:pt x="2764790" y="400050"/>
                    <a:pt x="2762250" y="424180"/>
                    <a:pt x="2763520" y="463550"/>
                  </a:cubicBezTo>
                  <a:cubicBezTo>
                    <a:pt x="2763520" y="527050"/>
                    <a:pt x="2766060" y="656590"/>
                    <a:pt x="2753360" y="721360"/>
                  </a:cubicBezTo>
                  <a:cubicBezTo>
                    <a:pt x="2744470" y="760730"/>
                    <a:pt x="2733040" y="787400"/>
                    <a:pt x="2717800" y="815340"/>
                  </a:cubicBezTo>
                  <a:cubicBezTo>
                    <a:pt x="2703830" y="839470"/>
                    <a:pt x="2687320" y="858520"/>
                    <a:pt x="2668270" y="877570"/>
                  </a:cubicBezTo>
                  <a:cubicBezTo>
                    <a:pt x="2649220" y="896620"/>
                    <a:pt x="2628900" y="909320"/>
                    <a:pt x="2600960" y="927100"/>
                  </a:cubicBezTo>
                  <a:cubicBezTo>
                    <a:pt x="2553970" y="956310"/>
                    <a:pt x="2482850" y="996950"/>
                    <a:pt x="2413000" y="1027430"/>
                  </a:cubicBezTo>
                  <a:cubicBezTo>
                    <a:pt x="2329180" y="1064260"/>
                    <a:pt x="2228850" y="1098550"/>
                    <a:pt x="2127250" y="1125220"/>
                  </a:cubicBezTo>
                  <a:cubicBezTo>
                    <a:pt x="2014220" y="1153160"/>
                    <a:pt x="1908810" y="1173480"/>
                    <a:pt x="1765300" y="1184910"/>
                  </a:cubicBezTo>
                  <a:cubicBezTo>
                    <a:pt x="1553210" y="1203960"/>
                    <a:pt x="1137920" y="1193800"/>
                    <a:pt x="974090" y="1191260"/>
                  </a:cubicBezTo>
                  <a:cubicBezTo>
                    <a:pt x="901700" y="1189990"/>
                    <a:pt x="869950" y="1189990"/>
                    <a:pt x="815340" y="1184910"/>
                  </a:cubicBezTo>
                  <a:cubicBezTo>
                    <a:pt x="756920" y="1178560"/>
                    <a:pt x="699770" y="1168400"/>
                    <a:pt x="635000" y="1151890"/>
                  </a:cubicBezTo>
                  <a:cubicBezTo>
                    <a:pt x="560070" y="1131570"/>
                    <a:pt x="476250" y="1107440"/>
                    <a:pt x="392430" y="1069340"/>
                  </a:cubicBezTo>
                  <a:cubicBezTo>
                    <a:pt x="290830" y="1022350"/>
                    <a:pt x="135890" y="930910"/>
                    <a:pt x="74930" y="883920"/>
                  </a:cubicBezTo>
                  <a:cubicBezTo>
                    <a:pt x="46990" y="863600"/>
                    <a:pt x="30480" y="852170"/>
                    <a:pt x="19050" y="829310"/>
                  </a:cubicBezTo>
                  <a:cubicBezTo>
                    <a:pt x="7620" y="807720"/>
                    <a:pt x="0" y="777240"/>
                    <a:pt x="3810" y="750570"/>
                  </a:cubicBezTo>
                  <a:cubicBezTo>
                    <a:pt x="6350" y="722630"/>
                    <a:pt x="21590" y="693420"/>
                    <a:pt x="39370" y="665480"/>
                  </a:cubicBezTo>
                  <a:cubicBezTo>
                    <a:pt x="59690" y="631190"/>
                    <a:pt x="87630" y="607060"/>
                    <a:pt x="128270" y="565150"/>
                  </a:cubicBezTo>
                  <a:cubicBezTo>
                    <a:pt x="204470" y="486410"/>
                    <a:pt x="388620" y="292100"/>
                    <a:pt x="471170" y="240030"/>
                  </a:cubicBezTo>
                  <a:cubicBezTo>
                    <a:pt x="509270" y="215900"/>
                    <a:pt x="523240" y="212090"/>
                    <a:pt x="566420" y="204470"/>
                  </a:cubicBezTo>
                  <a:cubicBezTo>
                    <a:pt x="651510" y="189230"/>
                    <a:pt x="897890" y="186690"/>
                    <a:pt x="962660" y="208280"/>
                  </a:cubicBezTo>
                  <a:cubicBezTo>
                    <a:pt x="986790" y="215900"/>
                    <a:pt x="998220" y="224790"/>
                    <a:pt x="1008380" y="238760"/>
                  </a:cubicBezTo>
                  <a:cubicBezTo>
                    <a:pt x="1017270" y="252730"/>
                    <a:pt x="1023620" y="275590"/>
                    <a:pt x="1021080" y="292100"/>
                  </a:cubicBezTo>
                  <a:cubicBezTo>
                    <a:pt x="1018540" y="308610"/>
                    <a:pt x="1008380" y="328930"/>
                    <a:pt x="995680" y="340360"/>
                  </a:cubicBezTo>
                  <a:cubicBezTo>
                    <a:pt x="982980" y="351790"/>
                    <a:pt x="944880" y="360680"/>
                    <a:pt x="944880" y="36068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309282" y="6629400"/>
            <a:ext cx="1784033" cy="771525"/>
            <a:chOff x="0" y="0"/>
            <a:chExt cx="2378710" cy="1028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5720" y="40640"/>
              <a:ext cx="2286000" cy="943610"/>
            </a:xfrm>
            <a:custGeom>
              <a:avLst/>
              <a:gdLst/>
              <a:ahLst/>
              <a:cxnLst/>
              <a:rect r="r" b="b" t="t" l="l"/>
              <a:pathLst>
                <a:path h="943610" w="2286000">
                  <a:moveTo>
                    <a:pt x="516890" y="232410"/>
                  </a:moveTo>
                  <a:cubicBezTo>
                    <a:pt x="267970" y="238760"/>
                    <a:pt x="234950" y="234950"/>
                    <a:pt x="220980" y="252730"/>
                  </a:cubicBezTo>
                  <a:cubicBezTo>
                    <a:pt x="207010" y="269240"/>
                    <a:pt x="226060" y="309880"/>
                    <a:pt x="220980" y="337820"/>
                  </a:cubicBezTo>
                  <a:cubicBezTo>
                    <a:pt x="214630" y="365760"/>
                    <a:pt x="189230" y="392430"/>
                    <a:pt x="187960" y="420370"/>
                  </a:cubicBezTo>
                  <a:cubicBezTo>
                    <a:pt x="186690" y="447040"/>
                    <a:pt x="190500" y="476250"/>
                    <a:pt x="213360" y="505460"/>
                  </a:cubicBezTo>
                  <a:cubicBezTo>
                    <a:pt x="259080" y="562610"/>
                    <a:pt x="426720" y="646430"/>
                    <a:pt x="519430" y="688340"/>
                  </a:cubicBezTo>
                  <a:cubicBezTo>
                    <a:pt x="589280" y="718820"/>
                    <a:pt x="659130" y="737870"/>
                    <a:pt x="712470" y="749300"/>
                  </a:cubicBezTo>
                  <a:cubicBezTo>
                    <a:pt x="748030" y="756920"/>
                    <a:pt x="758190" y="756920"/>
                    <a:pt x="805180" y="760730"/>
                  </a:cubicBezTo>
                  <a:cubicBezTo>
                    <a:pt x="947420" y="770890"/>
                    <a:pt x="1454150" y="791210"/>
                    <a:pt x="1663700" y="775970"/>
                  </a:cubicBezTo>
                  <a:cubicBezTo>
                    <a:pt x="1786890" y="767080"/>
                    <a:pt x="1878330" y="758190"/>
                    <a:pt x="1954530" y="730250"/>
                  </a:cubicBezTo>
                  <a:cubicBezTo>
                    <a:pt x="2009140" y="709930"/>
                    <a:pt x="2070100" y="683260"/>
                    <a:pt x="2086610" y="648970"/>
                  </a:cubicBezTo>
                  <a:cubicBezTo>
                    <a:pt x="2099310" y="621030"/>
                    <a:pt x="2082800" y="581660"/>
                    <a:pt x="2072640" y="552450"/>
                  </a:cubicBezTo>
                  <a:cubicBezTo>
                    <a:pt x="2063750" y="524510"/>
                    <a:pt x="2045970" y="501650"/>
                    <a:pt x="2029460" y="476250"/>
                  </a:cubicBezTo>
                  <a:cubicBezTo>
                    <a:pt x="2012950" y="452120"/>
                    <a:pt x="1995170" y="427990"/>
                    <a:pt x="1973580" y="406400"/>
                  </a:cubicBezTo>
                  <a:cubicBezTo>
                    <a:pt x="1953260" y="387350"/>
                    <a:pt x="1940560" y="373380"/>
                    <a:pt x="1906270" y="354330"/>
                  </a:cubicBezTo>
                  <a:cubicBezTo>
                    <a:pt x="1833880" y="316230"/>
                    <a:pt x="1635760" y="254000"/>
                    <a:pt x="1531620" y="226060"/>
                  </a:cubicBezTo>
                  <a:cubicBezTo>
                    <a:pt x="1459230" y="207010"/>
                    <a:pt x="1432560" y="198120"/>
                    <a:pt x="1344930" y="189230"/>
                  </a:cubicBezTo>
                  <a:cubicBezTo>
                    <a:pt x="1141730" y="168910"/>
                    <a:pt x="530860" y="203200"/>
                    <a:pt x="328930" y="182880"/>
                  </a:cubicBezTo>
                  <a:cubicBezTo>
                    <a:pt x="242570" y="173990"/>
                    <a:pt x="173990" y="171450"/>
                    <a:pt x="146050" y="146050"/>
                  </a:cubicBezTo>
                  <a:cubicBezTo>
                    <a:pt x="130810" y="133350"/>
                    <a:pt x="129540" y="111760"/>
                    <a:pt x="129540" y="93980"/>
                  </a:cubicBezTo>
                  <a:cubicBezTo>
                    <a:pt x="129540" y="77470"/>
                    <a:pt x="134620" y="55880"/>
                    <a:pt x="147320" y="43180"/>
                  </a:cubicBezTo>
                  <a:cubicBezTo>
                    <a:pt x="162560" y="26670"/>
                    <a:pt x="198120" y="10160"/>
                    <a:pt x="220980" y="10160"/>
                  </a:cubicBezTo>
                  <a:cubicBezTo>
                    <a:pt x="238760" y="10160"/>
                    <a:pt x="257810" y="17780"/>
                    <a:pt x="270510" y="30480"/>
                  </a:cubicBezTo>
                  <a:cubicBezTo>
                    <a:pt x="287020" y="46990"/>
                    <a:pt x="300990" y="83820"/>
                    <a:pt x="299720" y="105410"/>
                  </a:cubicBezTo>
                  <a:cubicBezTo>
                    <a:pt x="299720" y="124460"/>
                    <a:pt x="289560" y="143510"/>
                    <a:pt x="276860" y="154940"/>
                  </a:cubicBezTo>
                  <a:cubicBezTo>
                    <a:pt x="259080" y="170180"/>
                    <a:pt x="223520" y="184150"/>
                    <a:pt x="199390" y="180340"/>
                  </a:cubicBezTo>
                  <a:cubicBezTo>
                    <a:pt x="176530" y="175260"/>
                    <a:pt x="146050" y="152400"/>
                    <a:pt x="137160" y="130810"/>
                  </a:cubicBezTo>
                  <a:cubicBezTo>
                    <a:pt x="127000" y="109220"/>
                    <a:pt x="129540" y="71120"/>
                    <a:pt x="142240" y="50800"/>
                  </a:cubicBezTo>
                  <a:cubicBezTo>
                    <a:pt x="154940" y="30480"/>
                    <a:pt x="187960" y="11430"/>
                    <a:pt x="210820" y="10160"/>
                  </a:cubicBezTo>
                  <a:cubicBezTo>
                    <a:pt x="234950" y="8890"/>
                    <a:pt x="281940" y="46990"/>
                    <a:pt x="283210" y="44450"/>
                  </a:cubicBezTo>
                  <a:cubicBezTo>
                    <a:pt x="284480" y="43180"/>
                    <a:pt x="248920" y="24130"/>
                    <a:pt x="250190" y="19050"/>
                  </a:cubicBezTo>
                  <a:cubicBezTo>
                    <a:pt x="252730" y="11430"/>
                    <a:pt x="288290" y="13970"/>
                    <a:pt x="328930" y="12700"/>
                  </a:cubicBezTo>
                  <a:cubicBezTo>
                    <a:pt x="473710" y="7620"/>
                    <a:pt x="1106170" y="0"/>
                    <a:pt x="1318260" y="15240"/>
                  </a:cubicBezTo>
                  <a:cubicBezTo>
                    <a:pt x="1418590" y="22860"/>
                    <a:pt x="1464310" y="31750"/>
                    <a:pt x="1541780" y="48260"/>
                  </a:cubicBezTo>
                  <a:cubicBezTo>
                    <a:pt x="1628140" y="67310"/>
                    <a:pt x="1732280" y="101600"/>
                    <a:pt x="1812290" y="128270"/>
                  </a:cubicBezTo>
                  <a:cubicBezTo>
                    <a:pt x="1875790" y="151130"/>
                    <a:pt x="1930400" y="166370"/>
                    <a:pt x="1982470" y="196850"/>
                  </a:cubicBezTo>
                  <a:cubicBezTo>
                    <a:pt x="2034540" y="226060"/>
                    <a:pt x="2078990" y="261620"/>
                    <a:pt x="2122170" y="309880"/>
                  </a:cubicBezTo>
                  <a:cubicBezTo>
                    <a:pt x="2175510" y="369570"/>
                    <a:pt x="2247900" y="474980"/>
                    <a:pt x="2270760" y="538480"/>
                  </a:cubicBezTo>
                  <a:cubicBezTo>
                    <a:pt x="2284730" y="576580"/>
                    <a:pt x="2286000" y="607060"/>
                    <a:pt x="2282190" y="638810"/>
                  </a:cubicBezTo>
                  <a:cubicBezTo>
                    <a:pt x="2278380" y="668020"/>
                    <a:pt x="2268220" y="695960"/>
                    <a:pt x="2247900" y="722630"/>
                  </a:cubicBezTo>
                  <a:cubicBezTo>
                    <a:pt x="2222500" y="759460"/>
                    <a:pt x="2174240" y="797560"/>
                    <a:pt x="2128520" y="826770"/>
                  </a:cubicBezTo>
                  <a:cubicBezTo>
                    <a:pt x="2080260" y="857250"/>
                    <a:pt x="2033270" y="881380"/>
                    <a:pt x="1964690" y="899160"/>
                  </a:cubicBezTo>
                  <a:cubicBezTo>
                    <a:pt x="1860550" y="925830"/>
                    <a:pt x="1709420" y="929640"/>
                    <a:pt x="1555750" y="935990"/>
                  </a:cubicBezTo>
                  <a:cubicBezTo>
                    <a:pt x="1361440" y="943610"/>
                    <a:pt x="1054100" y="935990"/>
                    <a:pt x="894080" y="928370"/>
                  </a:cubicBezTo>
                  <a:cubicBezTo>
                    <a:pt x="801370" y="924560"/>
                    <a:pt x="753110" y="925830"/>
                    <a:pt x="675640" y="910590"/>
                  </a:cubicBezTo>
                  <a:cubicBezTo>
                    <a:pt x="581660" y="892810"/>
                    <a:pt x="462280" y="855980"/>
                    <a:pt x="370840" y="814070"/>
                  </a:cubicBezTo>
                  <a:cubicBezTo>
                    <a:pt x="289560" y="774700"/>
                    <a:pt x="213360" y="718820"/>
                    <a:pt x="153670" y="673100"/>
                  </a:cubicBezTo>
                  <a:cubicBezTo>
                    <a:pt x="107950" y="638810"/>
                    <a:pt x="62230" y="607060"/>
                    <a:pt x="38100" y="571500"/>
                  </a:cubicBezTo>
                  <a:cubicBezTo>
                    <a:pt x="19050" y="544830"/>
                    <a:pt x="8890" y="524510"/>
                    <a:pt x="5080" y="486410"/>
                  </a:cubicBezTo>
                  <a:cubicBezTo>
                    <a:pt x="0" y="416560"/>
                    <a:pt x="40640" y="233680"/>
                    <a:pt x="73660" y="175260"/>
                  </a:cubicBezTo>
                  <a:cubicBezTo>
                    <a:pt x="90170" y="144780"/>
                    <a:pt x="107950" y="133350"/>
                    <a:pt x="129540" y="119380"/>
                  </a:cubicBezTo>
                  <a:cubicBezTo>
                    <a:pt x="153670" y="105410"/>
                    <a:pt x="175260" y="99060"/>
                    <a:pt x="212090" y="91440"/>
                  </a:cubicBezTo>
                  <a:cubicBezTo>
                    <a:pt x="283210" y="78740"/>
                    <a:pt x="478790" y="62230"/>
                    <a:pt x="535940" y="80010"/>
                  </a:cubicBezTo>
                  <a:cubicBezTo>
                    <a:pt x="560070" y="86360"/>
                    <a:pt x="571500" y="96520"/>
                    <a:pt x="581660" y="110490"/>
                  </a:cubicBezTo>
                  <a:cubicBezTo>
                    <a:pt x="590550" y="124460"/>
                    <a:pt x="596900" y="147320"/>
                    <a:pt x="594360" y="163830"/>
                  </a:cubicBezTo>
                  <a:cubicBezTo>
                    <a:pt x="591820" y="181610"/>
                    <a:pt x="581660" y="201930"/>
                    <a:pt x="568960" y="213360"/>
                  </a:cubicBezTo>
                  <a:cubicBezTo>
                    <a:pt x="556260" y="224790"/>
                    <a:pt x="516890" y="232410"/>
                    <a:pt x="516890" y="2324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14135" y="4236720"/>
            <a:ext cx="816293" cy="501968"/>
            <a:chOff x="0" y="0"/>
            <a:chExt cx="1088390" cy="6692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8260" y="49530"/>
              <a:ext cx="989330" cy="570230"/>
            </a:xfrm>
            <a:custGeom>
              <a:avLst/>
              <a:gdLst/>
              <a:ahLst/>
              <a:cxnLst/>
              <a:rect r="r" b="b" t="t" l="l"/>
              <a:pathLst>
                <a:path h="570230" w="989330">
                  <a:moveTo>
                    <a:pt x="80010" y="134620"/>
                  </a:moveTo>
                  <a:cubicBezTo>
                    <a:pt x="640080" y="138430"/>
                    <a:pt x="693420" y="148590"/>
                    <a:pt x="739140" y="163830"/>
                  </a:cubicBezTo>
                  <a:cubicBezTo>
                    <a:pt x="770890" y="173990"/>
                    <a:pt x="805180" y="180340"/>
                    <a:pt x="819150" y="203200"/>
                  </a:cubicBezTo>
                  <a:cubicBezTo>
                    <a:pt x="834390" y="231140"/>
                    <a:pt x="830580" y="300990"/>
                    <a:pt x="811530" y="325120"/>
                  </a:cubicBezTo>
                  <a:cubicBezTo>
                    <a:pt x="793750" y="345440"/>
                    <a:pt x="758190" y="354330"/>
                    <a:pt x="722630" y="347980"/>
                  </a:cubicBezTo>
                  <a:cubicBezTo>
                    <a:pt x="655320" y="335280"/>
                    <a:pt x="497840" y="201930"/>
                    <a:pt x="455930" y="152400"/>
                  </a:cubicBezTo>
                  <a:cubicBezTo>
                    <a:pt x="439420" y="130810"/>
                    <a:pt x="431800" y="115570"/>
                    <a:pt x="430530" y="96520"/>
                  </a:cubicBezTo>
                  <a:cubicBezTo>
                    <a:pt x="429260" y="77470"/>
                    <a:pt x="435610" y="53340"/>
                    <a:pt x="447040" y="38100"/>
                  </a:cubicBezTo>
                  <a:cubicBezTo>
                    <a:pt x="458470" y="22860"/>
                    <a:pt x="481330" y="8890"/>
                    <a:pt x="499110" y="6350"/>
                  </a:cubicBezTo>
                  <a:cubicBezTo>
                    <a:pt x="518160" y="2540"/>
                    <a:pt x="560070" y="13970"/>
                    <a:pt x="560070" y="15240"/>
                  </a:cubicBezTo>
                  <a:cubicBezTo>
                    <a:pt x="560070" y="17780"/>
                    <a:pt x="473710" y="19050"/>
                    <a:pt x="473710" y="16510"/>
                  </a:cubicBezTo>
                  <a:cubicBezTo>
                    <a:pt x="473710" y="13970"/>
                    <a:pt x="528320" y="2540"/>
                    <a:pt x="557530" y="1270"/>
                  </a:cubicBezTo>
                  <a:cubicBezTo>
                    <a:pt x="588010" y="0"/>
                    <a:pt x="621030" y="2540"/>
                    <a:pt x="651510" y="7620"/>
                  </a:cubicBezTo>
                  <a:cubicBezTo>
                    <a:pt x="681990" y="13970"/>
                    <a:pt x="707390" y="22860"/>
                    <a:pt x="740410" y="36830"/>
                  </a:cubicBezTo>
                  <a:cubicBezTo>
                    <a:pt x="787400" y="55880"/>
                    <a:pt x="861060" y="91440"/>
                    <a:pt x="901700" y="119380"/>
                  </a:cubicBezTo>
                  <a:cubicBezTo>
                    <a:pt x="929640" y="138430"/>
                    <a:pt x="951230" y="154940"/>
                    <a:pt x="965200" y="177800"/>
                  </a:cubicBezTo>
                  <a:cubicBezTo>
                    <a:pt x="979170" y="199390"/>
                    <a:pt x="988060" y="227330"/>
                    <a:pt x="989330" y="252730"/>
                  </a:cubicBezTo>
                  <a:cubicBezTo>
                    <a:pt x="989330" y="279400"/>
                    <a:pt x="982980" y="306070"/>
                    <a:pt x="967740" y="332740"/>
                  </a:cubicBezTo>
                  <a:cubicBezTo>
                    <a:pt x="946150" y="370840"/>
                    <a:pt x="882650" y="408940"/>
                    <a:pt x="857250" y="448310"/>
                  </a:cubicBezTo>
                  <a:cubicBezTo>
                    <a:pt x="838200" y="478790"/>
                    <a:pt x="839470" y="521970"/>
                    <a:pt x="820420" y="541020"/>
                  </a:cubicBezTo>
                  <a:cubicBezTo>
                    <a:pt x="806450" y="557530"/>
                    <a:pt x="783590" y="567690"/>
                    <a:pt x="763270" y="568960"/>
                  </a:cubicBezTo>
                  <a:cubicBezTo>
                    <a:pt x="744220" y="570230"/>
                    <a:pt x="717550" y="561340"/>
                    <a:pt x="702310" y="551180"/>
                  </a:cubicBezTo>
                  <a:cubicBezTo>
                    <a:pt x="689610" y="542290"/>
                    <a:pt x="680720" y="533400"/>
                    <a:pt x="675640" y="516890"/>
                  </a:cubicBezTo>
                  <a:cubicBezTo>
                    <a:pt x="665480" y="490220"/>
                    <a:pt x="661670" y="424180"/>
                    <a:pt x="671830" y="394970"/>
                  </a:cubicBezTo>
                  <a:cubicBezTo>
                    <a:pt x="678180" y="374650"/>
                    <a:pt x="690880" y="359410"/>
                    <a:pt x="706120" y="349250"/>
                  </a:cubicBezTo>
                  <a:cubicBezTo>
                    <a:pt x="721360" y="339090"/>
                    <a:pt x="741680" y="331470"/>
                    <a:pt x="760730" y="334010"/>
                  </a:cubicBezTo>
                  <a:cubicBezTo>
                    <a:pt x="784860" y="336550"/>
                    <a:pt x="820420" y="355600"/>
                    <a:pt x="833120" y="377190"/>
                  </a:cubicBezTo>
                  <a:cubicBezTo>
                    <a:pt x="845820" y="397510"/>
                    <a:pt x="848360" y="438150"/>
                    <a:pt x="838200" y="461010"/>
                  </a:cubicBezTo>
                  <a:cubicBezTo>
                    <a:pt x="826770" y="482600"/>
                    <a:pt x="795020" y="508000"/>
                    <a:pt x="770890" y="511810"/>
                  </a:cubicBezTo>
                  <a:cubicBezTo>
                    <a:pt x="746760" y="515620"/>
                    <a:pt x="708660" y="502920"/>
                    <a:pt x="690880" y="485140"/>
                  </a:cubicBezTo>
                  <a:cubicBezTo>
                    <a:pt x="674370" y="467360"/>
                    <a:pt x="662940" y="427990"/>
                    <a:pt x="669290" y="403860"/>
                  </a:cubicBezTo>
                  <a:cubicBezTo>
                    <a:pt x="674370" y="379730"/>
                    <a:pt x="699770" y="349250"/>
                    <a:pt x="722630" y="340360"/>
                  </a:cubicBezTo>
                  <a:cubicBezTo>
                    <a:pt x="746760" y="330200"/>
                    <a:pt x="786130" y="335280"/>
                    <a:pt x="806450" y="349250"/>
                  </a:cubicBezTo>
                  <a:cubicBezTo>
                    <a:pt x="826770" y="363220"/>
                    <a:pt x="840740" y="396240"/>
                    <a:pt x="845820" y="422910"/>
                  </a:cubicBezTo>
                  <a:cubicBezTo>
                    <a:pt x="852170" y="448310"/>
                    <a:pt x="848360" y="482600"/>
                    <a:pt x="842010" y="504190"/>
                  </a:cubicBezTo>
                  <a:cubicBezTo>
                    <a:pt x="838200" y="519430"/>
                    <a:pt x="830580" y="532130"/>
                    <a:pt x="820420" y="541020"/>
                  </a:cubicBezTo>
                  <a:cubicBezTo>
                    <a:pt x="811530" y="551180"/>
                    <a:pt x="798830" y="560070"/>
                    <a:pt x="784860" y="563880"/>
                  </a:cubicBezTo>
                  <a:cubicBezTo>
                    <a:pt x="767080" y="568960"/>
                    <a:pt x="737870" y="567690"/>
                    <a:pt x="721360" y="561340"/>
                  </a:cubicBezTo>
                  <a:cubicBezTo>
                    <a:pt x="707390" y="556260"/>
                    <a:pt x="695960" y="547370"/>
                    <a:pt x="687070" y="535940"/>
                  </a:cubicBezTo>
                  <a:cubicBezTo>
                    <a:pt x="675640" y="520700"/>
                    <a:pt x="668020" y="497840"/>
                    <a:pt x="666750" y="474980"/>
                  </a:cubicBezTo>
                  <a:cubicBezTo>
                    <a:pt x="665480" y="449580"/>
                    <a:pt x="673100" y="414020"/>
                    <a:pt x="685800" y="387350"/>
                  </a:cubicBezTo>
                  <a:cubicBezTo>
                    <a:pt x="698500" y="359410"/>
                    <a:pt x="722630" y="330200"/>
                    <a:pt x="744220" y="308610"/>
                  </a:cubicBezTo>
                  <a:cubicBezTo>
                    <a:pt x="763270" y="290830"/>
                    <a:pt x="808990" y="281940"/>
                    <a:pt x="807720" y="265430"/>
                  </a:cubicBezTo>
                  <a:cubicBezTo>
                    <a:pt x="806450" y="242570"/>
                    <a:pt x="694690" y="205740"/>
                    <a:pt x="648970" y="187960"/>
                  </a:cubicBezTo>
                  <a:cubicBezTo>
                    <a:pt x="617220" y="175260"/>
                    <a:pt x="593090" y="165100"/>
                    <a:pt x="563880" y="161290"/>
                  </a:cubicBezTo>
                  <a:cubicBezTo>
                    <a:pt x="533400" y="157480"/>
                    <a:pt x="495300" y="175260"/>
                    <a:pt x="473710" y="165100"/>
                  </a:cubicBezTo>
                  <a:cubicBezTo>
                    <a:pt x="454660" y="156210"/>
                    <a:pt x="440690" y="133350"/>
                    <a:pt x="434340" y="118110"/>
                  </a:cubicBezTo>
                  <a:cubicBezTo>
                    <a:pt x="429260" y="104140"/>
                    <a:pt x="427990" y="90170"/>
                    <a:pt x="431800" y="76200"/>
                  </a:cubicBezTo>
                  <a:cubicBezTo>
                    <a:pt x="435610" y="59690"/>
                    <a:pt x="449580" y="35560"/>
                    <a:pt x="462280" y="22860"/>
                  </a:cubicBezTo>
                  <a:cubicBezTo>
                    <a:pt x="472440" y="13970"/>
                    <a:pt x="485140" y="7620"/>
                    <a:pt x="499110" y="6350"/>
                  </a:cubicBezTo>
                  <a:cubicBezTo>
                    <a:pt x="516890" y="3810"/>
                    <a:pt x="534670" y="5080"/>
                    <a:pt x="560070" y="15240"/>
                  </a:cubicBezTo>
                  <a:cubicBezTo>
                    <a:pt x="613410" y="39370"/>
                    <a:pt x="795020" y="163830"/>
                    <a:pt x="788670" y="191770"/>
                  </a:cubicBezTo>
                  <a:cubicBezTo>
                    <a:pt x="786130" y="207010"/>
                    <a:pt x="735330" y="195580"/>
                    <a:pt x="713740" y="212090"/>
                  </a:cubicBezTo>
                  <a:cubicBezTo>
                    <a:pt x="687070" y="229870"/>
                    <a:pt x="676910" y="295910"/>
                    <a:pt x="650240" y="307340"/>
                  </a:cubicBezTo>
                  <a:cubicBezTo>
                    <a:pt x="627380" y="317500"/>
                    <a:pt x="607060" y="298450"/>
                    <a:pt x="568960" y="295910"/>
                  </a:cubicBezTo>
                  <a:cubicBezTo>
                    <a:pt x="471170" y="288290"/>
                    <a:pt x="138430" y="314960"/>
                    <a:pt x="60960" y="289560"/>
                  </a:cubicBezTo>
                  <a:cubicBezTo>
                    <a:pt x="35560" y="281940"/>
                    <a:pt x="25400" y="273050"/>
                    <a:pt x="15240" y="257810"/>
                  </a:cubicBezTo>
                  <a:cubicBezTo>
                    <a:pt x="5080" y="243840"/>
                    <a:pt x="0" y="220980"/>
                    <a:pt x="2540" y="204470"/>
                  </a:cubicBezTo>
                  <a:cubicBezTo>
                    <a:pt x="3810" y="186690"/>
                    <a:pt x="15240" y="166370"/>
                    <a:pt x="27940" y="154940"/>
                  </a:cubicBezTo>
                  <a:cubicBezTo>
                    <a:pt x="40640" y="143510"/>
                    <a:pt x="80010" y="134620"/>
                    <a:pt x="80010" y="1346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48900" y="4170045"/>
            <a:ext cx="193358" cy="191452"/>
            <a:chOff x="0" y="0"/>
            <a:chExt cx="257810" cy="2552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9530" y="49530"/>
              <a:ext cx="158750" cy="157480"/>
            </a:xfrm>
            <a:custGeom>
              <a:avLst/>
              <a:gdLst/>
              <a:ahLst/>
              <a:cxnLst/>
              <a:rect r="r" b="b" t="t" l="l"/>
              <a:pathLst>
                <a:path h="157480" w="158750">
                  <a:moveTo>
                    <a:pt x="80010" y="1270"/>
                  </a:moveTo>
                  <a:cubicBezTo>
                    <a:pt x="154940" y="52070"/>
                    <a:pt x="158750" y="86360"/>
                    <a:pt x="151130" y="106680"/>
                  </a:cubicBezTo>
                  <a:cubicBezTo>
                    <a:pt x="143510" y="125730"/>
                    <a:pt x="116840" y="148590"/>
                    <a:pt x="96520" y="152400"/>
                  </a:cubicBezTo>
                  <a:cubicBezTo>
                    <a:pt x="76200" y="157480"/>
                    <a:pt x="43180" y="147320"/>
                    <a:pt x="27940" y="133350"/>
                  </a:cubicBezTo>
                  <a:cubicBezTo>
                    <a:pt x="12700" y="119380"/>
                    <a:pt x="1270" y="86360"/>
                    <a:pt x="5080" y="66040"/>
                  </a:cubicBezTo>
                  <a:cubicBezTo>
                    <a:pt x="8890" y="44450"/>
                    <a:pt x="29210" y="17780"/>
                    <a:pt x="48260" y="8890"/>
                  </a:cubicBezTo>
                  <a:cubicBezTo>
                    <a:pt x="67310" y="0"/>
                    <a:pt x="101600" y="1270"/>
                    <a:pt x="119380" y="12700"/>
                  </a:cubicBezTo>
                  <a:cubicBezTo>
                    <a:pt x="137160" y="22860"/>
                    <a:pt x="153670" y="54610"/>
                    <a:pt x="156210" y="73660"/>
                  </a:cubicBezTo>
                  <a:cubicBezTo>
                    <a:pt x="158750" y="90170"/>
                    <a:pt x="153670" y="107950"/>
                    <a:pt x="143510" y="120650"/>
                  </a:cubicBezTo>
                  <a:cubicBezTo>
                    <a:pt x="130810" y="135890"/>
                    <a:pt x="101600" y="153670"/>
                    <a:pt x="80010" y="153670"/>
                  </a:cubicBezTo>
                  <a:cubicBezTo>
                    <a:pt x="59690" y="154940"/>
                    <a:pt x="29210" y="139700"/>
                    <a:pt x="16510" y="123190"/>
                  </a:cubicBezTo>
                  <a:cubicBezTo>
                    <a:pt x="5080" y="110490"/>
                    <a:pt x="0" y="88900"/>
                    <a:pt x="1270" y="71120"/>
                  </a:cubicBezTo>
                  <a:cubicBezTo>
                    <a:pt x="2540" y="54610"/>
                    <a:pt x="12700" y="34290"/>
                    <a:pt x="24130" y="22860"/>
                  </a:cubicBezTo>
                  <a:cubicBezTo>
                    <a:pt x="36830" y="11430"/>
                    <a:pt x="73660" y="1270"/>
                    <a:pt x="73660" y="127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217468" y="5374958"/>
            <a:ext cx="188595" cy="184785"/>
            <a:chOff x="0" y="0"/>
            <a:chExt cx="251460" cy="2463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9530" y="49530"/>
              <a:ext cx="149860" cy="151130"/>
            </a:xfrm>
            <a:custGeom>
              <a:avLst/>
              <a:gdLst/>
              <a:ahLst/>
              <a:cxnLst/>
              <a:rect r="r" b="b" t="t" l="l"/>
              <a:pathLst>
                <a:path h="151130" w="149860">
                  <a:moveTo>
                    <a:pt x="149860" y="53340"/>
                  </a:moveTo>
                  <a:cubicBezTo>
                    <a:pt x="130810" y="134620"/>
                    <a:pt x="121920" y="140970"/>
                    <a:pt x="109220" y="144780"/>
                  </a:cubicBezTo>
                  <a:cubicBezTo>
                    <a:pt x="91440" y="151130"/>
                    <a:pt x="54610" y="148590"/>
                    <a:pt x="38100" y="140970"/>
                  </a:cubicBezTo>
                  <a:cubicBezTo>
                    <a:pt x="25400" y="135890"/>
                    <a:pt x="17780" y="125730"/>
                    <a:pt x="12700" y="115570"/>
                  </a:cubicBezTo>
                  <a:cubicBezTo>
                    <a:pt x="6350" y="105410"/>
                    <a:pt x="0" y="93980"/>
                    <a:pt x="1270" y="80010"/>
                  </a:cubicBezTo>
                  <a:cubicBezTo>
                    <a:pt x="2540" y="62230"/>
                    <a:pt x="17780" y="29210"/>
                    <a:pt x="30480" y="15240"/>
                  </a:cubicBezTo>
                  <a:cubicBezTo>
                    <a:pt x="39370" y="6350"/>
                    <a:pt x="50800" y="1270"/>
                    <a:pt x="63500" y="1270"/>
                  </a:cubicBezTo>
                  <a:cubicBezTo>
                    <a:pt x="82550" y="0"/>
                    <a:pt x="130810" y="21590"/>
                    <a:pt x="130810" y="215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988040" y="6385560"/>
            <a:ext cx="641985" cy="542925"/>
            <a:chOff x="0" y="0"/>
            <a:chExt cx="855980" cy="7239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530" y="45720"/>
              <a:ext cx="759460" cy="628650"/>
            </a:xfrm>
            <a:custGeom>
              <a:avLst/>
              <a:gdLst/>
              <a:ahLst/>
              <a:cxnLst/>
              <a:rect r="r" b="b" t="t" l="l"/>
              <a:pathLst>
                <a:path h="628650" w="759460">
                  <a:moveTo>
                    <a:pt x="82550" y="154940"/>
                  </a:moveTo>
                  <a:cubicBezTo>
                    <a:pt x="581660" y="163830"/>
                    <a:pt x="586740" y="167640"/>
                    <a:pt x="596900" y="177800"/>
                  </a:cubicBezTo>
                  <a:cubicBezTo>
                    <a:pt x="608330" y="189230"/>
                    <a:pt x="621030" y="213360"/>
                    <a:pt x="623570" y="229870"/>
                  </a:cubicBezTo>
                  <a:cubicBezTo>
                    <a:pt x="626110" y="243840"/>
                    <a:pt x="624840" y="256540"/>
                    <a:pt x="619760" y="269240"/>
                  </a:cubicBezTo>
                  <a:cubicBezTo>
                    <a:pt x="612140" y="284480"/>
                    <a:pt x="594360" y="303530"/>
                    <a:pt x="580390" y="312420"/>
                  </a:cubicBezTo>
                  <a:cubicBezTo>
                    <a:pt x="568960" y="320040"/>
                    <a:pt x="557530" y="322580"/>
                    <a:pt x="542290" y="322580"/>
                  </a:cubicBezTo>
                  <a:cubicBezTo>
                    <a:pt x="519430" y="321310"/>
                    <a:pt x="491490" y="314960"/>
                    <a:pt x="459740" y="298450"/>
                  </a:cubicBezTo>
                  <a:cubicBezTo>
                    <a:pt x="401320" y="270510"/>
                    <a:pt x="266700" y="175260"/>
                    <a:pt x="238760" y="134620"/>
                  </a:cubicBezTo>
                  <a:cubicBezTo>
                    <a:pt x="228600" y="119380"/>
                    <a:pt x="226060" y="110490"/>
                    <a:pt x="226060" y="95250"/>
                  </a:cubicBezTo>
                  <a:cubicBezTo>
                    <a:pt x="226060" y="77470"/>
                    <a:pt x="232410" y="52070"/>
                    <a:pt x="245110" y="36830"/>
                  </a:cubicBezTo>
                  <a:cubicBezTo>
                    <a:pt x="256540" y="21590"/>
                    <a:pt x="278130" y="8890"/>
                    <a:pt x="297180" y="5080"/>
                  </a:cubicBezTo>
                  <a:cubicBezTo>
                    <a:pt x="316230" y="1270"/>
                    <a:pt x="358140" y="13970"/>
                    <a:pt x="356870" y="16510"/>
                  </a:cubicBezTo>
                  <a:cubicBezTo>
                    <a:pt x="356870" y="19050"/>
                    <a:pt x="266700" y="20320"/>
                    <a:pt x="266700" y="17780"/>
                  </a:cubicBezTo>
                  <a:cubicBezTo>
                    <a:pt x="266700" y="16510"/>
                    <a:pt x="320040" y="0"/>
                    <a:pt x="350520" y="5080"/>
                  </a:cubicBezTo>
                  <a:cubicBezTo>
                    <a:pt x="393700" y="13970"/>
                    <a:pt x="444500" y="54610"/>
                    <a:pt x="495300" y="88900"/>
                  </a:cubicBezTo>
                  <a:cubicBezTo>
                    <a:pt x="560070" y="130810"/>
                    <a:pt x="659130" y="196850"/>
                    <a:pt x="702310" y="243840"/>
                  </a:cubicBezTo>
                  <a:cubicBezTo>
                    <a:pt x="730250" y="273050"/>
                    <a:pt x="751840" y="297180"/>
                    <a:pt x="755650" y="327660"/>
                  </a:cubicBezTo>
                  <a:cubicBezTo>
                    <a:pt x="759460" y="359410"/>
                    <a:pt x="744220" y="401320"/>
                    <a:pt x="722630" y="431800"/>
                  </a:cubicBezTo>
                  <a:cubicBezTo>
                    <a:pt x="694690" y="469900"/>
                    <a:pt x="623570" y="496570"/>
                    <a:pt x="593090" y="529590"/>
                  </a:cubicBezTo>
                  <a:cubicBezTo>
                    <a:pt x="571500" y="552450"/>
                    <a:pt x="565150" y="582930"/>
                    <a:pt x="547370" y="598170"/>
                  </a:cubicBezTo>
                  <a:cubicBezTo>
                    <a:pt x="532130" y="612140"/>
                    <a:pt x="514350" y="622300"/>
                    <a:pt x="496570" y="624840"/>
                  </a:cubicBezTo>
                  <a:cubicBezTo>
                    <a:pt x="478790" y="628650"/>
                    <a:pt x="455930" y="624840"/>
                    <a:pt x="439420" y="615950"/>
                  </a:cubicBezTo>
                  <a:cubicBezTo>
                    <a:pt x="424180" y="607060"/>
                    <a:pt x="406400" y="591820"/>
                    <a:pt x="400050" y="574040"/>
                  </a:cubicBezTo>
                  <a:cubicBezTo>
                    <a:pt x="392430" y="551180"/>
                    <a:pt x="392430" y="510540"/>
                    <a:pt x="405130" y="488950"/>
                  </a:cubicBezTo>
                  <a:cubicBezTo>
                    <a:pt x="417830" y="467360"/>
                    <a:pt x="453390" y="447040"/>
                    <a:pt x="477520" y="445770"/>
                  </a:cubicBezTo>
                  <a:cubicBezTo>
                    <a:pt x="502920" y="444500"/>
                    <a:pt x="539750" y="464820"/>
                    <a:pt x="554990" y="481330"/>
                  </a:cubicBezTo>
                  <a:cubicBezTo>
                    <a:pt x="567690" y="496570"/>
                    <a:pt x="572770" y="518160"/>
                    <a:pt x="572770" y="537210"/>
                  </a:cubicBezTo>
                  <a:cubicBezTo>
                    <a:pt x="572770" y="554990"/>
                    <a:pt x="566420" y="576580"/>
                    <a:pt x="553720" y="591820"/>
                  </a:cubicBezTo>
                  <a:cubicBezTo>
                    <a:pt x="538480" y="608330"/>
                    <a:pt x="501650" y="627380"/>
                    <a:pt x="477520" y="626110"/>
                  </a:cubicBezTo>
                  <a:cubicBezTo>
                    <a:pt x="452120" y="624840"/>
                    <a:pt x="417830" y="603250"/>
                    <a:pt x="405130" y="581660"/>
                  </a:cubicBezTo>
                  <a:cubicBezTo>
                    <a:pt x="392430" y="561340"/>
                    <a:pt x="392430" y="525780"/>
                    <a:pt x="401320" y="497840"/>
                  </a:cubicBezTo>
                  <a:cubicBezTo>
                    <a:pt x="411480" y="462280"/>
                    <a:pt x="444500" y="424180"/>
                    <a:pt x="476250" y="392430"/>
                  </a:cubicBezTo>
                  <a:cubicBezTo>
                    <a:pt x="511810" y="356870"/>
                    <a:pt x="589280" y="288290"/>
                    <a:pt x="605790" y="297180"/>
                  </a:cubicBezTo>
                  <a:cubicBezTo>
                    <a:pt x="617220" y="304800"/>
                    <a:pt x="614680" y="378460"/>
                    <a:pt x="598170" y="384810"/>
                  </a:cubicBezTo>
                  <a:cubicBezTo>
                    <a:pt x="570230" y="397510"/>
                    <a:pt x="434340" y="279400"/>
                    <a:pt x="397510" y="233680"/>
                  </a:cubicBezTo>
                  <a:cubicBezTo>
                    <a:pt x="375920" y="207010"/>
                    <a:pt x="382270" y="171450"/>
                    <a:pt x="361950" y="160020"/>
                  </a:cubicBezTo>
                  <a:cubicBezTo>
                    <a:pt x="340360" y="146050"/>
                    <a:pt x="285750" y="170180"/>
                    <a:pt x="267970" y="163830"/>
                  </a:cubicBezTo>
                  <a:cubicBezTo>
                    <a:pt x="260350" y="161290"/>
                    <a:pt x="257810" y="157480"/>
                    <a:pt x="251460" y="151130"/>
                  </a:cubicBezTo>
                  <a:cubicBezTo>
                    <a:pt x="243840" y="143510"/>
                    <a:pt x="234950" y="128270"/>
                    <a:pt x="229870" y="115570"/>
                  </a:cubicBezTo>
                  <a:cubicBezTo>
                    <a:pt x="226060" y="102870"/>
                    <a:pt x="224790" y="88900"/>
                    <a:pt x="227330" y="74930"/>
                  </a:cubicBezTo>
                  <a:cubicBezTo>
                    <a:pt x="232410" y="57150"/>
                    <a:pt x="246380" y="34290"/>
                    <a:pt x="259080" y="21590"/>
                  </a:cubicBezTo>
                  <a:cubicBezTo>
                    <a:pt x="270510" y="12700"/>
                    <a:pt x="284480" y="7620"/>
                    <a:pt x="297180" y="5080"/>
                  </a:cubicBezTo>
                  <a:cubicBezTo>
                    <a:pt x="309880" y="2540"/>
                    <a:pt x="320040" y="1270"/>
                    <a:pt x="337820" y="7620"/>
                  </a:cubicBezTo>
                  <a:cubicBezTo>
                    <a:pt x="391160" y="25400"/>
                    <a:pt x="576580" y="137160"/>
                    <a:pt x="609600" y="193040"/>
                  </a:cubicBezTo>
                  <a:cubicBezTo>
                    <a:pt x="626110" y="219710"/>
                    <a:pt x="627380" y="247650"/>
                    <a:pt x="619760" y="269240"/>
                  </a:cubicBezTo>
                  <a:cubicBezTo>
                    <a:pt x="610870" y="289560"/>
                    <a:pt x="594360" y="307340"/>
                    <a:pt x="561340" y="320040"/>
                  </a:cubicBezTo>
                  <a:cubicBezTo>
                    <a:pt x="481330" y="349250"/>
                    <a:pt x="153670" y="328930"/>
                    <a:pt x="74930" y="311150"/>
                  </a:cubicBezTo>
                  <a:cubicBezTo>
                    <a:pt x="48260" y="306070"/>
                    <a:pt x="36830" y="302260"/>
                    <a:pt x="24130" y="289560"/>
                  </a:cubicBezTo>
                  <a:cubicBezTo>
                    <a:pt x="10160" y="274320"/>
                    <a:pt x="0" y="241300"/>
                    <a:pt x="1270" y="220980"/>
                  </a:cubicBezTo>
                  <a:cubicBezTo>
                    <a:pt x="3810" y="201930"/>
                    <a:pt x="16510" y="182880"/>
                    <a:pt x="29210" y="172720"/>
                  </a:cubicBezTo>
                  <a:cubicBezTo>
                    <a:pt x="43180" y="161290"/>
                    <a:pt x="82550" y="154940"/>
                    <a:pt x="82550" y="15494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6144" y="207418"/>
            <a:ext cx="821282" cy="821282"/>
            <a:chOff x="0" y="0"/>
            <a:chExt cx="1095043" cy="10950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6276005" y="4564012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0321" y="4512721"/>
            <a:ext cx="956081" cy="630779"/>
          </a:xfrm>
          <a:custGeom>
            <a:avLst/>
            <a:gdLst/>
            <a:ahLst/>
            <a:cxnLst/>
            <a:rect r="r" b="b" t="t" l="l"/>
            <a:pathLst>
              <a:path h="630779" w="956081">
                <a:moveTo>
                  <a:pt x="0" y="0"/>
                </a:moveTo>
                <a:lnTo>
                  <a:pt x="956081" y="0"/>
                </a:lnTo>
                <a:lnTo>
                  <a:pt x="956081" y="630779"/>
                </a:lnTo>
                <a:lnTo>
                  <a:pt x="0" y="630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0321" y="1058091"/>
            <a:ext cx="12640790" cy="7947897"/>
          </a:xfrm>
          <a:custGeom>
            <a:avLst/>
            <a:gdLst/>
            <a:ahLst/>
            <a:cxnLst/>
            <a:rect r="r" b="b" t="t" l="l"/>
            <a:pathLst>
              <a:path h="7947897" w="12640790">
                <a:moveTo>
                  <a:pt x="0" y="0"/>
                </a:moveTo>
                <a:lnTo>
                  <a:pt x="12640791" y="0"/>
                </a:lnTo>
                <a:lnTo>
                  <a:pt x="12640791" y="7947897"/>
                </a:lnTo>
                <a:lnTo>
                  <a:pt x="0" y="7947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022981" y="4183380"/>
            <a:ext cx="2146935" cy="962977"/>
            <a:chOff x="0" y="0"/>
            <a:chExt cx="2862580" cy="12839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6990" y="41910"/>
              <a:ext cx="2766060" cy="1203960"/>
            </a:xfrm>
            <a:custGeom>
              <a:avLst/>
              <a:gdLst/>
              <a:ahLst/>
              <a:cxnLst/>
              <a:rect r="r" b="b" t="t" l="l"/>
              <a:pathLst>
                <a:path h="1203960" w="2766060">
                  <a:moveTo>
                    <a:pt x="944880" y="360680"/>
                  </a:moveTo>
                  <a:cubicBezTo>
                    <a:pt x="421640" y="420370"/>
                    <a:pt x="149860" y="655320"/>
                    <a:pt x="162560" y="751840"/>
                  </a:cubicBezTo>
                  <a:cubicBezTo>
                    <a:pt x="172720" y="826770"/>
                    <a:pt x="374650" y="877570"/>
                    <a:pt x="462280" y="915670"/>
                  </a:cubicBezTo>
                  <a:cubicBezTo>
                    <a:pt x="525780" y="944880"/>
                    <a:pt x="568960" y="960120"/>
                    <a:pt x="633730" y="975360"/>
                  </a:cubicBezTo>
                  <a:cubicBezTo>
                    <a:pt x="713740" y="995680"/>
                    <a:pt x="787400" y="1008380"/>
                    <a:pt x="904240" y="1017270"/>
                  </a:cubicBezTo>
                  <a:cubicBezTo>
                    <a:pt x="1117600" y="1033780"/>
                    <a:pt x="1601470" y="1033780"/>
                    <a:pt x="1816100" y="1016000"/>
                  </a:cubicBezTo>
                  <a:cubicBezTo>
                    <a:pt x="1935480" y="1005840"/>
                    <a:pt x="2007870" y="989330"/>
                    <a:pt x="2090420" y="969010"/>
                  </a:cubicBezTo>
                  <a:cubicBezTo>
                    <a:pt x="2160270" y="951230"/>
                    <a:pt x="2216150" y="932180"/>
                    <a:pt x="2282190" y="904240"/>
                  </a:cubicBezTo>
                  <a:cubicBezTo>
                    <a:pt x="2355850" y="872490"/>
                    <a:pt x="2458720" y="824230"/>
                    <a:pt x="2509520" y="787400"/>
                  </a:cubicBezTo>
                  <a:cubicBezTo>
                    <a:pt x="2540000" y="764540"/>
                    <a:pt x="2561590" y="749300"/>
                    <a:pt x="2575560" y="722630"/>
                  </a:cubicBezTo>
                  <a:cubicBezTo>
                    <a:pt x="2588260" y="695960"/>
                    <a:pt x="2588260" y="668020"/>
                    <a:pt x="2589530" y="629920"/>
                  </a:cubicBezTo>
                  <a:cubicBezTo>
                    <a:pt x="2593340" y="566420"/>
                    <a:pt x="2607310" y="429260"/>
                    <a:pt x="2580640" y="379730"/>
                  </a:cubicBezTo>
                  <a:cubicBezTo>
                    <a:pt x="2562860" y="350520"/>
                    <a:pt x="2534920" y="344170"/>
                    <a:pt x="2501900" y="327660"/>
                  </a:cubicBezTo>
                  <a:cubicBezTo>
                    <a:pt x="2457450" y="303530"/>
                    <a:pt x="2400300" y="284480"/>
                    <a:pt x="2327910" y="264160"/>
                  </a:cubicBezTo>
                  <a:cubicBezTo>
                    <a:pt x="2211070" y="232410"/>
                    <a:pt x="2029460" y="195580"/>
                    <a:pt x="1864360" y="179070"/>
                  </a:cubicBezTo>
                  <a:cubicBezTo>
                    <a:pt x="1677670" y="160020"/>
                    <a:pt x="1456690" y="161290"/>
                    <a:pt x="1263650" y="168910"/>
                  </a:cubicBezTo>
                  <a:cubicBezTo>
                    <a:pt x="1084580" y="177800"/>
                    <a:pt x="810260" y="248920"/>
                    <a:pt x="745490" y="222250"/>
                  </a:cubicBezTo>
                  <a:cubicBezTo>
                    <a:pt x="725170" y="214630"/>
                    <a:pt x="723900" y="186690"/>
                    <a:pt x="715010" y="187960"/>
                  </a:cubicBezTo>
                  <a:cubicBezTo>
                    <a:pt x="706120" y="189230"/>
                    <a:pt x="706120" y="224790"/>
                    <a:pt x="692150" y="236220"/>
                  </a:cubicBezTo>
                  <a:cubicBezTo>
                    <a:pt x="675640" y="250190"/>
                    <a:pt x="641350" y="264160"/>
                    <a:pt x="618490" y="260350"/>
                  </a:cubicBezTo>
                  <a:cubicBezTo>
                    <a:pt x="595630" y="256540"/>
                    <a:pt x="567690" y="232410"/>
                    <a:pt x="556260" y="213360"/>
                  </a:cubicBezTo>
                  <a:cubicBezTo>
                    <a:pt x="548640" y="198120"/>
                    <a:pt x="547370" y="176530"/>
                    <a:pt x="551180" y="161290"/>
                  </a:cubicBezTo>
                  <a:cubicBezTo>
                    <a:pt x="554990" y="144780"/>
                    <a:pt x="563880" y="125730"/>
                    <a:pt x="579120" y="115570"/>
                  </a:cubicBezTo>
                  <a:cubicBezTo>
                    <a:pt x="596900" y="102870"/>
                    <a:pt x="633730" y="95250"/>
                    <a:pt x="655320" y="99060"/>
                  </a:cubicBezTo>
                  <a:cubicBezTo>
                    <a:pt x="671830" y="102870"/>
                    <a:pt x="688340" y="115570"/>
                    <a:pt x="698500" y="129540"/>
                  </a:cubicBezTo>
                  <a:cubicBezTo>
                    <a:pt x="708660" y="142240"/>
                    <a:pt x="715010" y="162560"/>
                    <a:pt x="715010" y="179070"/>
                  </a:cubicBezTo>
                  <a:cubicBezTo>
                    <a:pt x="715010" y="196850"/>
                    <a:pt x="708660" y="215900"/>
                    <a:pt x="698500" y="229870"/>
                  </a:cubicBezTo>
                  <a:cubicBezTo>
                    <a:pt x="688340" y="242570"/>
                    <a:pt x="670560" y="255270"/>
                    <a:pt x="654050" y="259080"/>
                  </a:cubicBezTo>
                  <a:cubicBezTo>
                    <a:pt x="637540" y="264160"/>
                    <a:pt x="617220" y="262890"/>
                    <a:pt x="600710" y="256540"/>
                  </a:cubicBezTo>
                  <a:cubicBezTo>
                    <a:pt x="585470" y="250190"/>
                    <a:pt x="568960" y="236220"/>
                    <a:pt x="561340" y="220980"/>
                  </a:cubicBezTo>
                  <a:cubicBezTo>
                    <a:pt x="552450" y="207010"/>
                    <a:pt x="544830" y="187960"/>
                    <a:pt x="549910" y="170180"/>
                  </a:cubicBezTo>
                  <a:cubicBezTo>
                    <a:pt x="557530" y="139700"/>
                    <a:pt x="590550" y="95250"/>
                    <a:pt x="642620" y="69850"/>
                  </a:cubicBezTo>
                  <a:cubicBezTo>
                    <a:pt x="754380" y="15240"/>
                    <a:pt x="1056640" y="17780"/>
                    <a:pt x="1263650" y="8890"/>
                  </a:cubicBezTo>
                  <a:cubicBezTo>
                    <a:pt x="1470660" y="0"/>
                    <a:pt x="1711960" y="1270"/>
                    <a:pt x="1883410" y="13970"/>
                  </a:cubicBezTo>
                  <a:cubicBezTo>
                    <a:pt x="2006600" y="24130"/>
                    <a:pt x="2098040" y="40640"/>
                    <a:pt x="2198370" y="59690"/>
                  </a:cubicBezTo>
                  <a:cubicBezTo>
                    <a:pt x="2289810" y="77470"/>
                    <a:pt x="2378710" y="92710"/>
                    <a:pt x="2457450" y="121920"/>
                  </a:cubicBezTo>
                  <a:cubicBezTo>
                    <a:pt x="2528570" y="147320"/>
                    <a:pt x="2607310" y="186690"/>
                    <a:pt x="2651760" y="218440"/>
                  </a:cubicBezTo>
                  <a:cubicBezTo>
                    <a:pt x="2679700" y="237490"/>
                    <a:pt x="2696210" y="252730"/>
                    <a:pt x="2712720" y="275590"/>
                  </a:cubicBezTo>
                  <a:cubicBezTo>
                    <a:pt x="2731770" y="302260"/>
                    <a:pt x="2748280" y="337820"/>
                    <a:pt x="2757170" y="369570"/>
                  </a:cubicBezTo>
                  <a:cubicBezTo>
                    <a:pt x="2764790" y="400050"/>
                    <a:pt x="2762250" y="424180"/>
                    <a:pt x="2763520" y="463550"/>
                  </a:cubicBezTo>
                  <a:cubicBezTo>
                    <a:pt x="2763520" y="527050"/>
                    <a:pt x="2766060" y="656590"/>
                    <a:pt x="2753360" y="721360"/>
                  </a:cubicBezTo>
                  <a:cubicBezTo>
                    <a:pt x="2744470" y="760730"/>
                    <a:pt x="2733040" y="787400"/>
                    <a:pt x="2717800" y="815340"/>
                  </a:cubicBezTo>
                  <a:cubicBezTo>
                    <a:pt x="2703830" y="839470"/>
                    <a:pt x="2687320" y="858520"/>
                    <a:pt x="2668270" y="877570"/>
                  </a:cubicBezTo>
                  <a:cubicBezTo>
                    <a:pt x="2649220" y="896620"/>
                    <a:pt x="2628900" y="909320"/>
                    <a:pt x="2600960" y="927100"/>
                  </a:cubicBezTo>
                  <a:cubicBezTo>
                    <a:pt x="2553970" y="956310"/>
                    <a:pt x="2482850" y="996950"/>
                    <a:pt x="2413000" y="1027430"/>
                  </a:cubicBezTo>
                  <a:cubicBezTo>
                    <a:pt x="2329180" y="1064260"/>
                    <a:pt x="2228850" y="1098550"/>
                    <a:pt x="2127250" y="1125220"/>
                  </a:cubicBezTo>
                  <a:cubicBezTo>
                    <a:pt x="2014220" y="1153160"/>
                    <a:pt x="1908810" y="1173480"/>
                    <a:pt x="1765300" y="1184910"/>
                  </a:cubicBezTo>
                  <a:cubicBezTo>
                    <a:pt x="1553210" y="1203960"/>
                    <a:pt x="1137920" y="1193800"/>
                    <a:pt x="974090" y="1191260"/>
                  </a:cubicBezTo>
                  <a:cubicBezTo>
                    <a:pt x="901700" y="1189990"/>
                    <a:pt x="869950" y="1189990"/>
                    <a:pt x="815340" y="1184910"/>
                  </a:cubicBezTo>
                  <a:cubicBezTo>
                    <a:pt x="756920" y="1178560"/>
                    <a:pt x="699770" y="1168400"/>
                    <a:pt x="635000" y="1151890"/>
                  </a:cubicBezTo>
                  <a:cubicBezTo>
                    <a:pt x="560070" y="1131570"/>
                    <a:pt x="476250" y="1107440"/>
                    <a:pt x="392430" y="1069340"/>
                  </a:cubicBezTo>
                  <a:cubicBezTo>
                    <a:pt x="290830" y="1022350"/>
                    <a:pt x="135890" y="930910"/>
                    <a:pt x="74930" y="883920"/>
                  </a:cubicBezTo>
                  <a:cubicBezTo>
                    <a:pt x="46990" y="863600"/>
                    <a:pt x="30480" y="852170"/>
                    <a:pt x="19050" y="829310"/>
                  </a:cubicBezTo>
                  <a:cubicBezTo>
                    <a:pt x="7620" y="807720"/>
                    <a:pt x="0" y="777240"/>
                    <a:pt x="3810" y="750570"/>
                  </a:cubicBezTo>
                  <a:cubicBezTo>
                    <a:pt x="6350" y="722630"/>
                    <a:pt x="21590" y="693420"/>
                    <a:pt x="39370" y="665480"/>
                  </a:cubicBezTo>
                  <a:cubicBezTo>
                    <a:pt x="59690" y="631190"/>
                    <a:pt x="87630" y="607060"/>
                    <a:pt x="128270" y="565150"/>
                  </a:cubicBezTo>
                  <a:cubicBezTo>
                    <a:pt x="204470" y="486410"/>
                    <a:pt x="388620" y="292100"/>
                    <a:pt x="471170" y="240030"/>
                  </a:cubicBezTo>
                  <a:cubicBezTo>
                    <a:pt x="509270" y="215900"/>
                    <a:pt x="523240" y="212090"/>
                    <a:pt x="566420" y="204470"/>
                  </a:cubicBezTo>
                  <a:cubicBezTo>
                    <a:pt x="651510" y="189230"/>
                    <a:pt x="897890" y="186690"/>
                    <a:pt x="962660" y="208280"/>
                  </a:cubicBezTo>
                  <a:cubicBezTo>
                    <a:pt x="986790" y="215900"/>
                    <a:pt x="998220" y="224790"/>
                    <a:pt x="1008380" y="238760"/>
                  </a:cubicBezTo>
                  <a:cubicBezTo>
                    <a:pt x="1017270" y="252730"/>
                    <a:pt x="1023620" y="275590"/>
                    <a:pt x="1021080" y="292100"/>
                  </a:cubicBezTo>
                  <a:cubicBezTo>
                    <a:pt x="1018540" y="308610"/>
                    <a:pt x="1008380" y="328930"/>
                    <a:pt x="995680" y="340360"/>
                  </a:cubicBezTo>
                  <a:cubicBezTo>
                    <a:pt x="982980" y="351790"/>
                    <a:pt x="944880" y="360680"/>
                    <a:pt x="944880" y="36068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42228" y="1122603"/>
            <a:ext cx="12538883" cy="7909142"/>
          </a:xfrm>
          <a:custGeom>
            <a:avLst/>
            <a:gdLst/>
            <a:ahLst/>
            <a:cxnLst/>
            <a:rect r="r" b="b" t="t" l="l"/>
            <a:pathLst>
              <a:path h="7909142" w="12538883">
                <a:moveTo>
                  <a:pt x="0" y="0"/>
                </a:moveTo>
                <a:lnTo>
                  <a:pt x="12538884" y="0"/>
                </a:lnTo>
                <a:lnTo>
                  <a:pt x="12538884" y="7909141"/>
                </a:lnTo>
                <a:lnTo>
                  <a:pt x="0" y="79091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07970" y="1004901"/>
            <a:ext cx="4415569" cy="8253399"/>
          </a:xfrm>
          <a:custGeom>
            <a:avLst/>
            <a:gdLst/>
            <a:ahLst/>
            <a:cxnLst/>
            <a:rect r="r" b="b" t="t" l="l"/>
            <a:pathLst>
              <a:path h="8253399" w="4415569">
                <a:moveTo>
                  <a:pt x="0" y="0"/>
                </a:moveTo>
                <a:lnTo>
                  <a:pt x="4415568" y="0"/>
                </a:lnTo>
                <a:lnTo>
                  <a:pt x="4415568" y="8253399"/>
                </a:lnTo>
                <a:lnTo>
                  <a:pt x="0" y="82533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2228" y="9191625"/>
            <a:ext cx="3739123" cy="72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If a business owner wants to repeat an event,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6144" y="193442"/>
            <a:ext cx="17511856" cy="86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5082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Complex Task: </a:t>
            </a:r>
            <a:r>
              <a:rPr lang="en-US" sz="5082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collaborate on an event multiple times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93190" y="9338686"/>
            <a:ext cx="3335052" cy="36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They can fill in information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9217044"/>
            <a:ext cx="3739123" cy="72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Then save the repeated information.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37857" y="1965960"/>
            <a:ext cx="4013835" cy="3165158"/>
            <a:chOff x="0" y="0"/>
            <a:chExt cx="5351780" cy="42202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6990" y="46990"/>
              <a:ext cx="525653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256530">
                  <a:moveTo>
                    <a:pt x="285750" y="751840"/>
                  </a:moveTo>
                  <a:cubicBezTo>
                    <a:pt x="297180" y="3246120"/>
                    <a:pt x="309880" y="3442970"/>
                    <a:pt x="335280" y="3576320"/>
                  </a:cubicBezTo>
                  <a:cubicBezTo>
                    <a:pt x="349250" y="3647440"/>
                    <a:pt x="364490" y="3695700"/>
                    <a:pt x="382270" y="3737610"/>
                  </a:cubicBezTo>
                  <a:cubicBezTo>
                    <a:pt x="394970" y="3765550"/>
                    <a:pt x="397510" y="3783330"/>
                    <a:pt x="421640" y="3804920"/>
                  </a:cubicBezTo>
                  <a:cubicBezTo>
                    <a:pt x="469900" y="3844290"/>
                    <a:pt x="601980" y="3884930"/>
                    <a:pt x="693420" y="3907790"/>
                  </a:cubicBezTo>
                  <a:cubicBezTo>
                    <a:pt x="782320" y="3929380"/>
                    <a:pt x="821690" y="3931920"/>
                    <a:pt x="963930" y="3940810"/>
                  </a:cubicBezTo>
                  <a:cubicBezTo>
                    <a:pt x="1482090" y="3973830"/>
                    <a:pt x="4210050" y="3963670"/>
                    <a:pt x="4575810" y="3961130"/>
                  </a:cubicBezTo>
                  <a:cubicBezTo>
                    <a:pt x="4640580" y="3961130"/>
                    <a:pt x="4648200" y="3963670"/>
                    <a:pt x="4691380" y="3958590"/>
                  </a:cubicBezTo>
                  <a:cubicBezTo>
                    <a:pt x="4744720" y="3953510"/>
                    <a:pt x="4815840" y="3944620"/>
                    <a:pt x="4871720" y="3926840"/>
                  </a:cubicBezTo>
                  <a:cubicBezTo>
                    <a:pt x="4925060" y="3909060"/>
                    <a:pt x="4987290" y="3882390"/>
                    <a:pt x="5017770" y="3853180"/>
                  </a:cubicBezTo>
                  <a:cubicBezTo>
                    <a:pt x="5040630" y="3832860"/>
                    <a:pt x="5049520" y="3810000"/>
                    <a:pt x="5059680" y="3783330"/>
                  </a:cubicBezTo>
                  <a:cubicBezTo>
                    <a:pt x="5069840" y="3755390"/>
                    <a:pt x="5073650" y="3731260"/>
                    <a:pt x="5078730" y="3689350"/>
                  </a:cubicBezTo>
                  <a:cubicBezTo>
                    <a:pt x="5087620" y="3611880"/>
                    <a:pt x="5093970" y="3465830"/>
                    <a:pt x="5093970" y="3350260"/>
                  </a:cubicBezTo>
                  <a:cubicBezTo>
                    <a:pt x="5092700" y="3230880"/>
                    <a:pt x="5085080" y="3092450"/>
                    <a:pt x="5072380" y="2984500"/>
                  </a:cubicBezTo>
                  <a:cubicBezTo>
                    <a:pt x="5062220" y="2896870"/>
                    <a:pt x="5052060" y="2848610"/>
                    <a:pt x="5030470" y="2748280"/>
                  </a:cubicBezTo>
                  <a:cubicBezTo>
                    <a:pt x="4993640" y="2565400"/>
                    <a:pt x="4892040" y="2204720"/>
                    <a:pt x="4850130" y="1983740"/>
                  </a:cubicBezTo>
                  <a:cubicBezTo>
                    <a:pt x="4819650" y="1818640"/>
                    <a:pt x="4812030" y="1684020"/>
                    <a:pt x="4789170" y="1544320"/>
                  </a:cubicBezTo>
                  <a:cubicBezTo>
                    <a:pt x="4766310" y="1416050"/>
                    <a:pt x="4739640" y="1285240"/>
                    <a:pt x="4714240" y="1176020"/>
                  </a:cubicBezTo>
                  <a:cubicBezTo>
                    <a:pt x="4692650" y="1087120"/>
                    <a:pt x="4672330" y="1012190"/>
                    <a:pt x="4645660" y="934720"/>
                  </a:cubicBezTo>
                  <a:cubicBezTo>
                    <a:pt x="4621530" y="861060"/>
                    <a:pt x="4597400" y="784860"/>
                    <a:pt x="4563110" y="723900"/>
                  </a:cubicBezTo>
                  <a:cubicBezTo>
                    <a:pt x="4533900" y="671830"/>
                    <a:pt x="4500880" y="627380"/>
                    <a:pt x="4460240" y="589280"/>
                  </a:cubicBezTo>
                  <a:cubicBezTo>
                    <a:pt x="4418330" y="549910"/>
                    <a:pt x="4376420" y="520700"/>
                    <a:pt x="4314190" y="490220"/>
                  </a:cubicBezTo>
                  <a:cubicBezTo>
                    <a:pt x="4224020" y="447040"/>
                    <a:pt x="4095750" y="414020"/>
                    <a:pt x="3959860" y="379730"/>
                  </a:cubicBezTo>
                  <a:cubicBezTo>
                    <a:pt x="3779520" y="332740"/>
                    <a:pt x="3511550" y="283210"/>
                    <a:pt x="3324860" y="252730"/>
                  </a:cubicBezTo>
                  <a:cubicBezTo>
                    <a:pt x="3180080" y="228600"/>
                    <a:pt x="3064510" y="215900"/>
                    <a:pt x="2934970" y="201930"/>
                  </a:cubicBezTo>
                  <a:cubicBezTo>
                    <a:pt x="2805430" y="187960"/>
                    <a:pt x="2667000" y="175260"/>
                    <a:pt x="2545080" y="170180"/>
                  </a:cubicBezTo>
                  <a:cubicBezTo>
                    <a:pt x="2437130" y="167640"/>
                    <a:pt x="2366010" y="157480"/>
                    <a:pt x="2239010" y="175260"/>
                  </a:cubicBezTo>
                  <a:cubicBezTo>
                    <a:pt x="2018030" y="207010"/>
                    <a:pt x="1539240" y="384810"/>
                    <a:pt x="1351280" y="416560"/>
                  </a:cubicBezTo>
                  <a:cubicBezTo>
                    <a:pt x="1266190" y="431800"/>
                    <a:pt x="1242060" y="429260"/>
                    <a:pt x="1164590" y="431800"/>
                  </a:cubicBezTo>
                  <a:cubicBezTo>
                    <a:pt x="1037590" y="438150"/>
                    <a:pt x="825500" y="426720"/>
                    <a:pt x="668020" y="436880"/>
                  </a:cubicBezTo>
                  <a:cubicBezTo>
                    <a:pt x="521970" y="445770"/>
                    <a:pt x="322580" y="426720"/>
                    <a:pt x="247650" y="487680"/>
                  </a:cubicBezTo>
                  <a:cubicBezTo>
                    <a:pt x="198120" y="527050"/>
                    <a:pt x="195580" y="605790"/>
                    <a:pt x="185420" y="666750"/>
                  </a:cubicBezTo>
                  <a:cubicBezTo>
                    <a:pt x="173990" y="723900"/>
                    <a:pt x="176530" y="787400"/>
                    <a:pt x="181610" y="839470"/>
                  </a:cubicBezTo>
                  <a:cubicBezTo>
                    <a:pt x="186690" y="885190"/>
                    <a:pt x="207010" y="929640"/>
                    <a:pt x="208280" y="962660"/>
                  </a:cubicBezTo>
                  <a:cubicBezTo>
                    <a:pt x="209550" y="984250"/>
                    <a:pt x="210820" y="1002030"/>
                    <a:pt x="200660" y="1018540"/>
                  </a:cubicBezTo>
                  <a:cubicBezTo>
                    <a:pt x="189230" y="1038860"/>
                    <a:pt x="157480" y="1064260"/>
                    <a:pt x="132080" y="1068070"/>
                  </a:cubicBezTo>
                  <a:cubicBezTo>
                    <a:pt x="107950" y="1070610"/>
                    <a:pt x="71120" y="1056640"/>
                    <a:pt x="54610" y="1038860"/>
                  </a:cubicBezTo>
                  <a:cubicBezTo>
                    <a:pt x="38100" y="1019810"/>
                    <a:pt x="27940" y="981710"/>
                    <a:pt x="34290" y="957580"/>
                  </a:cubicBezTo>
                  <a:cubicBezTo>
                    <a:pt x="39370" y="933450"/>
                    <a:pt x="67310" y="902970"/>
                    <a:pt x="90170" y="895350"/>
                  </a:cubicBezTo>
                  <a:cubicBezTo>
                    <a:pt x="113030" y="886460"/>
                    <a:pt x="152400" y="891540"/>
                    <a:pt x="172720" y="906780"/>
                  </a:cubicBezTo>
                  <a:cubicBezTo>
                    <a:pt x="193040" y="920750"/>
                    <a:pt x="210820" y="956310"/>
                    <a:pt x="209550" y="981710"/>
                  </a:cubicBezTo>
                  <a:cubicBezTo>
                    <a:pt x="209550" y="1005840"/>
                    <a:pt x="189230" y="1041400"/>
                    <a:pt x="168910" y="1054100"/>
                  </a:cubicBezTo>
                  <a:cubicBezTo>
                    <a:pt x="148590" y="1068070"/>
                    <a:pt x="106680" y="1068070"/>
                    <a:pt x="85090" y="1060450"/>
                  </a:cubicBezTo>
                  <a:cubicBezTo>
                    <a:pt x="67310" y="1055370"/>
                    <a:pt x="54610" y="1037590"/>
                    <a:pt x="43180" y="1022350"/>
                  </a:cubicBezTo>
                  <a:cubicBezTo>
                    <a:pt x="31750" y="1008380"/>
                    <a:pt x="24130" y="993140"/>
                    <a:pt x="17780" y="974090"/>
                  </a:cubicBezTo>
                  <a:cubicBezTo>
                    <a:pt x="10160" y="948690"/>
                    <a:pt x="6350" y="920750"/>
                    <a:pt x="3810" y="882650"/>
                  </a:cubicBezTo>
                  <a:cubicBezTo>
                    <a:pt x="0" y="819150"/>
                    <a:pt x="3810" y="692150"/>
                    <a:pt x="11430" y="629920"/>
                  </a:cubicBezTo>
                  <a:cubicBezTo>
                    <a:pt x="16510" y="593090"/>
                    <a:pt x="21590" y="575310"/>
                    <a:pt x="33020" y="542290"/>
                  </a:cubicBezTo>
                  <a:cubicBezTo>
                    <a:pt x="46990" y="497840"/>
                    <a:pt x="69850" y="427990"/>
                    <a:pt x="96520" y="391160"/>
                  </a:cubicBezTo>
                  <a:cubicBezTo>
                    <a:pt x="118110" y="361950"/>
                    <a:pt x="134620" y="344170"/>
                    <a:pt x="172720" y="326390"/>
                  </a:cubicBezTo>
                  <a:cubicBezTo>
                    <a:pt x="243840" y="293370"/>
                    <a:pt x="384810" y="281940"/>
                    <a:pt x="518160" y="269240"/>
                  </a:cubicBezTo>
                  <a:cubicBezTo>
                    <a:pt x="698500" y="254000"/>
                    <a:pt x="1010920" y="269240"/>
                    <a:pt x="1160780" y="261620"/>
                  </a:cubicBezTo>
                  <a:cubicBezTo>
                    <a:pt x="1240790" y="257810"/>
                    <a:pt x="1262380" y="261620"/>
                    <a:pt x="1343660" y="246380"/>
                  </a:cubicBezTo>
                  <a:cubicBezTo>
                    <a:pt x="1513840" y="215900"/>
                    <a:pt x="1944370" y="66040"/>
                    <a:pt x="2123440" y="30480"/>
                  </a:cubicBezTo>
                  <a:cubicBezTo>
                    <a:pt x="2213610" y="11430"/>
                    <a:pt x="2263140" y="7620"/>
                    <a:pt x="2331720" y="3810"/>
                  </a:cubicBezTo>
                  <a:cubicBezTo>
                    <a:pt x="2400300" y="0"/>
                    <a:pt x="2451100" y="3810"/>
                    <a:pt x="2533650" y="8890"/>
                  </a:cubicBezTo>
                  <a:cubicBezTo>
                    <a:pt x="2672080" y="16510"/>
                    <a:pt x="2882900" y="33020"/>
                    <a:pt x="3081020" y="58420"/>
                  </a:cubicBezTo>
                  <a:cubicBezTo>
                    <a:pt x="3317240" y="88900"/>
                    <a:pt x="3637280" y="137160"/>
                    <a:pt x="3859530" y="184150"/>
                  </a:cubicBezTo>
                  <a:cubicBezTo>
                    <a:pt x="4027170" y="219710"/>
                    <a:pt x="4188460" y="257810"/>
                    <a:pt x="4297680" y="299720"/>
                  </a:cubicBezTo>
                  <a:cubicBezTo>
                    <a:pt x="4367530" y="327660"/>
                    <a:pt x="4411980" y="351790"/>
                    <a:pt x="4462780" y="384810"/>
                  </a:cubicBezTo>
                  <a:cubicBezTo>
                    <a:pt x="4511040" y="416560"/>
                    <a:pt x="4559300" y="452120"/>
                    <a:pt x="4597400" y="492760"/>
                  </a:cubicBezTo>
                  <a:cubicBezTo>
                    <a:pt x="4632960" y="530860"/>
                    <a:pt x="4659630" y="572770"/>
                    <a:pt x="4686300" y="622300"/>
                  </a:cubicBezTo>
                  <a:cubicBezTo>
                    <a:pt x="4718050" y="679450"/>
                    <a:pt x="4743450" y="736600"/>
                    <a:pt x="4771390" y="819150"/>
                  </a:cubicBezTo>
                  <a:cubicBezTo>
                    <a:pt x="4817110" y="953770"/>
                    <a:pt x="4869180" y="1172210"/>
                    <a:pt x="4908550" y="1356360"/>
                  </a:cubicBezTo>
                  <a:cubicBezTo>
                    <a:pt x="4950460" y="1549400"/>
                    <a:pt x="4970780" y="1741170"/>
                    <a:pt x="5012690" y="1951990"/>
                  </a:cubicBezTo>
                  <a:cubicBezTo>
                    <a:pt x="5059680" y="2192020"/>
                    <a:pt x="5144770" y="2514600"/>
                    <a:pt x="5184140" y="2720340"/>
                  </a:cubicBezTo>
                  <a:cubicBezTo>
                    <a:pt x="5210810" y="2858770"/>
                    <a:pt x="5229860" y="2943860"/>
                    <a:pt x="5241290" y="3068320"/>
                  </a:cubicBezTo>
                  <a:cubicBezTo>
                    <a:pt x="5255260" y="3211830"/>
                    <a:pt x="5256530" y="3397250"/>
                    <a:pt x="5252720" y="3531870"/>
                  </a:cubicBezTo>
                  <a:cubicBezTo>
                    <a:pt x="5250180" y="3634740"/>
                    <a:pt x="5246370" y="3738880"/>
                    <a:pt x="5231130" y="3806190"/>
                  </a:cubicBezTo>
                  <a:cubicBezTo>
                    <a:pt x="5222240" y="3846830"/>
                    <a:pt x="5210810" y="3873500"/>
                    <a:pt x="5194300" y="3901440"/>
                  </a:cubicBezTo>
                  <a:cubicBezTo>
                    <a:pt x="5179060" y="3928110"/>
                    <a:pt x="5162550" y="3949700"/>
                    <a:pt x="5137150" y="3972560"/>
                  </a:cubicBezTo>
                  <a:cubicBezTo>
                    <a:pt x="5104130" y="4001770"/>
                    <a:pt x="5045710" y="4034790"/>
                    <a:pt x="5002530" y="4055110"/>
                  </a:cubicBezTo>
                  <a:cubicBezTo>
                    <a:pt x="4965700" y="4071620"/>
                    <a:pt x="4935220" y="4080510"/>
                    <a:pt x="4893310" y="4090670"/>
                  </a:cubicBezTo>
                  <a:cubicBezTo>
                    <a:pt x="4838700" y="4103370"/>
                    <a:pt x="4787900" y="4113530"/>
                    <a:pt x="4699000" y="4119880"/>
                  </a:cubicBezTo>
                  <a:cubicBezTo>
                    <a:pt x="4508500" y="4135120"/>
                    <a:pt x="4027170" y="4128770"/>
                    <a:pt x="3797300" y="4122420"/>
                  </a:cubicBezTo>
                  <a:cubicBezTo>
                    <a:pt x="3655060" y="4118610"/>
                    <a:pt x="3620770" y="4108450"/>
                    <a:pt x="3451860" y="4104640"/>
                  </a:cubicBezTo>
                  <a:cubicBezTo>
                    <a:pt x="2990850" y="4091940"/>
                    <a:pt x="1301750" y="4145280"/>
                    <a:pt x="871220" y="4107180"/>
                  </a:cubicBezTo>
                  <a:cubicBezTo>
                    <a:pt x="726440" y="4094480"/>
                    <a:pt x="668020" y="4080510"/>
                    <a:pt x="581660" y="4056380"/>
                  </a:cubicBezTo>
                  <a:cubicBezTo>
                    <a:pt x="508000" y="4034790"/>
                    <a:pt x="430530" y="4003040"/>
                    <a:pt x="381000" y="3978910"/>
                  </a:cubicBezTo>
                  <a:cubicBezTo>
                    <a:pt x="349250" y="3962400"/>
                    <a:pt x="330200" y="3952240"/>
                    <a:pt x="308610" y="3931920"/>
                  </a:cubicBezTo>
                  <a:cubicBezTo>
                    <a:pt x="285750" y="3911600"/>
                    <a:pt x="267970" y="3888740"/>
                    <a:pt x="250190" y="3855720"/>
                  </a:cubicBezTo>
                  <a:cubicBezTo>
                    <a:pt x="226060" y="3811270"/>
                    <a:pt x="203200" y="3742690"/>
                    <a:pt x="187960" y="3684270"/>
                  </a:cubicBezTo>
                  <a:cubicBezTo>
                    <a:pt x="172720" y="3624580"/>
                    <a:pt x="168910" y="3576320"/>
                    <a:pt x="162560" y="3500120"/>
                  </a:cubicBezTo>
                  <a:cubicBezTo>
                    <a:pt x="149860" y="3371850"/>
                    <a:pt x="142240" y="3220720"/>
                    <a:pt x="135890" y="2990850"/>
                  </a:cubicBezTo>
                  <a:cubicBezTo>
                    <a:pt x="123190" y="2508250"/>
                    <a:pt x="80010" y="965200"/>
                    <a:pt x="132080" y="751840"/>
                  </a:cubicBezTo>
                  <a:cubicBezTo>
                    <a:pt x="140970" y="713740"/>
                    <a:pt x="148590" y="701040"/>
                    <a:pt x="165100" y="688340"/>
                  </a:cubicBezTo>
                  <a:cubicBezTo>
                    <a:pt x="179070" y="678180"/>
                    <a:pt x="200660" y="673100"/>
                    <a:pt x="218440" y="675640"/>
                  </a:cubicBezTo>
                  <a:cubicBezTo>
                    <a:pt x="234950" y="678180"/>
                    <a:pt x="255270" y="688340"/>
                    <a:pt x="266700" y="701040"/>
                  </a:cubicBezTo>
                  <a:cubicBezTo>
                    <a:pt x="276860" y="713740"/>
                    <a:pt x="285750" y="751840"/>
                    <a:pt x="285750" y="75184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56407" y="6964680"/>
            <a:ext cx="3159442" cy="952500"/>
            <a:chOff x="0" y="0"/>
            <a:chExt cx="4212590" cy="127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3180" y="43180"/>
              <a:ext cx="4126230" cy="1182370"/>
            </a:xfrm>
            <a:custGeom>
              <a:avLst/>
              <a:gdLst/>
              <a:ahLst/>
              <a:cxnLst/>
              <a:rect r="r" b="b" t="t" l="l"/>
              <a:pathLst>
                <a:path h="1182370" w="4126230">
                  <a:moveTo>
                    <a:pt x="787400" y="236220"/>
                  </a:moveTo>
                  <a:cubicBezTo>
                    <a:pt x="398780" y="260350"/>
                    <a:pt x="353060" y="280670"/>
                    <a:pt x="313690" y="313690"/>
                  </a:cubicBezTo>
                  <a:cubicBezTo>
                    <a:pt x="271780" y="347980"/>
                    <a:pt x="238760" y="408940"/>
                    <a:pt x="217170" y="449580"/>
                  </a:cubicBezTo>
                  <a:cubicBezTo>
                    <a:pt x="200660" y="477520"/>
                    <a:pt x="190500" y="500380"/>
                    <a:pt x="185420" y="528320"/>
                  </a:cubicBezTo>
                  <a:cubicBezTo>
                    <a:pt x="177800" y="557530"/>
                    <a:pt x="176530" y="589280"/>
                    <a:pt x="180340" y="621030"/>
                  </a:cubicBezTo>
                  <a:cubicBezTo>
                    <a:pt x="184150" y="652780"/>
                    <a:pt x="195580" y="681990"/>
                    <a:pt x="210820" y="716280"/>
                  </a:cubicBezTo>
                  <a:cubicBezTo>
                    <a:pt x="229870" y="762000"/>
                    <a:pt x="260350" y="836930"/>
                    <a:pt x="290830" y="869950"/>
                  </a:cubicBezTo>
                  <a:cubicBezTo>
                    <a:pt x="312420" y="891540"/>
                    <a:pt x="325120" y="897890"/>
                    <a:pt x="358140" y="910590"/>
                  </a:cubicBezTo>
                  <a:cubicBezTo>
                    <a:pt x="434340" y="939800"/>
                    <a:pt x="628650" y="965200"/>
                    <a:pt x="758190" y="981710"/>
                  </a:cubicBezTo>
                  <a:cubicBezTo>
                    <a:pt x="877570" y="996950"/>
                    <a:pt x="969010" y="1003300"/>
                    <a:pt x="1108710" y="1009650"/>
                  </a:cubicBezTo>
                  <a:cubicBezTo>
                    <a:pt x="1315720" y="1018540"/>
                    <a:pt x="1701800" y="1022350"/>
                    <a:pt x="1880870" y="1016000"/>
                  </a:cubicBezTo>
                  <a:cubicBezTo>
                    <a:pt x="1974850" y="1012190"/>
                    <a:pt x="1993900" y="1009650"/>
                    <a:pt x="2098040" y="996950"/>
                  </a:cubicBezTo>
                  <a:cubicBezTo>
                    <a:pt x="2363470" y="963930"/>
                    <a:pt x="3230880" y="822960"/>
                    <a:pt x="3506470" y="763270"/>
                  </a:cubicBezTo>
                  <a:cubicBezTo>
                    <a:pt x="3622040" y="737870"/>
                    <a:pt x="3679190" y="722630"/>
                    <a:pt x="3750310" y="695960"/>
                  </a:cubicBezTo>
                  <a:cubicBezTo>
                    <a:pt x="3810000" y="674370"/>
                    <a:pt x="3874770" y="651510"/>
                    <a:pt x="3906520" y="621030"/>
                  </a:cubicBezTo>
                  <a:cubicBezTo>
                    <a:pt x="3928110" y="599440"/>
                    <a:pt x="3935730" y="572770"/>
                    <a:pt x="3942080" y="547370"/>
                  </a:cubicBezTo>
                  <a:cubicBezTo>
                    <a:pt x="3947160" y="520700"/>
                    <a:pt x="3945890" y="487680"/>
                    <a:pt x="3940810" y="461010"/>
                  </a:cubicBezTo>
                  <a:cubicBezTo>
                    <a:pt x="3937000" y="434340"/>
                    <a:pt x="3930650" y="406400"/>
                    <a:pt x="3915410" y="384810"/>
                  </a:cubicBezTo>
                  <a:cubicBezTo>
                    <a:pt x="3897630" y="359410"/>
                    <a:pt x="3876040" y="342900"/>
                    <a:pt x="3839210" y="322580"/>
                  </a:cubicBezTo>
                  <a:cubicBezTo>
                    <a:pt x="3769360" y="283210"/>
                    <a:pt x="3600450" y="224790"/>
                    <a:pt x="3507740" y="203200"/>
                  </a:cubicBezTo>
                  <a:cubicBezTo>
                    <a:pt x="3442970" y="189230"/>
                    <a:pt x="3411220" y="190500"/>
                    <a:pt x="3338830" y="186690"/>
                  </a:cubicBezTo>
                  <a:cubicBezTo>
                    <a:pt x="3205480" y="177800"/>
                    <a:pt x="2928620" y="171450"/>
                    <a:pt x="2768600" y="175260"/>
                  </a:cubicBezTo>
                  <a:cubicBezTo>
                    <a:pt x="2649220" y="177800"/>
                    <a:pt x="2586990" y="182880"/>
                    <a:pt x="2459990" y="196850"/>
                  </a:cubicBezTo>
                  <a:cubicBezTo>
                    <a:pt x="2255520" y="219710"/>
                    <a:pt x="1910080" y="293370"/>
                    <a:pt x="1657350" y="317500"/>
                  </a:cubicBezTo>
                  <a:cubicBezTo>
                    <a:pt x="1433830" y="337820"/>
                    <a:pt x="1167130" y="325120"/>
                    <a:pt x="1021080" y="342900"/>
                  </a:cubicBezTo>
                  <a:cubicBezTo>
                    <a:pt x="943610" y="351790"/>
                    <a:pt x="908050" y="370840"/>
                    <a:pt x="844550" y="377190"/>
                  </a:cubicBezTo>
                  <a:cubicBezTo>
                    <a:pt x="770890" y="386080"/>
                    <a:pt x="670560" y="403860"/>
                    <a:pt x="604520" y="384810"/>
                  </a:cubicBezTo>
                  <a:cubicBezTo>
                    <a:pt x="549910" y="369570"/>
                    <a:pt x="483870" y="327660"/>
                    <a:pt x="471170" y="297180"/>
                  </a:cubicBezTo>
                  <a:cubicBezTo>
                    <a:pt x="463550" y="279400"/>
                    <a:pt x="472440" y="257810"/>
                    <a:pt x="481330" y="242570"/>
                  </a:cubicBezTo>
                  <a:cubicBezTo>
                    <a:pt x="488950" y="227330"/>
                    <a:pt x="504190" y="212090"/>
                    <a:pt x="520700" y="205740"/>
                  </a:cubicBezTo>
                  <a:cubicBezTo>
                    <a:pt x="542290" y="198120"/>
                    <a:pt x="581660" y="199390"/>
                    <a:pt x="601980" y="212090"/>
                  </a:cubicBezTo>
                  <a:cubicBezTo>
                    <a:pt x="621030" y="223520"/>
                    <a:pt x="641350" y="257810"/>
                    <a:pt x="641350" y="280670"/>
                  </a:cubicBezTo>
                  <a:cubicBezTo>
                    <a:pt x="642620" y="304800"/>
                    <a:pt x="626110" y="339090"/>
                    <a:pt x="607060" y="353060"/>
                  </a:cubicBezTo>
                  <a:cubicBezTo>
                    <a:pt x="588010" y="368300"/>
                    <a:pt x="549910" y="373380"/>
                    <a:pt x="527050" y="365760"/>
                  </a:cubicBezTo>
                  <a:cubicBezTo>
                    <a:pt x="504190" y="356870"/>
                    <a:pt x="478790" y="328930"/>
                    <a:pt x="472440" y="306070"/>
                  </a:cubicBezTo>
                  <a:cubicBezTo>
                    <a:pt x="467360" y="283210"/>
                    <a:pt x="477520" y="245110"/>
                    <a:pt x="491490" y="227330"/>
                  </a:cubicBezTo>
                  <a:cubicBezTo>
                    <a:pt x="502920" y="213360"/>
                    <a:pt x="520700" y="201930"/>
                    <a:pt x="538480" y="200660"/>
                  </a:cubicBezTo>
                  <a:cubicBezTo>
                    <a:pt x="561340" y="198120"/>
                    <a:pt x="599440" y="208280"/>
                    <a:pt x="615950" y="223520"/>
                  </a:cubicBezTo>
                  <a:cubicBezTo>
                    <a:pt x="629920" y="234950"/>
                    <a:pt x="642620" y="270510"/>
                    <a:pt x="641350" y="271780"/>
                  </a:cubicBezTo>
                  <a:cubicBezTo>
                    <a:pt x="638810" y="273050"/>
                    <a:pt x="584200" y="226060"/>
                    <a:pt x="589280" y="213360"/>
                  </a:cubicBezTo>
                  <a:cubicBezTo>
                    <a:pt x="599440" y="190500"/>
                    <a:pt x="769620" y="217170"/>
                    <a:pt x="844550" y="209550"/>
                  </a:cubicBezTo>
                  <a:cubicBezTo>
                    <a:pt x="906780" y="204470"/>
                    <a:pt x="937260" y="189230"/>
                    <a:pt x="1010920" y="181610"/>
                  </a:cubicBezTo>
                  <a:cubicBezTo>
                    <a:pt x="1151890" y="167640"/>
                    <a:pt x="1412240" y="186690"/>
                    <a:pt x="1640840" y="167640"/>
                  </a:cubicBezTo>
                  <a:cubicBezTo>
                    <a:pt x="1916430" y="143510"/>
                    <a:pt x="2255520" y="55880"/>
                    <a:pt x="2548890" y="29210"/>
                  </a:cubicBezTo>
                  <a:cubicBezTo>
                    <a:pt x="2821940" y="5080"/>
                    <a:pt x="3164840" y="0"/>
                    <a:pt x="3343910" y="7620"/>
                  </a:cubicBezTo>
                  <a:cubicBezTo>
                    <a:pt x="3435350" y="11430"/>
                    <a:pt x="3475990" y="13970"/>
                    <a:pt x="3552190" y="31750"/>
                  </a:cubicBezTo>
                  <a:cubicBezTo>
                    <a:pt x="3651250" y="53340"/>
                    <a:pt x="3811270" y="111760"/>
                    <a:pt x="3887470" y="146050"/>
                  </a:cubicBezTo>
                  <a:cubicBezTo>
                    <a:pt x="3929380" y="165100"/>
                    <a:pt x="3950970" y="175260"/>
                    <a:pt x="3981450" y="199390"/>
                  </a:cubicBezTo>
                  <a:cubicBezTo>
                    <a:pt x="4019550" y="229870"/>
                    <a:pt x="4071620" y="285750"/>
                    <a:pt x="4094480" y="323850"/>
                  </a:cubicBezTo>
                  <a:cubicBezTo>
                    <a:pt x="4109720" y="350520"/>
                    <a:pt x="4113530" y="365760"/>
                    <a:pt x="4118610" y="398780"/>
                  </a:cubicBezTo>
                  <a:cubicBezTo>
                    <a:pt x="4126230" y="455930"/>
                    <a:pt x="4123690" y="589280"/>
                    <a:pt x="4105910" y="645160"/>
                  </a:cubicBezTo>
                  <a:cubicBezTo>
                    <a:pt x="4095750" y="676910"/>
                    <a:pt x="4081780" y="693420"/>
                    <a:pt x="4064000" y="713740"/>
                  </a:cubicBezTo>
                  <a:cubicBezTo>
                    <a:pt x="4046220" y="734060"/>
                    <a:pt x="4028440" y="748030"/>
                    <a:pt x="3997960" y="765810"/>
                  </a:cubicBezTo>
                  <a:cubicBezTo>
                    <a:pt x="3947160" y="796290"/>
                    <a:pt x="3867150" y="834390"/>
                    <a:pt x="3775710" y="863600"/>
                  </a:cubicBezTo>
                  <a:cubicBezTo>
                    <a:pt x="3646170" y="905510"/>
                    <a:pt x="3483610" y="928370"/>
                    <a:pt x="3284220" y="965200"/>
                  </a:cubicBezTo>
                  <a:cubicBezTo>
                    <a:pt x="2978150" y="1021080"/>
                    <a:pt x="2354580" y="1126490"/>
                    <a:pt x="2113280" y="1155700"/>
                  </a:cubicBezTo>
                  <a:cubicBezTo>
                    <a:pt x="2006600" y="1168400"/>
                    <a:pt x="1978660" y="1168400"/>
                    <a:pt x="1880870" y="1172210"/>
                  </a:cubicBezTo>
                  <a:cubicBezTo>
                    <a:pt x="1706880" y="1179830"/>
                    <a:pt x="1379220" y="1182370"/>
                    <a:pt x="1165860" y="1176020"/>
                  </a:cubicBezTo>
                  <a:cubicBezTo>
                    <a:pt x="990600" y="1170940"/>
                    <a:pt x="839470" y="1164590"/>
                    <a:pt x="689610" y="1146810"/>
                  </a:cubicBezTo>
                  <a:cubicBezTo>
                    <a:pt x="551180" y="1129030"/>
                    <a:pt x="374650" y="1101090"/>
                    <a:pt x="294640" y="1074420"/>
                  </a:cubicBezTo>
                  <a:cubicBezTo>
                    <a:pt x="256540" y="1061720"/>
                    <a:pt x="240030" y="1052830"/>
                    <a:pt x="215900" y="1036320"/>
                  </a:cubicBezTo>
                  <a:cubicBezTo>
                    <a:pt x="191770" y="1019810"/>
                    <a:pt x="171450" y="1000760"/>
                    <a:pt x="151130" y="972820"/>
                  </a:cubicBezTo>
                  <a:cubicBezTo>
                    <a:pt x="121920" y="935990"/>
                    <a:pt x="88900" y="878840"/>
                    <a:pt x="66040" y="826770"/>
                  </a:cubicBezTo>
                  <a:cubicBezTo>
                    <a:pt x="41910" y="774700"/>
                    <a:pt x="15240" y="718820"/>
                    <a:pt x="7620" y="662940"/>
                  </a:cubicBezTo>
                  <a:cubicBezTo>
                    <a:pt x="0" y="604520"/>
                    <a:pt x="3810" y="539750"/>
                    <a:pt x="19050" y="482600"/>
                  </a:cubicBezTo>
                  <a:cubicBezTo>
                    <a:pt x="34290" y="424180"/>
                    <a:pt x="63500" y="367030"/>
                    <a:pt x="96520" y="316230"/>
                  </a:cubicBezTo>
                  <a:cubicBezTo>
                    <a:pt x="129540" y="264160"/>
                    <a:pt x="170180" y="210820"/>
                    <a:pt x="217170" y="175260"/>
                  </a:cubicBezTo>
                  <a:cubicBezTo>
                    <a:pt x="264160" y="138430"/>
                    <a:pt x="331470" y="113030"/>
                    <a:pt x="378460" y="97790"/>
                  </a:cubicBezTo>
                  <a:cubicBezTo>
                    <a:pt x="411480" y="86360"/>
                    <a:pt x="427990" y="83820"/>
                    <a:pt x="468630" y="80010"/>
                  </a:cubicBezTo>
                  <a:cubicBezTo>
                    <a:pt x="542290" y="73660"/>
                    <a:pt x="722630" y="63500"/>
                    <a:pt x="787400" y="80010"/>
                  </a:cubicBezTo>
                  <a:cubicBezTo>
                    <a:pt x="819150" y="87630"/>
                    <a:pt x="839470" y="97790"/>
                    <a:pt x="852170" y="113030"/>
                  </a:cubicBezTo>
                  <a:cubicBezTo>
                    <a:pt x="863600" y="128270"/>
                    <a:pt x="867410" y="149860"/>
                    <a:pt x="866140" y="167640"/>
                  </a:cubicBezTo>
                  <a:cubicBezTo>
                    <a:pt x="863600" y="185420"/>
                    <a:pt x="853440" y="205740"/>
                    <a:pt x="839470" y="217170"/>
                  </a:cubicBezTo>
                  <a:cubicBezTo>
                    <a:pt x="826770" y="228600"/>
                    <a:pt x="787400" y="236220"/>
                    <a:pt x="787400" y="236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612708" y="3726180"/>
            <a:ext cx="1566862" cy="822960"/>
            <a:chOff x="0" y="0"/>
            <a:chExt cx="208915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1910" y="43180"/>
              <a:ext cx="2002790" cy="1021080"/>
            </a:xfrm>
            <a:custGeom>
              <a:avLst/>
              <a:gdLst/>
              <a:ahLst/>
              <a:cxnLst/>
              <a:rect r="r" b="b" t="t" l="l"/>
              <a:pathLst>
                <a:path h="1021080" w="2002790">
                  <a:moveTo>
                    <a:pt x="425450" y="313690"/>
                  </a:moveTo>
                  <a:cubicBezTo>
                    <a:pt x="191770" y="335280"/>
                    <a:pt x="217170" y="372110"/>
                    <a:pt x="215900" y="407670"/>
                  </a:cubicBezTo>
                  <a:cubicBezTo>
                    <a:pt x="212090" y="457200"/>
                    <a:pt x="186690" y="527050"/>
                    <a:pt x="180340" y="584200"/>
                  </a:cubicBezTo>
                  <a:cubicBezTo>
                    <a:pt x="175260" y="638810"/>
                    <a:pt x="165100" y="706120"/>
                    <a:pt x="180340" y="744220"/>
                  </a:cubicBezTo>
                  <a:cubicBezTo>
                    <a:pt x="191770" y="770890"/>
                    <a:pt x="209550" y="786130"/>
                    <a:pt x="240030" y="800100"/>
                  </a:cubicBezTo>
                  <a:cubicBezTo>
                    <a:pt x="295910" y="825500"/>
                    <a:pt x="403860" y="820420"/>
                    <a:pt x="519430" y="826770"/>
                  </a:cubicBezTo>
                  <a:cubicBezTo>
                    <a:pt x="707390" y="835660"/>
                    <a:pt x="1037590" y="852170"/>
                    <a:pt x="1261110" y="829310"/>
                  </a:cubicBezTo>
                  <a:cubicBezTo>
                    <a:pt x="1449070" y="810260"/>
                    <a:pt x="1703070" y="775970"/>
                    <a:pt x="1772920" y="721360"/>
                  </a:cubicBezTo>
                  <a:cubicBezTo>
                    <a:pt x="1800860" y="699770"/>
                    <a:pt x="1802130" y="681990"/>
                    <a:pt x="1809750" y="648970"/>
                  </a:cubicBezTo>
                  <a:cubicBezTo>
                    <a:pt x="1824990" y="591820"/>
                    <a:pt x="1838960" y="450850"/>
                    <a:pt x="1818640" y="400050"/>
                  </a:cubicBezTo>
                  <a:cubicBezTo>
                    <a:pt x="1808480" y="370840"/>
                    <a:pt x="1785620" y="360680"/>
                    <a:pt x="1765300" y="344170"/>
                  </a:cubicBezTo>
                  <a:cubicBezTo>
                    <a:pt x="1743710" y="327660"/>
                    <a:pt x="1719580" y="316230"/>
                    <a:pt x="1687830" y="302260"/>
                  </a:cubicBezTo>
                  <a:cubicBezTo>
                    <a:pt x="1640840" y="280670"/>
                    <a:pt x="1567180" y="252730"/>
                    <a:pt x="1507490" y="234950"/>
                  </a:cubicBezTo>
                  <a:cubicBezTo>
                    <a:pt x="1452880" y="218440"/>
                    <a:pt x="1403350" y="205740"/>
                    <a:pt x="1346200" y="196850"/>
                  </a:cubicBezTo>
                  <a:cubicBezTo>
                    <a:pt x="1286510" y="186690"/>
                    <a:pt x="1230630" y="182880"/>
                    <a:pt x="1155700" y="179070"/>
                  </a:cubicBezTo>
                  <a:cubicBezTo>
                    <a:pt x="1050290" y="172720"/>
                    <a:pt x="906780" y="171450"/>
                    <a:pt x="772160" y="176530"/>
                  </a:cubicBezTo>
                  <a:cubicBezTo>
                    <a:pt x="621030" y="184150"/>
                    <a:pt x="397510" y="246380"/>
                    <a:pt x="293370" y="222250"/>
                  </a:cubicBezTo>
                  <a:cubicBezTo>
                    <a:pt x="234950" y="208280"/>
                    <a:pt x="182880" y="166370"/>
                    <a:pt x="168910" y="144780"/>
                  </a:cubicBezTo>
                  <a:cubicBezTo>
                    <a:pt x="162560" y="134620"/>
                    <a:pt x="163830" y="127000"/>
                    <a:pt x="166370" y="116840"/>
                  </a:cubicBezTo>
                  <a:cubicBezTo>
                    <a:pt x="170180" y="97790"/>
                    <a:pt x="186690" y="59690"/>
                    <a:pt x="207010" y="46990"/>
                  </a:cubicBezTo>
                  <a:cubicBezTo>
                    <a:pt x="227330" y="34290"/>
                    <a:pt x="266700" y="31750"/>
                    <a:pt x="288290" y="41910"/>
                  </a:cubicBezTo>
                  <a:cubicBezTo>
                    <a:pt x="309880" y="52070"/>
                    <a:pt x="334010" y="82550"/>
                    <a:pt x="337820" y="105410"/>
                  </a:cubicBezTo>
                  <a:cubicBezTo>
                    <a:pt x="341630" y="129540"/>
                    <a:pt x="330200" y="166370"/>
                    <a:pt x="312420" y="182880"/>
                  </a:cubicBezTo>
                  <a:cubicBezTo>
                    <a:pt x="294640" y="199390"/>
                    <a:pt x="257810" y="209550"/>
                    <a:pt x="234950" y="205740"/>
                  </a:cubicBezTo>
                  <a:cubicBezTo>
                    <a:pt x="210820" y="200660"/>
                    <a:pt x="181610" y="175260"/>
                    <a:pt x="172720" y="153670"/>
                  </a:cubicBezTo>
                  <a:cubicBezTo>
                    <a:pt x="163830" y="130810"/>
                    <a:pt x="170180" y="91440"/>
                    <a:pt x="180340" y="72390"/>
                  </a:cubicBezTo>
                  <a:cubicBezTo>
                    <a:pt x="189230" y="55880"/>
                    <a:pt x="208280" y="44450"/>
                    <a:pt x="224790" y="38100"/>
                  </a:cubicBezTo>
                  <a:cubicBezTo>
                    <a:pt x="241300" y="33020"/>
                    <a:pt x="262890" y="30480"/>
                    <a:pt x="279400" y="38100"/>
                  </a:cubicBezTo>
                  <a:cubicBezTo>
                    <a:pt x="299720" y="46990"/>
                    <a:pt x="331470" y="99060"/>
                    <a:pt x="335280" y="96520"/>
                  </a:cubicBezTo>
                  <a:cubicBezTo>
                    <a:pt x="339090" y="93980"/>
                    <a:pt x="302260" y="55880"/>
                    <a:pt x="311150" y="40640"/>
                  </a:cubicBezTo>
                  <a:cubicBezTo>
                    <a:pt x="336550" y="0"/>
                    <a:pt x="621030" y="11430"/>
                    <a:pt x="772160" y="7620"/>
                  </a:cubicBezTo>
                  <a:cubicBezTo>
                    <a:pt x="919480" y="2540"/>
                    <a:pt x="1096010" y="3810"/>
                    <a:pt x="1209040" y="10160"/>
                  </a:cubicBezTo>
                  <a:cubicBezTo>
                    <a:pt x="1280160" y="13970"/>
                    <a:pt x="1319530" y="17780"/>
                    <a:pt x="1384300" y="29210"/>
                  </a:cubicBezTo>
                  <a:cubicBezTo>
                    <a:pt x="1463040" y="44450"/>
                    <a:pt x="1570990" y="71120"/>
                    <a:pt x="1647190" y="97790"/>
                  </a:cubicBezTo>
                  <a:cubicBezTo>
                    <a:pt x="1708150" y="119380"/>
                    <a:pt x="1760220" y="142240"/>
                    <a:pt x="1808480" y="168910"/>
                  </a:cubicBezTo>
                  <a:cubicBezTo>
                    <a:pt x="1850390" y="191770"/>
                    <a:pt x="1893570" y="215900"/>
                    <a:pt x="1921510" y="243840"/>
                  </a:cubicBezTo>
                  <a:cubicBezTo>
                    <a:pt x="1945640" y="266700"/>
                    <a:pt x="1962150" y="290830"/>
                    <a:pt x="1974850" y="317500"/>
                  </a:cubicBezTo>
                  <a:cubicBezTo>
                    <a:pt x="1986280" y="342900"/>
                    <a:pt x="1991360" y="363220"/>
                    <a:pt x="1995170" y="400050"/>
                  </a:cubicBezTo>
                  <a:cubicBezTo>
                    <a:pt x="2002790" y="466090"/>
                    <a:pt x="1993900" y="624840"/>
                    <a:pt x="1982470" y="689610"/>
                  </a:cubicBezTo>
                  <a:cubicBezTo>
                    <a:pt x="1976120" y="722630"/>
                    <a:pt x="1972310" y="737870"/>
                    <a:pt x="1958340" y="763270"/>
                  </a:cubicBezTo>
                  <a:cubicBezTo>
                    <a:pt x="1943100" y="793750"/>
                    <a:pt x="1916430" y="831850"/>
                    <a:pt x="1889760" y="853440"/>
                  </a:cubicBezTo>
                  <a:cubicBezTo>
                    <a:pt x="1864360" y="875030"/>
                    <a:pt x="1846580" y="882650"/>
                    <a:pt x="1804670" y="896620"/>
                  </a:cubicBezTo>
                  <a:cubicBezTo>
                    <a:pt x="1703070" y="930910"/>
                    <a:pt x="1457960" y="980440"/>
                    <a:pt x="1261110" y="999490"/>
                  </a:cubicBezTo>
                  <a:cubicBezTo>
                    <a:pt x="1032510" y="1021080"/>
                    <a:pt x="713740" y="1012190"/>
                    <a:pt x="515620" y="1002030"/>
                  </a:cubicBezTo>
                  <a:cubicBezTo>
                    <a:pt x="382270" y="994410"/>
                    <a:pt x="255270" y="989330"/>
                    <a:pt x="181610" y="963930"/>
                  </a:cubicBezTo>
                  <a:cubicBezTo>
                    <a:pt x="140970" y="948690"/>
                    <a:pt x="119380" y="930910"/>
                    <a:pt x="92710" y="908050"/>
                  </a:cubicBezTo>
                  <a:cubicBezTo>
                    <a:pt x="64770" y="882650"/>
                    <a:pt x="31750" y="853440"/>
                    <a:pt x="17780" y="815340"/>
                  </a:cubicBezTo>
                  <a:cubicBezTo>
                    <a:pt x="0" y="770890"/>
                    <a:pt x="7620" y="706120"/>
                    <a:pt x="8890" y="650240"/>
                  </a:cubicBezTo>
                  <a:cubicBezTo>
                    <a:pt x="10160" y="590550"/>
                    <a:pt x="20320" y="518160"/>
                    <a:pt x="29210" y="468630"/>
                  </a:cubicBezTo>
                  <a:cubicBezTo>
                    <a:pt x="35560" y="433070"/>
                    <a:pt x="38100" y="411480"/>
                    <a:pt x="50800" y="377190"/>
                  </a:cubicBezTo>
                  <a:cubicBezTo>
                    <a:pt x="67310" y="327660"/>
                    <a:pt x="95250" y="242570"/>
                    <a:pt x="127000" y="205740"/>
                  </a:cubicBezTo>
                  <a:cubicBezTo>
                    <a:pt x="151130" y="179070"/>
                    <a:pt x="171450" y="165100"/>
                    <a:pt x="208280" y="154940"/>
                  </a:cubicBezTo>
                  <a:cubicBezTo>
                    <a:pt x="264160" y="139700"/>
                    <a:pt x="397510" y="144780"/>
                    <a:pt x="444500" y="160020"/>
                  </a:cubicBezTo>
                  <a:cubicBezTo>
                    <a:pt x="467360" y="167640"/>
                    <a:pt x="480060" y="176530"/>
                    <a:pt x="490220" y="191770"/>
                  </a:cubicBezTo>
                  <a:cubicBezTo>
                    <a:pt x="499110" y="205740"/>
                    <a:pt x="505460" y="227330"/>
                    <a:pt x="502920" y="245110"/>
                  </a:cubicBezTo>
                  <a:cubicBezTo>
                    <a:pt x="500380" y="261620"/>
                    <a:pt x="490220" y="281940"/>
                    <a:pt x="477520" y="293370"/>
                  </a:cubicBezTo>
                  <a:cubicBezTo>
                    <a:pt x="464820" y="304800"/>
                    <a:pt x="425450" y="313690"/>
                    <a:pt x="425450" y="313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44328" y="3870960"/>
            <a:ext cx="714375" cy="522922"/>
            <a:chOff x="0" y="0"/>
            <a:chExt cx="952500" cy="6972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8260" y="39370"/>
              <a:ext cx="864870" cy="609600"/>
            </a:xfrm>
            <a:custGeom>
              <a:avLst/>
              <a:gdLst/>
              <a:ahLst/>
              <a:cxnLst/>
              <a:rect r="r" b="b" t="t" l="l"/>
              <a:pathLst>
                <a:path h="609600" w="864870">
                  <a:moveTo>
                    <a:pt x="142240" y="346710"/>
                  </a:moveTo>
                  <a:cubicBezTo>
                    <a:pt x="53340" y="367030"/>
                    <a:pt x="24130" y="349250"/>
                    <a:pt x="12700" y="330200"/>
                  </a:cubicBezTo>
                  <a:cubicBezTo>
                    <a:pt x="1270" y="312420"/>
                    <a:pt x="1270" y="276860"/>
                    <a:pt x="8890" y="257810"/>
                  </a:cubicBezTo>
                  <a:cubicBezTo>
                    <a:pt x="15240" y="241300"/>
                    <a:pt x="24130" y="229870"/>
                    <a:pt x="48260" y="218440"/>
                  </a:cubicBezTo>
                  <a:cubicBezTo>
                    <a:pt x="118110" y="184150"/>
                    <a:pt x="464820" y="153670"/>
                    <a:pt x="537210" y="156210"/>
                  </a:cubicBezTo>
                  <a:cubicBezTo>
                    <a:pt x="557530" y="156210"/>
                    <a:pt x="563880" y="156210"/>
                    <a:pt x="576580" y="163830"/>
                  </a:cubicBezTo>
                  <a:cubicBezTo>
                    <a:pt x="591820" y="171450"/>
                    <a:pt x="610870" y="191770"/>
                    <a:pt x="618490" y="207010"/>
                  </a:cubicBezTo>
                  <a:cubicBezTo>
                    <a:pt x="624840" y="219710"/>
                    <a:pt x="627380" y="232410"/>
                    <a:pt x="624840" y="246380"/>
                  </a:cubicBezTo>
                  <a:cubicBezTo>
                    <a:pt x="623570" y="264160"/>
                    <a:pt x="613410" y="288290"/>
                    <a:pt x="599440" y="300990"/>
                  </a:cubicBezTo>
                  <a:cubicBezTo>
                    <a:pt x="586740" y="313690"/>
                    <a:pt x="563880" y="326390"/>
                    <a:pt x="544830" y="325120"/>
                  </a:cubicBezTo>
                  <a:cubicBezTo>
                    <a:pt x="520700" y="322580"/>
                    <a:pt x="495300" y="297180"/>
                    <a:pt x="466090" y="278130"/>
                  </a:cubicBezTo>
                  <a:cubicBezTo>
                    <a:pt x="427990" y="254000"/>
                    <a:pt x="364490" y="217170"/>
                    <a:pt x="335280" y="182880"/>
                  </a:cubicBezTo>
                  <a:cubicBezTo>
                    <a:pt x="312420" y="158750"/>
                    <a:pt x="289560" y="132080"/>
                    <a:pt x="290830" y="105410"/>
                  </a:cubicBezTo>
                  <a:cubicBezTo>
                    <a:pt x="293370" y="74930"/>
                    <a:pt x="334010" y="24130"/>
                    <a:pt x="361950" y="11430"/>
                  </a:cubicBezTo>
                  <a:cubicBezTo>
                    <a:pt x="386080" y="0"/>
                    <a:pt x="410210" y="6350"/>
                    <a:pt x="443230" y="19050"/>
                  </a:cubicBezTo>
                  <a:cubicBezTo>
                    <a:pt x="514350" y="45720"/>
                    <a:pt x="669290" y="172720"/>
                    <a:pt x="742950" y="240030"/>
                  </a:cubicBezTo>
                  <a:cubicBezTo>
                    <a:pt x="791210" y="284480"/>
                    <a:pt x="838200" y="322580"/>
                    <a:pt x="853440" y="365760"/>
                  </a:cubicBezTo>
                  <a:cubicBezTo>
                    <a:pt x="864870" y="401320"/>
                    <a:pt x="861060" y="445770"/>
                    <a:pt x="848360" y="474980"/>
                  </a:cubicBezTo>
                  <a:cubicBezTo>
                    <a:pt x="836930" y="500380"/>
                    <a:pt x="808990" y="516890"/>
                    <a:pt x="787400" y="534670"/>
                  </a:cubicBezTo>
                  <a:cubicBezTo>
                    <a:pt x="765810" y="551180"/>
                    <a:pt x="741680" y="566420"/>
                    <a:pt x="716280" y="577850"/>
                  </a:cubicBezTo>
                  <a:cubicBezTo>
                    <a:pt x="689610" y="590550"/>
                    <a:pt x="656590" y="607060"/>
                    <a:pt x="628650" y="605790"/>
                  </a:cubicBezTo>
                  <a:cubicBezTo>
                    <a:pt x="601980" y="605790"/>
                    <a:pt x="567690" y="591820"/>
                    <a:pt x="551180" y="575310"/>
                  </a:cubicBezTo>
                  <a:cubicBezTo>
                    <a:pt x="537210" y="561340"/>
                    <a:pt x="530860" y="539750"/>
                    <a:pt x="530860" y="521970"/>
                  </a:cubicBezTo>
                  <a:cubicBezTo>
                    <a:pt x="529590" y="504190"/>
                    <a:pt x="533400" y="482600"/>
                    <a:pt x="546100" y="467360"/>
                  </a:cubicBezTo>
                  <a:cubicBezTo>
                    <a:pt x="560070" y="449580"/>
                    <a:pt x="595630" y="429260"/>
                    <a:pt x="619760" y="429260"/>
                  </a:cubicBezTo>
                  <a:cubicBezTo>
                    <a:pt x="643890" y="429260"/>
                    <a:pt x="679450" y="448310"/>
                    <a:pt x="693420" y="468630"/>
                  </a:cubicBezTo>
                  <a:cubicBezTo>
                    <a:pt x="707390" y="488950"/>
                    <a:pt x="708660" y="529590"/>
                    <a:pt x="701040" y="551180"/>
                  </a:cubicBezTo>
                  <a:cubicBezTo>
                    <a:pt x="695960" y="568960"/>
                    <a:pt x="679450" y="585470"/>
                    <a:pt x="664210" y="594360"/>
                  </a:cubicBezTo>
                  <a:cubicBezTo>
                    <a:pt x="648970" y="603250"/>
                    <a:pt x="627380" y="609600"/>
                    <a:pt x="609600" y="605790"/>
                  </a:cubicBezTo>
                  <a:cubicBezTo>
                    <a:pt x="586740" y="601980"/>
                    <a:pt x="551180" y="580390"/>
                    <a:pt x="541020" y="558800"/>
                  </a:cubicBezTo>
                  <a:cubicBezTo>
                    <a:pt x="529590" y="537210"/>
                    <a:pt x="532130" y="496570"/>
                    <a:pt x="541020" y="476250"/>
                  </a:cubicBezTo>
                  <a:cubicBezTo>
                    <a:pt x="548640" y="458470"/>
                    <a:pt x="565150" y="448310"/>
                    <a:pt x="582930" y="436880"/>
                  </a:cubicBezTo>
                  <a:cubicBezTo>
                    <a:pt x="603250" y="422910"/>
                    <a:pt x="659130" y="419100"/>
                    <a:pt x="661670" y="400050"/>
                  </a:cubicBezTo>
                  <a:cubicBezTo>
                    <a:pt x="665480" y="365760"/>
                    <a:pt x="504190" y="285750"/>
                    <a:pt x="455930" y="238760"/>
                  </a:cubicBezTo>
                  <a:cubicBezTo>
                    <a:pt x="425450" y="209550"/>
                    <a:pt x="388620" y="184150"/>
                    <a:pt x="389890" y="158750"/>
                  </a:cubicBezTo>
                  <a:cubicBezTo>
                    <a:pt x="392430" y="130810"/>
                    <a:pt x="448310" y="76200"/>
                    <a:pt x="481330" y="76200"/>
                  </a:cubicBezTo>
                  <a:cubicBezTo>
                    <a:pt x="520700" y="76200"/>
                    <a:pt x="614680" y="187960"/>
                    <a:pt x="610870" y="193040"/>
                  </a:cubicBezTo>
                  <a:cubicBezTo>
                    <a:pt x="608330" y="196850"/>
                    <a:pt x="535940" y="157480"/>
                    <a:pt x="537210" y="156210"/>
                  </a:cubicBezTo>
                  <a:cubicBezTo>
                    <a:pt x="537210" y="153670"/>
                    <a:pt x="580390" y="163830"/>
                    <a:pt x="594360" y="173990"/>
                  </a:cubicBezTo>
                  <a:cubicBezTo>
                    <a:pt x="605790" y="182880"/>
                    <a:pt x="613410" y="194310"/>
                    <a:pt x="618490" y="207010"/>
                  </a:cubicBezTo>
                  <a:cubicBezTo>
                    <a:pt x="623570" y="218440"/>
                    <a:pt x="627380" y="232410"/>
                    <a:pt x="624840" y="246380"/>
                  </a:cubicBezTo>
                  <a:cubicBezTo>
                    <a:pt x="623570" y="264160"/>
                    <a:pt x="610870" y="288290"/>
                    <a:pt x="599440" y="300990"/>
                  </a:cubicBezTo>
                  <a:cubicBezTo>
                    <a:pt x="590550" y="311150"/>
                    <a:pt x="584200" y="314960"/>
                    <a:pt x="565150" y="321310"/>
                  </a:cubicBezTo>
                  <a:cubicBezTo>
                    <a:pt x="508000" y="340360"/>
                    <a:pt x="294640" y="363220"/>
                    <a:pt x="200660" y="368300"/>
                  </a:cubicBezTo>
                  <a:cubicBezTo>
                    <a:pt x="142240" y="372110"/>
                    <a:pt x="90170" y="377190"/>
                    <a:pt x="57150" y="365760"/>
                  </a:cubicBezTo>
                  <a:cubicBezTo>
                    <a:pt x="35560" y="358140"/>
                    <a:pt x="21590" y="345440"/>
                    <a:pt x="12700" y="331470"/>
                  </a:cubicBezTo>
                  <a:cubicBezTo>
                    <a:pt x="3810" y="316230"/>
                    <a:pt x="0" y="293370"/>
                    <a:pt x="2540" y="275590"/>
                  </a:cubicBezTo>
                  <a:cubicBezTo>
                    <a:pt x="6350" y="259080"/>
                    <a:pt x="17780" y="240030"/>
                    <a:pt x="31750" y="228600"/>
                  </a:cubicBezTo>
                  <a:cubicBezTo>
                    <a:pt x="46990" y="213360"/>
                    <a:pt x="74930" y="200660"/>
                    <a:pt x="95250" y="198120"/>
                  </a:cubicBezTo>
                  <a:cubicBezTo>
                    <a:pt x="114300" y="195580"/>
                    <a:pt x="135890" y="199390"/>
                    <a:pt x="149860" y="208280"/>
                  </a:cubicBezTo>
                  <a:cubicBezTo>
                    <a:pt x="165100" y="217170"/>
                    <a:pt x="179070" y="234950"/>
                    <a:pt x="184150" y="251460"/>
                  </a:cubicBezTo>
                  <a:cubicBezTo>
                    <a:pt x="189230" y="267970"/>
                    <a:pt x="187960" y="290830"/>
                    <a:pt x="180340" y="307340"/>
                  </a:cubicBezTo>
                  <a:cubicBezTo>
                    <a:pt x="173990" y="322580"/>
                    <a:pt x="142240" y="346710"/>
                    <a:pt x="142240" y="3467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400925" y="4133850"/>
            <a:ext cx="188595" cy="184785"/>
            <a:chOff x="0" y="0"/>
            <a:chExt cx="251460" cy="2463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800" y="49530"/>
              <a:ext cx="148590" cy="151130"/>
            </a:xfrm>
            <a:custGeom>
              <a:avLst/>
              <a:gdLst/>
              <a:ahLst/>
              <a:cxnLst/>
              <a:rect r="r" b="b" t="t" l="l"/>
              <a:pathLst>
                <a:path h="151130" w="148590">
                  <a:moveTo>
                    <a:pt x="148590" y="53340"/>
                  </a:moveTo>
                  <a:cubicBezTo>
                    <a:pt x="129540" y="134620"/>
                    <a:pt x="120650" y="142240"/>
                    <a:pt x="107950" y="146050"/>
                  </a:cubicBezTo>
                  <a:cubicBezTo>
                    <a:pt x="90170" y="151130"/>
                    <a:pt x="53340" y="148590"/>
                    <a:pt x="36830" y="140970"/>
                  </a:cubicBezTo>
                  <a:cubicBezTo>
                    <a:pt x="25400" y="135890"/>
                    <a:pt x="17780" y="125730"/>
                    <a:pt x="11430" y="115570"/>
                  </a:cubicBezTo>
                  <a:cubicBezTo>
                    <a:pt x="5080" y="105410"/>
                    <a:pt x="0" y="93980"/>
                    <a:pt x="0" y="81280"/>
                  </a:cubicBezTo>
                  <a:cubicBezTo>
                    <a:pt x="1270" y="62230"/>
                    <a:pt x="16510" y="29210"/>
                    <a:pt x="29210" y="16510"/>
                  </a:cubicBezTo>
                  <a:cubicBezTo>
                    <a:pt x="39370" y="6350"/>
                    <a:pt x="49530" y="2540"/>
                    <a:pt x="62230" y="1270"/>
                  </a:cubicBezTo>
                  <a:cubicBezTo>
                    <a:pt x="81280" y="0"/>
                    <a:pt x="130810" y="22860"/>
                    <a:pt x="130810" y="2286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498080" y="6088380"/>
            <a:ext cx="189548" cy="184785"/>
            <a:chOff x="0" y="0"/>
            <a:chExt cx="252730" cy="2463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9530" y="49530"/>
              <a:ext cx="149860" cy="153670"/>
            </a:xfrm>
            <a:custGeom>
              <a:avLst/>
              <a:gdLst/>
              <a:ahLst/>
              <a:cxnLst/>
              <a:rect r="r" b="b" t="t" l="l"/>
              <a:pathLst>
                <a:path h="153670" w="149860">
                  <a:moveTo>
                    <a:pt x="149860" y="53340"/>
                  </a:moveTo>
                  <a:cubicBezTo>
                    <a:pt x="146050" y="106680"/>
                    <a:pt x="127000" y="137160"/>
                    <a:pt x="107950" y="146050"/>
                  </a:cubicBezTo>
                  <a:cubicBezTo>
                    <a:pt x="88900" y="153670"/>
                    <a:pt x="54610" y="148590"/>
                    <a:pt x="36830" y="140970"/>
                  </a:cubicBezTo>
                  <a:cubicBezTo>
                    <a:pt x="25400" y="135890"/>
                    <a:pt x="17780" y="125730"/>
                    <a:pt x="11430" y="115570"/>
                  </a:cubicBezTo>
                  <a:cubicBezTo>
                    <a:pt x="5080" y="105410"/>
                    <a:pt x="0" y="93980"/>
                    <a:pt x="1270" y="80010"/>
                  </a:cubicBezTo>
                  <a:cubicBezTo>
                    <a:pt x="2540" y="62230"/>
                    <a:pt x="16510" y="29210"/>
                    <a:pt x="30480" y="16510"/>
                  </a:cubicBezTo>
                  <a:cubicBezTo>
                    <a:pt x="39370" y="6350"/>
                    <a:pt x="49530" y="1270"/>
                    <a:pt x="63500" y="1270"/>
                  </a:cubicBezTo>
                  <a:cubicBezTo>
                    <a:pt x="81280" y="0"/>
                    <a:pt x="130810" y="21590"/>
                    <a:pt x="130810" y="215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590598" y="6844665"/>
            <a:ext cx="593407" cy="528638"/>
            <a:chOff x="0" y="0"/>
            <a:chExt cx="791210" cy="7048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8260" y="46990"/>
              <a:ext cx="693420" cy="607060"/>
            </a:xfrm>
            <a:custGeom>
              <a:avLst/>
              <a:gdLst/>
              <a:ahLst/>
              <a:cxnLst/>
              <a:rect r="r" b="b" t="t" l="l"/>
              <a:pathLst>
                <a:path h="607060" w="693420">
                  <a:moveTo>
                    <a:pt x="78740" y="176530"/>
                  </a:moveTo>
                  <a:cubicBezTo>
                    <a:pt x="468630" y="194310"/>
                    <a:pt x="438150" y="262890"/>
                    <a:pt x="415290" y="269240"/>
                  </a:cubicBezTo>
                  <a:cubicBezTo>
                    <a:pt x="386080" y="278130"/>
                    <a:pt x="313690" y="208280"/>
                    <a:pt x="280670" y="176530"/>
                  </a:cubicBezTo>
                  <a:cubicBezTo>
                    <a:pt x="257810" y="154940"/>
                    <a:pt x="236220" y="132080"/>
                    <a:pt x="229870" y="111760"/>
                  </a:cubicBezTo>
                  <a:cubicBezTo>
                    <a:pt x="223520" y="97790"/>
                    <a:pt x="224790" y="85090"/>
                    <a:pt x="227330" y="71120"/>
                  </a:cubicBezTo>
                  <a:cubicBezTo>
                    <a:pt x="229870" y="58420"/>
                    <a:pt x="236220" y="44450"/>
                    <a:pt x="245110" y="34290"/>
                  </a:cubicBezTo>
                  <a:cubicBezTo>
                    <a:pt x="252730" y="24130"/>
                    <a:pt x="264160" y="15240"/>
                    <a:pt x="276860" y="10160"/>
                  </a:cubicBezTo>
                  <a:cubicBezTo>
                    <a:pt x="293370" y="3810"/>
                    <a:pt x="316230" y="0"/>
                    <a:pt x="337820" y="7620"/>
                  </a:cubicBezTo>
                  <a:cubicBezTo>
                    <a:pt x="369570" y="17780"/>
                    <a:pt x="403860" y="54610"/>
                    <a:pt x="444500" y="92710"/>
                  </a:cubicBezTo>
                  <a:cubicBezTo>
                    <a:pt x="508000" y="151130"/>
                    <a:pt x="633730" y="274320"/>
                    <a:pt x="669290" y="335280"/>
                  </a:cubicBezTo>
                  <a:cubicBezTo>
                    <a:pt x="685800" y="367030"/>
                    <a:pt x="693420" y="388620"/>
                    <a:pt x="692150" y="414020"/>
                  </a:cubicBezTo>
                  <a:cubicBezTo>
                    <a:pt x="690880" y="439420"/>
                    <a:pt x="684530" y="464820"/>
                    <a:pt x="661670" y="487680"/>
                  </a:cubicBezTo>
                  <a:cubicBezTo>
                    <a:pt x="619760" y="532130"/>
                    <a:pt x="459740" y="593090"/>
                    <a:pt x="403860" y="603250"/>
                  </a:cubicBezTo>
                  <a:cubicBezTo>
                    <a:pt x="379730" y="607060"/>
                    <a:pt x="364490" y="605790"/>
                    <a:pt x="346710" y="599440"/>
                  </a:cubicBezTo>
                  <a:cubicBezTo>
                    <a:pt x="330200" y="591820"/>
                    <a:pt x="313690" y="576580"/>
                    <a:pt x="304800" y="561340"/>
                  </a:cubicBezTo>
                  <a:cubicBezTo>
                    <a:pt x="294640" y="546100"/>
                    <a:pt x="290830" y="523240"/>
                    <a:pt x="292100" y="505460"/>
                  </a:cubicBezTo>
                  <a:cubicBezTo>
                    <a:pt x="294640" y="487680"/>
                    <a:pt x="302260" y="467360"/>
                    <a:pt x="317500" y="454660"/>
                  </a:cubicBezTo>
                  <a:cubicBezTo>
                    <a:pt x="335280" y="439420"/>
                    <a:pt x="372110" y="424180"/>
                    <a:pt x="397510" y="427990"/>
                  </a:cubicBezTo>
                  <a:cubicBezTo>
                    <a:pt x="421640" y="433070"/>
                    <a:pt x="453390" y="457200"/>
                    <a:pt x="463550" y="480060"/>
                  </a:cubicBezTo>
                  <a:cubicBezTo>
                    <a:pt x="472440" y="502920"/>
                    <a:pt x="469900" y="542290"/>
                    <a:pt x="457200" y="563880"/>
                  </a:cubicBezTo>
                  <a:cubicBezTo>
                    <a:pt x="444500" y="584200"/>
                    <a:pt x="410210" y="604520"/>
                    <a:pt x="384810" y="605790"/>
                  </a:cubicBezTo>
                  <a:cubicBezTo>
                    <a:pt x="360680" y="607060"/>
                    <a:pt x="323850" y="589280"/>
                    <a:pt x="309880" y="570230"/>
                  </a:cubicBezTo>
                  <a:cubicBezTo>
                    <a:pt x="294640" y="549910"/>
                    <a:pt x="290830" y="509270"/>
                    <a:pt x="297180" y="486410"/>
                  </a:cubicBezTo>
                  <a:cubicBezTo>
                    <a:pt x="302260" y="468630"/>
                    <a:pt x="316230" y="454660"/>
                    <a:pt x="332740" y="441960"/>
                  </a:cubicBezTo>
                  <a:cubicBezTo>
                    <a:pt x="353060" y="425450"/>
                    <a:pt x="389890" y="415290"/>
                    <a:pt x="417830" y="407670"/>
                  </a:cubicBezTo>
                  <a:cubicBezTo>
                    <a:pt x="444500" y="400050"/>
                    <a:pt x="490220" y="411480"/>
                    <a:pt x="495300" y="396240"/>
                  </a:cubicBezTo>
                  <a:cubicBezTo>
                    <a:pt x="505460" y="364490"/>
                    <a:pt x="285750" y="194310"/>
                    <a:pt x="250190" y="147320"/>
                  </a:cubicBezTo>
                  <a:cubicBezTo>
                    <a:pt x="237490" y="132080"/>
                    <a:pt x="232410" y="125730"/>
                    <a:pt x="229870" y="111760"/>
                  </a:cubicBezTo>
                  <a:cubicBezTo>
                    <a:pt x="224790" y="95250"/>
                    <a:pt x="226060" y="68580"/>
                    <a:pt x="233680" y="52070"/>
                  </a:cubicBezTo>
                  <a:cubicBezTo>
                    <a:pt x="241300" y="35560"/>
                    <a:pt x="261620" y="17780"/>
                    <a:pt x="276860" y="10160"/>
                  </a:cubicBezTo>
                  <a:cubicBezTo>
                    <a:pt x="289560" y="3810"/>
                    <a:pt x="304800" y="2540"/>
                    <a:pt x="317500" y="3810"/>
                  </a:cubicBezTo>
                  <a:cubicBezTo>
                    <a:pt x="330200" y="3810"/>
                    <a:pt x="340360" y="7620"/>
                    <a:pt x="355600" y="16510"/>
                  </a:cubicBezTo>
                  <a:cubicBezTo>
                    <a:pt x="392430" y="36830"/>
                    <a:pt x="480060" y="115570"/>
                    <a:pt x="518160" y="153670"/>
                  </a:cubicBezTo>
                  <a:cubicBezTo>
                    <a:pt x="541020" y="176530"/>
                    <a:pt x="563880" y="190500"/>
                    <a:pt x="568960" y="214630"/>
                  </a:cubicBezTo>
                  <a:cubicBezTo>
                    <a:pt x="574040" y="241300"/>
                    <a:pt x="563880" y="285750"/>
                    <a:pt x="544830" y="304800"/>
                  </a:cubicBezTo>
                  <a:cubicBezTo>
                    <a:pt x="525780" y="325120"/>
                    <a:pt x="495300" y="328930"/>
                    <a:pt x="454660" y="335280"/>
                  </a:cubicBezTo>
                  <a:cubicBezTo>
                    <a:pt x="373380" y="347980"/>
                    <a:pt x="151130" y="350520"/>
                    <a:pt x="78740" y="331470"/>
                  </a:cubicBezTo>
                  <a:cubicBezTo>
                    <a:pt x="48260" y="323850"/>
                    <a:pt x="27940" y="314960"/>
                    <a:pt x="15240" y="298450"/>
                  </a:cubicBezTo>
                  <a:cubicBezTo>
                    <a:pt x="3810" y="284480"/>
                    <a:pt x="0" y="261620"/>
                    <a:pt x="2540" y="245110"/>
                  </a:cubicBezTo>
                  <a:cubicBezTo>
                    <a:pt x="3810" y="227330"/>
                    <a:pt x="15240" y="207010"/>
                    <a:pt x="27940" y="195580"/>
                  </a:cubicBezTo>
                  <a:cubicBezTo>
                    <a:pt x="40640" y="184150"/>
                    <a:pt x="78740" y="176530"/>
                    <a:pt x="78740" y="17653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639675" y="5837872"/>
            <a:ext cx="996315" cy="1380173"/>
            <a:chOff x="0" y="0"/>
            <a:chExt cx="1328420" cy="18402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0" y="49530"/>
              <a:ext cx="1226820" cy="1744980"/>
            </a:xfrm>
            <a:custGeom>
              <a:avLst/>
              <a:gdLst/>
              <a:ahLst/>
              <a:cxnLst/>
              <a:rect r="r" b="b" t="t" l="l"/>
              <a:pathLst>
                <a:path h="1744980" w="1226820">
                  <a:moveTo>
                    <a:pt x="0" y="1664970"/>
                  </a:moveTo>
                  <a:cubicBezTo>
                    <a:pt x="7620" y="1399540"/>
                    <a:pt x="12700" y="1375410"/>
                    <a:pt x="20320" y="1334770"/>
                  </a:cubicBezTo>
                  <a:cubicBezTo>
                    <a:pt x="33020" y="1277620"/>
                    <a:pt x="50800" y="1195070"/>
                    <a:pt x="71120" y="1134110"/>
                  </a:cubicBezTo>
                  <a:cubicBezTo>
                    <a:pt x="90170" y="1078230"/>
                    <a:pt x="102870" y="1041400"/>
                    <a:pt x="134620" y="980440"/>
                  </a:cubicBezTo>
                  <a:cubicBezTo>
                    <a:pt x="187960" y="878840"/>
                    <a:pt x="332740" y="670560"/>
                    <a:pt x="388620" y="594360"/>
                  </a:cubicBezTo>
                  <a:cubicBezTo>
                    <a:pt x="414020" y="560070"/>
                    <a:pt x="422910" y="549910"/>
                    <a:pt x="448310" y="524510"/>
                  </a:cubicBezTo>
                  <a:cubicBezTo>
                    <a:pt x="483870" y="488950"/>
                    <a:pt x="535940" y="443230"/>
                    <a:pt x="588010" y="403860"/>
                  </a:cubicBezTo>
                  <a:cubicBezTo>
                    <a:pt x="650240" y="356870"/>
                    <a:pt x="805180" y="274320"/>
                    <a:pt x="801370" y="264160"/>
                  </a:cubicBezTo>
                  <a:cubicBezTo>
                    <a:pt x="798830" y="259080"/>
                    <a:pt x="755650" y="287020"/>
                    <a:pt x="725170" y="281940"/>
                  </a:cubicBezTo>
                  <a:cubicBezTo>
                    <a:pt x="674370" y="273050"/>
                    <a:pt x="565150" y="190500"/>
                    <a:pt x="532130" y="158750"/>
                  </a:cubicBezTo>
                  <a:cubicBezTo>
                    <a:pt x="518160" y="146050"/>
                    <a:pt x="511810" y="138430"/>
                    <a:pt x="506730" y="125730"/>
                  </a:cubicBezTo>
                  <a:cubicBezTo>
                    <a:pt x="500380" y="113030"/>
                    <a:pt x="496570" y="97790"/>
                    <a:pt x="499110" y="82550"/>
                  </a:cubicBezTo>
                  <a:cubicBezTo>
                    <a:pt x="501650" y="64770"/>
                    <a:pt x="511810" y="39370"/>
                    <a:pt x="525780" y="25400"/>
                  </a:cubicBezTo>
                  <a:cubicBezTo>
                    <a:pt x="541020" y="12700"/>
                    <a:pt x="565150" y="1270"/>
                    <a:pt x="584200" y="1270"/>
                  </a:cubicBezTo>
                  <a:cubicBezTo>
                    <a:pt x="604520" y="0"/>
                    <a:pt x="645160" y="20320"/>
                    <a:pt x="643890" y="20320"/>
                  </a:cubicBezTo>
                  <a:cubicBezTo>
                    <a:pt x="643890" y="21590"/>
                    <a:pt x="568960" y="5080"/>
                    <a:pt x="568960" y="2540"/>
                  </a:cubicBezTo>
                  <a:cubicBezTo>
                    <a:pt x="568960" y="1270"/>
                    <a:pt x="615950" y="3810"/>
                    <a:pt x="656590" y="10160"/>
                  </a:cubicBezTo>
                  <a:cubicBezTo>
                    <a:pt x="748030" y="25400"/>
                    <a:pt x="1016000" y="86360"/>
                    <a:pt x="1107440" y="118110"/>
                  </a:cubicBezTo>
                  <a:cubicBezTo>
                    <a:pt x="1149350" y="133350"/>
                    <a:pt x="1176020" y="138430"/>
                    <a:pt x="1195070" y="160020"/>
                  </a:cubicBezTo>
                  <a:cubicBezTo>
                    <a:pt x="1214120" y="177800"/>
                    <a:pt x="1226820" y="207010"/>
                    <a:pt x="1226820" y="232410"/>
                  </a:cubicBezTo>
                  <a:cubicBezTo>
                    <a:pt x="1226820" y="261620"/>
                    <a:pt x="1206500" y="292100"/>
                    <a:pt x="1186180" y="325120"/>
                  </a:cubicBezTo>
                  <a:cubicBezTo>
                    <a:pt x="1159510" y="369570"/>
                    <a:pt x="1104900" y="410210"/>
                    <a:pt x="1065530" y="467360"/>
                  </a:cubicBezTo>
                  <a:cubicBezTo>
                    <a:pt x="1014730" y="538480"/>
                    <a:pt x="965200" y="690880"/>
                    <a:pt x="920750" y="730250"/>
                  </a:cubicBezTo>
                  <a:cubicBezTo>
                    <a:pt x="901700" y="749300"/>
                    <a:pt x="882650" y="754380"/>
                    <a:pt x="863600" y="755650"/>
                  </a:cubicBezTo>
                  <a:cubicBezTo>
                    <a:pt x="844550" y="756920"/>
                    <a:pt x="819150" y="749300"/>
                    <a:pt x="803910" y="736600"/>
                  </a:cubicBezTo>
                  <a:cubicBezTo>
                    <a:pt x="788670" y="725170"/>
                    <a:pt x="774700" y="703580"/>
                    <a:pt x="772160" y="683260"/>
                  </a:cubicBezTo>
                  <a:cubicBezTo>
                    <a:pt x="768350" y="660400"/>
                    <a:pt x="777240" y="626110"/>
                    <a:pt x="792480" y="608330"/>
                  </a:cubicBezTo>
                  <a:cubicBezTo>
                    <a:pt x="808990" y="590550"/>
                    <a:pt x="847090" y="579120"/>
                    <a:pt x="869950" y="579120"/>
                  </a:cubicBezTo>
                  <a:cubicBezTo>
                    <a:pt x="889000" y="580390"/>
                    <a:pt x="908050" y="591820"/>
                    <a:pt x="920750" y="604520"/>
                  </a:cubicBezTo>
                  <a:cubicBezTo>
                    <a:pt x="933450" y="617220"/>
                    <a:pt x="944880" y="636270"/>
                    <a:pt x="946150" y="655320"/>
                  </a:cubicBezTo>
                  <a:cubicBezTo>
                    <a:pt x="947420" y="678180"/>
                    <a:pt x="935990" y="716280"/>
                    <a:pt x="918210" y="732790"/>
                  </a:cubicBezTo>
                  <a:cubicBezTo>
                    <a:pt x="900430" y="749300"/>
                    <a:pt x="862330" y="759460"/>
                    <a:pt x="838200" y="753110"/>
                  </a:cubicBezTo>
                  <a:cubicBezTo>
                    <a:pt x="814070" y="748030"/>
                    <a:pt x="784860" y="721360"/>
                    <a:pt x="775970" y="698500"/>
                  </a:cubicBezTo>
                  <a:cubicBezTo>
                    <a:pt x="767080" y="675640"/>
                    <a:pt x="772160" y="636270"/>
                    <a:pt x="786130" y="615950"/>
                  </a:cubicBezTo>
                  <a:cubicBezTo>
                    <a:pt x="801370" y="596900"/>
                    <a:pt x="836930" y="577850"/>
                    <a:pt x="861060" y="579120"/>
                  </a:cubicBezTo>
                  <a:cubicBezTo>
                    <a:pt x="885190" y="579120"/>
                    <a:pt x="920750" y="604520"/>
                    <a:pt x="933450" y="619760"/>
                  </a:cubicBezTo>
                  <a:cubicBezTo>
                    <a:pt x="941070" y="627380"/>
                    <a:pt x="943610" y="635000"/>
                    <a:pt x="944880" y="645160"/>
                  </a:cubicBezTo>
                  <a:cubicBezTo>
                    <a:pt x="947420" y="662940"/>
                    <a:pt x="943610" y="697230"/>
                    <a:pt x="934720" y="713740"/>
                  </a:cubicBezTo>
                  <a:cubicBezTo>
                    <a:pt x="927100" y="727710"/>
                    <a:pt x="915670" y="736600"/>
                    <a:pt x="904240" y="744220"/>
                  </a:cubicBezTo>
                  <a:cubicBezTo>
                    <a:pt x="892810" y="750570"/>
                    <a:pt x="877570" y="755650"/>
                    <a:pt x="863600" y="755650"/>
                  </a:cubicBezTo>
                  <a:cubicBezTo>
                    <a:pt x="849630" y="756920"/>
                    <a:pt x="834390" y="754380"/>
                    <a:pt x="821690" y="748030"/>
                  </a:cubicBezTo>
                  <a:cubicBezTo>
                    <a:pt x="808990" y="742950"/>
                    <a:pt x="797560" y="732790"/>
                    <a:pt x="788670" y="721360"/>
                  </a:cubicBezTo>
                  <a:cubicBezTo>
                    <a:pt x="781050" y="711200"/>
                    <a:pt x="774700" y="695960"/>
                    <a:pt x="772160" y="683260"/>
                  </a:cubicBezTo>
                  <a:cubicBezTo>
                    <a:pt x="769620" y="669290"/>
                    <a:pt x="768350" y="660400"/>
                    <a:pt x="774700" y="640080"/>
                  </a:cubicBezTo>
                  <a:cubicBezTo>
                    <a:pt x="791210" y="585470"/>
                    <a:pt x="881380" y="416560"/>
                    <a:pt x="937260" y="339090"/>
                  </a:cubicBezTo>
                  <a:cubicBezTo>
                    <a:pt x="976630" y="283210"/>
                    <a:pt x="1043940" y="200660"/>
                    <a:pt x="1059180" y="207010"/>
                  </a:cubicBezTo>
                  <a:cubicBezTo>
                    <a:pt x="1069340" y="210820"/>
                    <a:pt x="1076960" y="271780"/>
                    <a:pt x="1057910" y="287020"/>
                  </a:cubicBezTo>
                  <a:cubicBezTo>
                    <a:pt x="1007110" y="325120"/>
                    <a:pt x="599440" y="209550"/>
                    <a:pt x="532130" y="158750"/>
                  </a:cubicBezTo>
                  <a:cubicBezTo>
                    <a:pt x="509270" y="142240"/>
                    <a:pt x="504190" y="121920"/>
                    <a:pt x="500380" y="104140"/>
                  </a:cubicBezTo>
                  <a:cubicBezTo>
                    <a:pt x="496570" y="90170"/>
                    <a:pt x="499110" y="74930"/>
                    <a:pt x="502920" y="62230"/>
                  </a:cubicBezTo>
                  <a:cubicBezTo>
                    <a:pt x="508000" y="48260"/>
                    <a:pt x="516890" y="35560"/>
                    <a:pt x="525780" y="25400"/>
                  </a:cubicBezTo>
                  <a:cubicBezTo>
                    <a:pt x="535940" y="16510"/>
                    <a:pt x="548640" y="7620"/>
                    <a:pt x="562610" y="3810"/>
                  </a:cubicBezTo>
                  <a:cubicBezTo>
                    <a:pt x="580390" y="0"/>
                    <a:pt x="599440" y="0"/>
                    <a:pt x="626110" y="8890"/>
                  </a:cubicBezTo>
                  <a:cubicBezTo>
                    <a:pt x="692150" y="30480"/>
                    <a:pt x="883920" y="140970"/>
                    <a:pt x="930910" y="201930"/>
                  </a:cubicBezTo>
                  <a:cubicBezTo>
                    <a:pt x="955040" y="233680"/>
                    <a:pt x="960120" y="265430"/>
                    <a:pt x="960120" y="294640"/>
                  </a:cubicBezTo>
                  <a:cubicBezTo>
                    <a:pt x="960120" y="321310"/>
                    <a:pt x="956310" y="344170"/>
                    <a:pt x="935990" y="373380"/>
                  </a:cubicBezTo>
                  <a:cubicBezTo>
                    <a:pt x="892810" y="431800"/>
                    <a:pt x="718820" y="513080"/>
                    <a:pt x="645160" y="575310"/>
                  </a:cubicBezTo>
                  <a:cubicBezTo>
                    <a:pt x="594360" y="618490"/>
                    <a:pt x="570230" y="642620"/>
                    <a:pt x="525780" y="697230"/>
                  </a:cubicBezTo>
                  <a:cubicBezTo>
                    <a:pt x="453390" y="786130"/>
                    <a:pt x="318770" y="998220"/>
                    <a:pt x="274320" y="1076960"/>
                  </a:cubicBezTo>
                  <a:cubicBezTo>
                    <a:pt x="256540" y="1109980"/>
                    <a:pt x="251460" y="1117600"/>
                    <a:pt x="240030" y="1151890"/>
                  </a:cubicBezTo>
                  <a:cubicBezTo>
                    <a:pt x="217170" y="1212850"/>
                    <a:pt x="182880" y="1333500"/>
                    <a:pt x="167640" y="1426210"/>
                  </a:cubicBezTo>
                  <a:cubicBezTo>
                    <a:pt x="152400" y="1517650"/>
                    <a:pt x="171450" y="1654810"/>
                    <a:pt x="147320" y="1701800"/>
                  </a:cubicBezTo>
                  <a:cubicBezTo>
                    <a:pt x="137160" y="1723390"/>
                    <a:pt x="121920" y="1733550"/>
                    <a:pt x="106680" y="1738630"/>
                  </a:cubicBezTo>
                  <a:cubicBezTo>
                    <a:pt x="90170" y="1744980"/>
                    <a:pt x="66040" y="1743710"/>
                    <a:pt x="50800" y="1738630"/>
                  </a:cubicBezTo>
                  <a:cubicBezTo>
                    <a:pt x="38100" y="1734820"/>
                    <a:pt x="27940" y="1728470"/>
                    <a:pt x="19050" y="1718310"/>
                  </a:cubicBezTo>
                  <a:cubicBezTo>
                    <a:pt x="10160" y="1705610"/>
                    <a:pt x="0" y="1664970"/>
                    <a:pt x="0" y="166497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715" y="1160991"/>
            <a:ext cx="16620569" cy="577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Prototype Implementation Tools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97838" y="1028700"/>
            <a:ext cx="4845616" cy="7023768"/>
            <a:chOff x="0" y="0"/>
            <a:chExt cx="1069836" cy="15507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550738"/>
            </a:xfrm>
            <a:custGeom>
              <a:avLst/>
              <a:gdLst/>
              <a:ahLst/>
              <a:cxnLst/>
              <a:rect r="r" b="b" t="t" l="l"/>
              <a:pathLst>
                <a:path h="1550738" w="1069836">
                  <a:moveTo>
                    <a:pt x="83081" y="0"/>
                  </a:moveTo>
                  <a:lnTo>
                    <a:pt x="986755" y="0"/>
                  </a:lnTo>
                  <a:cubicBezTo>
                    <a:pt x="1008789" y="0"/>
                    <a:pt x="1029922" y="8753"/>
                    <a:pt x="1045502" y="24334"/>
                  </a:cubicBezTo>
                  <a:cubicBezTo>
                    <a:pt x="1061083" y="39915"/>
                    <a:pt x="1069836" y="61047"/>
                    <a:pt x="1069836" y="83081"/>
                  </a:cubicBezTo>
                  <a:lnTo>
                    <a:pt x="1069836" y="1467657"/>
                  </a:lnTo>
                  <a:cubicBezTo>
                    <a:pt x="1069836" y="1489691"/>
                    <a:pt x="1061083" y="1510823"/>
                    <a:pt x="1045502" y="1526404"/>
                  </a:cubicBezTo>
                  <a:cubicBezTo>
                    <a:pt x="1029922" y="1541985"/>
                    <a:pt x="1008789" y="1550738"/>
                    <a:pt x="986755" y="1550738"/>
                  </a:cubicBezTo>
                  <a:lnTo>
                    <a:pt x="83081" y="1550738"/>
                  </a:lnTo>
                  <a:cubicBezTo>
                    <a:pt x="61047" y="1550738"/>
                    <a:pt x="39915" y="1541985"/>
                    <a:pt x="24334" y="1526404"/>
                  </a:cubicBezTo>
                  <a:cubicBezTo>
                    <a:pt x="8753" y="1510823"/>
                    <a:pt x="0" y="1489691"/>
                    <a:pt x="0" y="1467657"/>
                  </a:cubicBezTo>
                  <a:lnTo>
                    <a:pt x="0" y="83081"/>
                  </a:lnTo>
                  <a:cubicBezTo>
                    <a:pt x="0" y="61047"/>
                    <a:pt x="8753" y="39915"/>
                    <a:pt x="24334" y="24334"/>
                  </a:cubicBezTo>
                  <a:cubicBezTo>
                    <a:pt x="39915" y="8753"/>
                    <a:pt x="61047" y="0"/>
                    <a:pt x="83081" y="0"/>
                  </a:cubicBezTo>
                  <a:close/>
                </a:path>
              </a:pathLst>
            </a:custGeom>
            <a:blipFill>
              <a:blip r:embed="rId2"/>
              <a:stretch>
                <a:fillRect l="-88687" t="0" r="-886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44182" y="1028700"/>
            <a:ext cx="1176889" cy="117688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654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9735" lIns="59735" bIns="59735" rIns="59735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349324" y="1333842"/>
            <a:ext cx="566604" cy="566604"/>
          </a:xfrm>
          <a:custGeom>
            <a:avLst/>
            <a:gdLst/>
            <a:ahLst/>
            <a:cxnLst/>
            <a:rect r="r" b="b" t="t" l="l"/>
            <a:pathLst>
              <a:path h="566604" w="566604">
                <a:moveTo>
                  <a:pt x="0" y="0"/>
                </a:moveTo>
                <a:lnTo>
                  <a:pt x="566604" y="0"/>
                </a:lnTo>
                <a:lnTo>
                  <a:pt x="566604" y="566604"/>
                </a:lnTo>
                <a:lnTo>
                  <a:pt x="0" y="566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16123004" y="5360626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4311402"/>
            <a:ext cx="1237259" cy="816288"/>
          </a:xfrm>
          <a:custGeom>
            <a:avLst/>
            <a:gdLst/>
            <a:ahLst/>
            <a:cxnLst/>
            <a:rect r="r" b="b" t="t" l="l"/>
            <a:pathLst>
              <a:path h="816288" w="1237259">
                <a:moveTo>
                  <a:pt x="0" y="0"/>
                </a:moveTo>
                <a:lnTo>
                  <a:pt x="1237259" y="0"/>
                </a:lnTo>
                <a:lnTo>
                  <a:pt x="1237259" y="816287"/>
                </a:lnTo>
                <a:lnTo>
                  <a:pt x="0" y="8162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32171" y="7354485"/>
            <a:ext cx="1822400" cy="911200"/>
          </a:xfrm>
          <a:custGeom>
            <a:avLst/>
            <a:gdLst/>
            <a:ahLst/>
            <a:cxnLst/>
            <a:rect r="r" b="b" t="t" l="l"/>
            <a:pathLst>
              <a:path h="911200" w="1822400">
                <a:moveTo>
                  <a:pt x="0" y="0"/>
                </a:moveTo>
                <a:lnTo>
                  <a:pt x="1822400" y="0"/>
                </a:lnTo>
                <a:lnTo>
                  <a:pt x="1822400" y="911200"/>
                </a:lnTo>
                <a:lnTo>
                  <a:pt x="0" y="91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2044182" y="3635968"/>
            <a:ext cx="6233706" cy="1176889"/>
            <a:chOff x="0" y="0"/>
            <a:chExt cx="8311608" cy="156918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569185" cy="156918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406857" y="406857"/>
              <a:ext cx="755472" cy="755472"/>
            </a:xfrm>
            <a:custGeom>
              <a:avLst/>
              <a:gdLst/>
              <a:ahLst/>
              <a:cxnLst/>
              <a:rect r="r" b="b" t="t" l="l"/>
              <a:pathLst>
                <a:path h="755472" w="755472">
                  <a:moveTo>
                    <a:pt x="0" y="0"/>
                  </a:moveTo>
                  <a:lnTo>
                    <a:pt x="755471" y="0"/>
                  </a:lnTo>
                  <a:lnTo>
                    <a:pt x="755471" y="755471"/>
                  </a:lnTo>
                  <a:lnTo>
                    <a:pt x="0" y="75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946206" y="-114300"/>
              <a:ext cx="6365403" cy="87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CONS: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44182" y="6611334"/>
            <a:ext cx="6580374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Notability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03836" y="914400"/>
            <a:ext cx="4774052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506542"/>
                </a:solidFill>
                <a:latin typeface="Poppins Bold"/>
                <a:ea typeface="Poppins Bold"/>
                <a:cs typeface="Poppins Bold"/>
                <a:sym typeface="Poppins Bold"/>
              </a:rPr>
              <a:t>PROS: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03836" y="1550469"/>
            <a:ext cx="5640164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Speed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because no learning curve, easy to use, erase </a:t>
            </a:r>
          </a:p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Natural ideation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as it mimics paper sketching allowing fluid brainstorming.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03836" y="4107806"/>
            <a:ext cx="6403452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No interactivity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and hard to simulate actual taskflows without getting messy</a:t>
            </a:r>
          </a:p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Limited Collaboration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as only one person can draw at a time unlike Figma where multiple people can work on the same component.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45345" y="1355403"/>
            <a:ext cx="5364532" cy="5911996"/>
            <a:chOff x="0" y="0"/>
            <a:chExt cx="1069836" cy="1179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75045" y="0"/>
                  </a:moveTo>
                  <a:lnTo>
                    <a:pt x="994792" y="0"/>
                  </a:lnTo>
                  <a:cubicBezTo>
                    <a:pt x="1014695" y="0"/>
                    <a:pt x="1033783" y="7906"/>
                    <a:pt x="1047856" y="21980"/>
                  </a:cubicBezTo>
                  <a:cubicBezTo>
                    <a:pt x="1061930" y="36054"/>
                    <a:pt x="1069836" y="55142"/>
                    <a:pt x="1069836" y="75045"/>
                  </a:cubicBezTo>
                  <a:lnTo>
                    <a:pt x="1069836" y="1103971"/>
                  </a:lnTo>
                  <a:cubicBezTo>
                    <a:pt x="1069836" y="1123874"/>
                    <a:pt x="1061930" y="1142962"/>
                    <a:pt x="1047856" y="1157036"/>
                  </a:cubicBezTo>
                  <a:cubicBezTo>
                    <a:pt x="1033783" y="1171109"/>
                    <a:pt x="1014695" y="1179016"/>
                    <a:pt x="994792" y="1179016"/>
                  </a:cubicBezTo>
                  <a:lnTo>
                    <a:pt x="75045" y="1179016"/>
                  </a:lnTo>
                  <a:cubicBezTo>
                    <a:pt x="55142" y="1179016"/>
                    <a:pt x="36054" y="1171109"/>
                    <a:pt x="21980" y="1157036"/>
                  </a:cubicBezTo>
                  <a:cubicBezTo>
                    <a:pt x="7906" y="1142962"/>
                    <a:pt x="0" y="1123874"/>
                    <a:pt x="0" y="1103971"/>
                  </a:cubicBezTo>
                  <a:lnTo>
                    <a:pt x="0" y="75045"/>
                  </a:lnTo>
                  <a:cubicBezTo>
                    <a:pt x="0" y="55142"/>
                    <a:pt x="7906" y="36054"/>
                    <a:pt x="21980" y="21980"/>
                  </a:cubicBezTo>
                  <a:cubicBezTo>
                    <a:pt x="36054" y="7906"/>
                    <a:pt x="55142" y="0"/>
                    <a:pt x="75045" y="0"/>
                  </a:cubicBezTo>
                  <a:close/>
                </a:path>
              </a:pathLst>
            </a:custGeom>
            <a:blipFill>
              <a:blip r:embed="rId2"/>
              <a:stretch>
                <a:fillRect l="-5102" t="0" r="-510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44182" y="554768"/>
            <a:ext cx="6233706" cy="1176889"/>
            <a:chOff x="0" y="0"/>
            <a:chExt cx="8311608" cy="156918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569185" cy="1569185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06857" y="406857"/>
              <a:ext cx="755472" cy="755472"/>
            </a:xfrm>
            <a:custGeom>
              <a:avLst/>
              <a:gdLst/>
              <a:ahLst/>
              <a:cxnLst/>
              <a:rect r="r" b="b" t="t" l="l"/>
              <a:pathLst>
                <a:path h="755472" w="755472">
                  <a:moveTo>
                    <a:pt x="0" y="0"/>
                  </a:moveTo>
                  <a:lnTo>
                    <a:pt x="755471" y="0"/>
                  </a:lnTo>
                  <a:lnTo>
                    <a:pt x="755471" y="755471"/>
                  </a:lnTo>
                  <a:lnTo>
                    <a:pt x="0" y="75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946206" y="-114300"/>
              <a:ext cx="6365403" cy="87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PROS: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415455" y="4361177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4311402"/>
            <a:ext cx="1237259" cy="816288"/>
          </a:xfrm>
          <a:custGeom>
            <a:avLst/>
            <a:gdLst/>
            <a:ahLst/>
            <a:cxnLst/>
            <a:rect r="r" b="b" t="t" l="l"/>
            <a:pathLst>
              <a:path h="816288" w="1237259">
                <a:moveTo>
                  <a:pt x="0" y="0"/>
                </a:moveTo>
                <a:lnTo>
                  <a:pt x="1237259" y="0"/>
                </a:lnTo>
                <a:lnTo>
                  <a:pt x="1237259" y="816287"/>
                </a:lnTo>
                <a:lnTo>
                  <a:pt x="0" y="8162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32171" y="7354485"/>
            <a:ext cx="1822400" cy="911200"/>
          </a:xfrm>
          <a:custGeom>
            <a:avLst/>
            <a:gdLst/>
            <a:ahLst/>
            <a:cxnLst/>
            <a:rect r="r" b="b" t="t" l="l"/>
            <a:pathLst>
              <a:path h="911200" w="1822400">
                <a:moveTo>
                  <a:pt x="0" y="0"/>
                </a:moveTo>
                <a:lnTo>
                  <a:pt x="1822400" y="0"/>
                </a:lnTo>
                <a:lnTo>
                  <a:pt x="1822400" y="911200"/>
                </a:lnTo>
                <a:lnTo>
                  <a:pt x="0" y="91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2044182" y="3482340"/>
            <a:ext cx="6233706" cy="1176889"/>
            <a:chOff x="0" y="0"/>
            <a:chExt cx="8311608" cy="156918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569185" cy="156918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9735" lIns="59735" bIns="59735" rIns="59735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406857" y="406857"/>
              <a:ext cx="755472" cy="755472"/>
            </a:xfrm>
            <a:custGeom>
              <a:avLst/>
              <a:gdLst/>
              <a:ahLst/>
              <a:cxnLst/>
              <a:rect r="r" b="b" t="t" l="l"/>
              <a:pathLst>
                <a:path h="755472" w="755472">
                  <a:moveTo>
                    <a:pt x="0" y="0"/>
                  </a:moveTo>
                  <a:lnTo>
                    <a:pt x="755471" y="0"/>
                  </a:lnTo>
                  <a:lnTo>
                    <a:pt x="755471" y="755471"/>
                  </a:lnTo>
                  <a:lnTo>
                    <a:pt x="0" y="75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46206" y="-114300"/>
              <a:ext cx="6365403" cy="87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b="true">
                  <a:solidFill>
                    <a:srgbClr val="5065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CONS: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026456" y="7178564"/>
            <a:ext cx="6580374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Figma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03836" y="962025"/>
            <a:ext cx="6483798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Real-time collaboration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because multiple team members can design, comment, and iterate simultaneously.</a:t>
            </a:r>
          </a:p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Interactive prototyping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- can create clickable flows with transitions, animations, and realistic interactions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96561" y="4004109"/>
            <a:ext cx="564016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learning curve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- requires familiarity with Figma's interface, components, auto-layout, and prototyping tools</a:t>
            </a:r>
          </a:p>
          <a:p>
            <a:pPr algn="l">
              <a:lnSpc>
                <a:spcPts val="3359"/>
              </a:lnSpc>
            </a:pPr>
            <a:r>
              <a:rPr lang="en-US" sz="2399" u="sng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Overthinking details</a:t>
            </a:r>
            <a:r>
              <a:rPr lang="en-US" sz="2399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- Easy to get distracted by visual polish (colours, fonts, pixel-perfect spacing) before validating core flows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715" y="1160991"/>
            <a:ext cx="16620569" cy="577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Limitations </a:t>
            </a:r>
          </a:p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&amp; </a:t>
            </a:r>
          </a:p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TradeOffs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648" y="3319993"/>
            <a:ext cx="821282" cy="821282"/>
            <a:chOff x="0" y="0"/>
            <a:chExt cx="1095043" cy="10950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346218" y="700096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199294" y="6866498"/>
            <a:ext cx="315655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limit 1: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xxxx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8998" y="1795232"/>
            <a:ext cx="1260426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Limitations &amp; TradeOffs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09945" y="3253318"/>
            <a:ext cx="1342546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The prototype emphasizes testing core user flows ie, partner discovery, messaging, and event creation, rather than full-feature completeness.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83416" y="4972392"/>
            <a:ext cx="1342546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Several components, like the Profile tab, the like button, and edit event functionality, are non-functional and will be developed later.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-5400000">
            <a:off x="16417085" y="5509913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4" y="0"/>
                </a:lnTo>
                <a:lnTo>
                  <a:pt x="1369234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0071" y="7940510"/>
            <a:ext cx="1237259" cy="816288"/>
          </a:xfrm>
          <a:custGeom>
            <a:avLst/>
            <a:gdLst/>
            <a:ahLst/>
            <a:cxnLst/>
            <a:rect r="r" b="b" t="t" l="l"/>
            <a:pathLst>
              <a:path h="816288" w="1237259">
                <a:moveTo>
                  <a:pt x="0" y="0"/>
                </a:moveTo>
                <a:lnTo>
                  <a:pt x="1237258" y="0"/>
                </a:lnTo>
                <a:lnTo>
                  <a:pt x="1237258" y="816288"/>
                </a:lnTo>
                <a:lnTo>
                  <a:pt x="0" y="81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44648" y="1797250"/>
            <a:ext cx="1822400" cy="911200"/>
          </a:xfrm>
          <a:custGeom>
            <a:avLst/>
            <a:gdLst/>
            <a:ahLst/>
            <a:cxnLst/>
            <a:rect r="r" b="b" t="t" l="l"/>
            <a:pathLst>
              <a:path h="911200" w="1822400">
                <a:moveTo>
                  <a:pt x="0" y="0"/>
                </a:moveTo>
                <a:lnTo>
                  <a:pt x="1822399" y="0"/>
                </a:lnTo>
                <a:lnTo>
                  <a:pt x="1822399" y="911200"/>
                </a:lnTo>
                <a:lnTo>
                  <a:pt x="0" y="911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2983416" y="6697281"/>
            <a:ext cx="1342546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Features like media uploads, editable AI messages, and open date pickers are excluded to keep testing focused and manageable.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79119" y="6759917"/>
            <a:ext cx="821282" cy="821282"/>
            <a:chOff x="0" y="0"/>
            <a:chExt cx="1095043" cy="109504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79119" y="4860835"/>
            <a:ext cx="821282" cy="82128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654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092060" y="5073776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56561" y="161100"/>
            <a:ext cx="4379865" cy="8863425"/>
            <a:chOff x="0" y="0"/>
            <a:chExt cx="993688" cy="2010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3688" cy="2010903"/>
            </a:xfrm>
            <a:custGeom>
              <a:avLst/>
              <a:gdLst/>
              <a:ahLst/>
              <a:cxnLst/>
              <a:rect r="r" b="b" t="t" l="l"/>
              <a:pathLst>
                <a:path h="2010903" w="993688">
                  <a:moveTo>
                    <a:pt x="88381" y="0"/>
                  </a:moveTo>
                  <a:lnTo>
                    <a:pt x="905308" y="0"/>
                  </a:lnTo>
                  <a:cubicBezTo>
                    <a:pt x="928748" y="0"/>
                    <a:pt x="951228" y="9312"/>
                    <a:pt x="967802" y="25886"/>
                  </a:cubicBezTo>
                  <a:cubicBezTo>
                    <a:pt x="984377" y="42461"/>
                    <a:pt x="993688" y="64941"/>
                    <a:pt x="993688" y="88381"/>
                  </a:cubicBezTo>
                  <a:lnTo>
                    <a:pt x="993688" y="1922522"/>
                  </a:lnTo>
                  <a:cubicBezTo>
                    <a:pt x="993688" y="1945962"/>
                    <a:pt x="984377" y="1968442"/>
                    <a:pt x="967802" y="1985017"/>
                  </a:cubicBezTo>
                  <a:cubicBezTo>
                    <a:pt x="951228" y="2001591"/>
                    <a:pt x="928748" y="2010903"/>
                    <a:pt x="905308" y="2010903"/>
                  </a:cubicBezTo>
                  <a:lnTo>
                    <a:pt x="88381" y="2010903"/>
                  </a:lnTo>
                  <a:cubicBezTo>
                    <a:pt x="64941" y="2010903"/>
                    <a:pt x="42461" y="2001591"/>
                    <a:pt x="25886" y="1985017"/>
                  </a:cubicBezTo>
                  <a:cubicBezTo>
                    <a:pt x="9312" y="1968442"/>
                    <a:pt x="0" y="1945962"/>
                    <a:pt x="0" y="1922522"/>
                  </a:cubicBezTo>
                  <a:lnTo>
                    <a:pt x="0" y="88381"/>
                  </a:lnTo>
                  <a:cubicBezTo>
                    <a:pt x="0" y="64941"/>
                    <a:pt x="9312" y="42461"/>
                    <a:pt x="25886" y="25886"/>
                  </a:cubicBezTo>
                  <a:cubicBezTo>
                    <a:pt x="42461" y="9312"/>
                    <a:pt x="64941" y="0"/>
                    <a:pt x="8838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01" r="0" b="-19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648" y="4182171"/>
            <a:ext cx="821282" cy="821282"/>
            <a:chOff x="0" y="0"/>
            <a:chExt cx="1095043" cy="109504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346218" y="700096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38998" y="1795232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Wizard Of Oz Features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-5400000">
            <a:off x="16417085" y="5509913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4" y="0"/>
                </a:lnTo>
                <a:lnTo>
                  <a:pt x="1369234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0071" y="7940510"/>
            <a:ext cx="1237259" cy="816288"/>
          </a:xfrm>
          <a:custGeom>
            <a:avLst/>
            <a:gdLst/>
            <a:ahLst/>
            <a:cxnLst/>
            <a:rect r="r" b="b" t="t" l="l"/>
            <a:pathLst>
              <a:path h="816288" w="1237259">
                <a:moveTo>
                  <a:pt x="0" y="0"/>
                </a:moveTo>
                <a:lnTo>
                  <a:pt x="1237258" y="0"/>
                </a:lnTo>
                <a:lnTo>
                  <a:pt x="1237258" y="816288"/>
                </a:lnTo>
                <a:lnTo>
                  <a:pt x="0" y="8162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64614" y="3367174"/>
            <a:ext cx="1822400" cy="911200"/>
          </a:xfrm>
          <a:custGeom>
            <a:avLst/>
            <a:gdLst/>
            <a:ahLst/>
            <a:cxnLst/>
            <a:rect r="r" b="b" t="t" l="l"/>
            <a:pathLst>
              <a:path h="911200" w="1822400">
                <a:moveTo>
                  <a:pt x="0" y="0"/>
                </a:moveTo>
                <a:lnTo>
                  <a:pt x="1822400" y="0"/>
                </a:lnTo>
                <a:lnTo>
                  <a:pt x="1822400" y="911200"/>
                </a:lnTo>
                <a:lnTo>
                  <a:pt x="0" y="91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1935577" y="6754135"/>
            <a:ext cx="821282" cy="821282"/>
            <a:chOff x="0" y="0"/>
            <a:chExt cx="1095043" cy="109504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35577" y="5466128"/>
            <a:ext cx="821282" cy="821282"/>
            <a:chOff x="0" y="0"/>
            <a:chExt cx="1095043" cy="109504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35577" y="8042142"/>
            <a:ext cx="821282" cy="821282"/>
            <a:chOff x="0" y="0"/>
            <a:chExt cx="1095043" cy="109504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199294" y="6866498"/>
            <a:ext cx="315655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limit 1: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xxxx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09945" y="4375325"/>
            <a:ext cx="613405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Autopopulated message conversations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009945" y="5483069"/>
            <a:ext cx="613405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Automated “Stitch Approval” Message after 800ms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09945" y="6934286"/>
            <a:ext cx="613405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Pre-selected Dates in Date Picker(Only October)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09945" y="8059083"/>
            <a:ext cx="613405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Instant Community Events Updated to add the new ‘stitched’ event.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55706" y="1028700"/>
            <a:ext cx="3920871" cy="7857537"/>
            <a:chOff x="0" y="0"/>
            <a:chExt cx="600658" cy="1203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658" cy="1203736"/>
            </a:xfrm>
            <a:custGeom>
              <a:avLst/>
              <a:gdLst/>
              <a:ahLst/>
              <a:cxnLst/>
              <a:rect r="r" b="b" t="t" l="l"/>
              <a:pathLst>
                <a:path h="1203736" w="600658">
                  <a:moveTo>
                    <a:pt x="98727" y="0"/>
                  </a:moveTo>
                  <a:lnTo>
                    <a:pt x="501931" y="0"/>
                  </a:lnTo>
                  <a:cubicBezTo>
                    <a:pt x="528115" y="0"/>
                    <a:pt x="553227" y="10402"/>
                    <a:pt x="571742" y="28916"/>
                  </a:cubicBezTo>
                  <a:cubicBezTo>
                    <a:pt x="590256" y="47431"/>
                    <a:pt x="600658" y="72543"/>
                    <a:pt x="600658" y="98727"/>
                  </a:cubicBezTo>
                  <a:lnTo>
                    <a:pt x="600658" y="1105009"/>
                  </a:lnTo>
                  <a:cubicBezTo>
                    <a:pt x="600658" y="1159534"/>
                    <a:pt x="556456" y="1203736"/>
                    <a:pt x="501931" y="1203736"/>
                  </a:cubicBezTo>
                  <a:lnTo>
                    <a:pt x="98727" y="1203736"/>
                  </a:lnTo>
                  <a:cubicBezTo>
                    <a:pt x="72543" y="1203736"/>
                    <a:pt x="47431" y="1193334"/>
                    <a:pt x="28916" y="1174819"/>
                  </a:cubicBezTo>
                  <a:cubicBezTo>
                    <a:pt x="10402" y="1156304"/>
                    <a:pt x="0" y="1131193"/>
                    <a:pt x="0" y="1105009"/>
                  </a:cubicBezTo>
                  <a:lnTo>
                    <a:pt x="0" y="98727"/>
                  </a:lnTo>
                  <a:cubicBezTo>
                    <a:pt x="0" y="72543"/>
                    <a:pt x="10402" y="47431"/>
                    <a:pt x="28916" y="28916"/>
                  </a:cubicBezTo>
                  <a:cubicBezTo>
                    <a:pt x="47431" y="10402"/>
                    <a:pt x="72543" y="0"/>
                    <a:pt x="9872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10" r="0" b="-15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64418" y="3822774"/>
            <a:ext cx="821282" cy="821282"/>
            <a:chOff x="0" y="0"/>
            <a:chExt cx="1095043" cy="109504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346218" y="7000961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400"/>
                </a:lnTo>
                <a:lnTo>
                  <a:pt x="0" y="3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199294" y="6866498"/>
            <a:ext cx="315655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limit 1: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xxxx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8998" y="1795232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Hard-coded features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2284" y="4015928"/>
            <a:ext cx="613405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 AI Template Messages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87470" y="9319012"/>
            <a:ext cx="16230600" cy="0"/>
          </a:xfrm>
          <a:prstGeom prst="line">
            <a:avLst/>
          </a:prstGeom>
          <a:ln cap="rnd" w="38100">
            <a:solidFill>
              <a:srgbClr val="5065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-5400000">
            <a:off x="16888410" y="5864665"/>
            <a:ext cx="1369233" cy="903359"/>
          </a:xfrm>
          <a:custGeom>
            <a:avLst/>
            <a:gdLst/>
            <a:ahLst/>
            <a:cxnLst/>
            <a:rect r="r" b="b" t="t" l="l"/>
            <a:pathLst>
              <a:path h="903359" w="1369233">
                <a:moveTo>
                  <a:pt x="0" y="0"/>
                </a:moveTo>
                <a:lnTo>
                  <a:pt x="1369233" y="0"/>
                </a:lnTo>
                <a:lnTo>
                  <a:pt x="1369233" y="903359"/>
                </a:lnTo>
                <a:lnTo>
                  <a:pt x="0" y="9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0071" y="7940510"/>
            <a:ext cx="1237259" cy="816288"/>
          </a:xfrm>
          <a:custGeom>
            <a:avLst/>
            <a:gdLst/>
            <a:ahLst/>
            <a:cxnLst/>
            <a:rect r="r" b="b" t="t" l="l"/>
            <a:pathLst>
              <a:path h="816288" w="1237259">
                <a:moveTo>
                  <a:pt x="0" y="0"/>
                </a:moveTo>
                <a:lnTo>
                  <a:pt x="1237258" y="0"/>
                </a:lnTo>
                <a:lnTo>
                  <a:pt x="1237258" y="816288"/>
                </a:lnTo>
                <a:lnTo>
                  <a:pt x="0" y="8162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658" r="-17565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64614" y="3367174"/>
            <a:ext cx="1822400" cy="911200"/>
          </a:xfrm>
          <a:custGeom>
            <a:avLst/>
            <a:gdLst/>
            <a:ahLst/>
            <a:cxnLst/>
            <a:rect r="r" b="b" t="t" l="l"/>
            <a:pathLst>
              <a:path h="911200" w="1822400">
                <a:moveTo>
                  <a:pt x="0" y="0"/>
                </a:moveTo>
                <a:lnTo>
                  <a:pt x="1822400" y="0"/>
                </a:lnTo>
                <a:lnTo>
                  <a:pt x="1822400" y="911200"/>
                </a:lnTo>
                <a:lnTo>
                  <a:pt x="0" y="91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1964418" y="5988390"/>
            <a:ext cx="821282" cy="821282"/>
            <a:chOff x="0" y="0"/>
            <a:chExt cx="1095043" cy="109504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64418" y="4844081"/>
            <a:ext cx="821282" cy="821282"/>
            <a:chOff x="0" y="0"/>
            <a:chExt cx="1095043" cy="109504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64418" y="7133522"/>
            <a:ext cx="821282" cy="821282"/>
            <a:chOff x="0" y="0"/>
            <a:chExt cx="1095043" cy="109504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023189" y="8278654"/>
            <a:ext cx="821282" cy="821282"/>
            <a:chOff x="0" y="0"/>
            <a:chExt cx="1095043" cy="1095043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654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38527" y="1028700"/>
            <a:ext cx="3922380" cy="7857537"/>
            <a:chOff x="0" y="0"/>
            <a:chExt cx="600658" cy="120327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0658" cy="1203273"/>
            </a:xfrm>
            <a:custGeom>
              <a:avLst/>
              <a:gdLst/>
              <a:ahLst/>
              <a:cxnLst/>
              <a:rect r="r" b="b" t="t" l="l"/>
              <a:pathLst>
                <a:path h="1203273" w="600658">
                  <a:moveTo>
                    <a:pt x="98689" y="0"/>
                  </a:moveTo>
                  <a:lnTo>
                    <a:pt x="501969" y="0"/>
                  </a:lnTo>
                  <a:cubicBezTo>
                    <a:pt x="528143" y="0"/>
                    <a:pt x="553245" y="10398"/>
                    <a:pt x="571753" y="28905"/>
                  </a:cubicBezTo>
                  <a:cubicBezTo>
                    <a:pt x="590260" y="47413"/>
                    <a:pt x="600658" y="72515"/>
                    <a:pt x="600658" y="98689"/>
                  </a:cubicBezTo>
                  <a:lnTo>
                    <a:pt x="600658" y="1104584"/>
                  </a:lnTo>
                  <a:cubicBezTo>
                    <a:pt x="600658" y="1159088"/>
                    <a:pt x="556473" y="1203273"/>
                    <a:pt x="501969" y="1203273"/>
                  </a:cubicBezTo>
                  <a:lnTo>
                    <a:pt x="98689" y="1203273"/>
                  </a:lnTo>
                  <a:cubicBezTo>
                    <a:pt x="44185" y="1203273"/>
                    <a:pt x="0" y="1159088"/>
                    <a:pt x="0" y="1104584"/>
                  </a:cubicBezTo>
                  <a:lnTo>
                    <a:pt x="0" y="98689"/>
                  </a:lnTo>
                  <a:cubicBezTo>
                    <a:pt x="0" y="44185"/>
                    <a:pt x="44185" y="0"/>
                    <a:pt x="98689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2196" r="0" b="-2196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068716" y="5067640"/>
            <a:ext cx="613405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Event Post Content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3068716" y="6168541"/>
            <a:ext cx="613405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Stitch Form Details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82284" y="7372805"/>
            <a:ext cx="613405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Conversation History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41054" y="8517937"/>
            <a:ext cx="613405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6542"/>
                </a:solidFill>
                <a:latin typeface="Poppins"/>
                <a:ea typeface="Poppins"/>
                <a:cs typeface="Poppins"/>
                <a:sym typeface="Poppins"/>
              </a:rPr>
              <a:t>Business Details Data, Calendar Dates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715" y="1160991"/>
            <a:ext cx="16620569" cy="839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Link To Figma</a:t>
            </a:r>
          </a:p>
          <a:p>
            <a:pPr algn="l">
              <a:lnSpc>
                <a:spcPts val="4730"/>
              </a:lnSpc>
            </a:pPr>
            <a:r>
              <a:rPr lang="en-US" sz="4300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Dev Mode: </a:t>
            </a:r>
            <a:r>
              <a:rPr lang="en-US" sz="4300" u="sng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  <a:hlinkClick r:id="rId2" tooltip="https://www.figma.com/design/ARrTEwUiCxvuIFAGOPhEXB/CS147-Med-Fi-Stitch?node-id=106-860&amp;t=MHObctnncFap253X-0"/>
              </a:rPr>
              <a:t>https://www.figma.com/design/ARrTEwUiCxvuIFAGOPhEXB/CS147-Med-Fi-Stitch?node-id=106-860&amp;t=6npEL4DZmuVagPPv-0</a:t>
            </a:r>
          </a:p>
          <a:p>
            <a:pPr algn="l">
              <a:lnSpc>
                <a:spcPts val="6820"/>
              </a:lnSpc>
            </a:pPr>
          </a:p>
          <a:p>
            <a:pPr algn="l">
              <a:lnSpc>
                <a:spcPts val="4730"/>
              </a:lnSpc>
            </a:pPr>
            <a:r>
              <a:rPr lang="en-US" sz="4300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</a:rPr>
              <a:t>Prototype: </a:t>
            </a:r>
          </a:p>
          <a:p>
            <a:pPr algn="l">
              <a:lnSpc>
                <a:spcPts val="4730"/>
              </a:lnSpc>
            </a:pPr>
            <a:r>
              <a:rPr lang="en-US" sz="4300" u="sng">
                <a:solidFill>
                  <a:srgbClr val="506542"/>
                </a:solidFill>
                <a:latin typeface="Agrandir"/>
                <a:ea typeface="Agrandir"/>
                <a:cs typeface="Agrandir"/>
                <a:sym typeface="Agrandir"/>
                <a:hlinkClick r:id="rId3" tooltip="https://www.figma.com/proto/ARrTEwUiCxvuIFAGOPhEXB/CS147-Med-Fi-Stitch?node-id=322-5053&amp;t=MHObctnncFap253X-0&amp;scaling=scale-down&amp;content-scaling=fixed&amp;page-id=0%3A1&amp;starting-point-node-id=326%3A5912"/>
              </a:rPr>
              <a:t><![CDATA[https://www.figma.com/proto/ARrTEwUiCxvuIFAGOPhEXB/CS147-Med-Fi-Stitch?node-id=147-2722&p=f&t=6npEL4DZmuVagPPv-0&scaling=scale-down&content-scaling=fixed&page-id=0%3A1&starting-point-node-id=1%3A1566]]></a:t>
            </a:r>
          </a:p>
          <a:p>
            <a:pPr algn="l">
              <a:lnSpc>
                <a:spcPts val="4730"/>
              </a:lnSpc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3715" y="1160991"/>
            <a:ext cx="16620569" cy="219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6"/>
              </a:lnSpc>
            </a:pPr>
            <a:r>
              <a:rPr lang="en-US" sz="12833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Appendix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2848" y="1355973"/>
            <a:ext cx="13832274" cy="8413899"/>
          </a:xfrm>
          <a:custGeom>
            <a:avLst/>
            <a:gdLst/>
            <a:ahLst/>
            <a:cxnLst/>
            <a:rect r="r" b="b" t="t" l="l"/>
            <a:pathLst>
              <a:path h="8413899" w="13832274">
                <a:moveTo>
                  <a:pt x="0" y="0"/>
                </a:moveTo>
                <a:lnTo>
                  <a:pt x="13832273" y="0"/>
                </a:lnTo>
                <a:lnTo>
                  <a:pt x="13832273" y="8413899"/>
                </a:lnTo>
                <a:lnTo>
                  <a:pt x="0" y="84138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3203"/>
            <a:ext cx="16620569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sz="7800" b="true">
                <a:solidFill>
                  <a:srgbClr val="506542"/>
                </a:solidFill>
                <a:latin typeface="Agrandir Bold"/>
                <a:ea typeface="Agrandir Bold"/>
                <a:cs typeface="Agrandir Bold"/>
                <a:sym typeface="Agrandir Bold"/>
              </a:rPr>
              <a:t>MoodBoard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DAG3AXua7BI</dc:identifier>
  <dcterms:modified xsi:type="dcterms:W3CDTF">2011-08-01T06:04:30Z</dcterms:modified>
  <cp:revision>1</cp:revision>
  <dc:title>Stitch A6: Med-fi assignment</dc:title>
</cp:coreProperties>
</file>