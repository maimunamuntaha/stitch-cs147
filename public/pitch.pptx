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Glacial Indifference Bold" charset="1" panose="00000800000000000000"/>
      <p:regular r:id="rId7"/>
    </p:embeddedFont>
    <p:embeddedFont>
      <p:font typeface="Glacial Indifference" charset="1" panose="0000000000000000000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1701" y="1962055"/>
            <a:ext cx="4775152" cy="3181445"/>
          </a:xfrm>
          <a:custGeom>
            <a:avLst/>
            <a:gdLst/>
            <a:ahLst/>
            <a:cxnLst/>
            <a:rect r="r" b="b" t="t" l="l"/>
            <a:pathLst>
              <a:path h="3181445" w="4775152">
                <a:moveTo>
                  <a:pt x="0" y="0"/>
                </a:moveTo>
                <a:lnTo>
                  <a:pt x="4775152" y="0"/>
                </a:lnTo>
                <a:lnTo>
                  <a:pt x="4775152" y="3181445"/>
                </a:lnTo>
                <a:lnTo>
                  <a:pt x="0" y="3181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039822" y="1263137"/>
            <a:ext cx="3677775" cy="7995163"/>
          </a:xfrm>
          <a:custGeom>
            <a:avLst/>
            <a:gdLst/>
            <a:ahLst/>
            <a:cxnLst/>
            <a:rect r="r" b="b" t="t" l="l"/>
            <a:pathLst>
              <a:path h="7995163" w="3677775">
                <a:moveTo>
                  <a:pt x="0" y="0"/>
                </a:moveTo>
                <a:lnTo>
                  <a:pt x="3677775" y="0"/>
                </a:lnTo>
                <a:lnTo>
                  <a:pt x="3677775" y="7995163"/>
                </a:lnTo>
                <a:lnTo>
                  <a:pt x="0" y="79951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9525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4195332" y="1260171"/>
            <a:ext cx="3591509" cy="7998129"/>
          </a:xfrm>
          <a:custGeom>
            <a:avLst/>
            <a:gdLst/>
            <a:ahLst/>
            <a:cxnLst/>
            <a:rect r="r" b="b" t="t" l="l"/>
            <a:pathLst>
              <a:path h="7998129" w="3591509">
                <a:moveTo>
                  <a:pt x="0" y="0"/>
                </a:moveTo>
                <a:lnTo>
                  <a:pt x="3591509" y="0"/>
                </a:lnTo>
                <a:lnTo>
                  <a:pt x="3591509" y="7998129"/>
                </a:lnTo>
                <a:lnTo>
                  <a:pt x="0" y="79981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439" b="0"/>
            </a:stretch>
          </a:blipFill>
          <a:ln w="95250" cap="rnd">
            <a:solidFill>
              <a:srgbClr val="000000"/>
            </a:solidFill>
            <a:prstDash val="solid"/>
            <a:round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0076281" y="259268"/>
            <a:ext cx="4493493" cy="9768464"/>
          </a:xfrm>
          <a:custGeom>
            <a:avLst/>
            <a:gdLst/>
            <a:ahLst/>
            <a:cxnLst/>
            <a:rect r="r" b="b" t="t" l="l"/>
            <a:pathLst>
              <a:path h="9768464" w="4493493">
                <a:moveTo>
                  <a:pt x="0" y="0"/>
                </a:moveTo>
                <a:lnTo>
                  <a:pt x="4493494" y="0"/>
                </a:lnTo>
                <a:lnTo>
                  <a:pt x="4493494" y="9768464"/>
                </a:lnTo>
                <a:lnTo>
                  <a:pt x="0" y="9768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w="95250" cap="rnd">
            <a:solidFill>
              <a:srgbClr val="000000"/>
            </a:solidFill>
            <a:prstDash val="solid"/>
            <a:round/>
          </a:ln>
        </p:spPr>
      </p:sp>
      <p:sp>
        <p:nvSpPr>
          <p:cNvPr name="TextBox 6" id="6"/>
          <p:cNvSpPr txBox="true"/>
          <p:nvPr/>
        </p:nvSpPr>
        <p:spPr>
          <a:xfrm rot="0">
            <a:off x="1136115" y="4885156"/>
            <a:ext cx="4466323" cy="253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606C51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Stitch small businesses together</a:t>
            </a:r>
            <a:r>
              <a:rPr lang="en-US" sz="3599">
                <a:solidFill>
                  <a:srgbClr val="8A957B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</a:t>
            </a:r>
            <a:r>
              <a:rPr lang="en-US" sz="3599">
                <a:solidFill>
                  <a:srgbClr val="606C5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through community events.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DAG6G8DMbro</dc:identifier>
  <dcterms:modified xsi:type="dcterms:W3CDTF">2011-08-01T06:04:30Z</dcterms:modified>
  <cp:revision>1</cp:revision>
  <dc:title>Stitch Pitch Slide</dc:title>
</cp:coreProperties>
</file>