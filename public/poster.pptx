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20116800" cy="25603200"/>
  <p:notesSz cx="6858000" cy="9144000"/>
  <p:embeddedFontLst>
    <p:embeddedFont>
      <p:font typeface="Glacial Indifference Bold" charset="1" panose="00000800000000000000"/>
      <p:regular r:id="rId7"/>
    </p:embeddedFont>
    <p:embeddedFont>
      <p:font typeface="Glacial Indifference" charset="1" panose="00000000000000000000"/>
      <p:regular r:id="rId8"/>
    </p:embeddedFont>
    <p:embeddedFont>
      <p:font typeface="Glacial Indifference Bold Italics" charset="1" panose="00000800000000000000"/>
      <p:regular r:id="rId9"/>
    </p:embeddedFont>
    <p:embeddedFont>
      <p:font typeface="Vampiro One" charset="1" panose="02000503000000020004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68924" y="179665"/>
            <a:ext cx="7476339" cy="4981111"/>
          </a:xfrm>
          <a:custGeom>
            <a:avLst/>
            <a:gdLst/>
            <a:ahLst/>
            <a:cxnLst/>
            <a:rect r="r" b="b" t="t" l="l"/>
            <a:pathLst>
              <a:path h="4981111" w="7476339">
                <a:moveTo>
                  <a:pt x="0" y="0"/>
                </a:moveTo>
                <a:lnTo>
                  <a:pt x="7476339" y="0"/>
                </a:lnTo>
                <a:lnTo>
                  <a:pt x="7476339" y="4981111"/>
                </a:lnTo>
                <a:lnTo>
                  <a:pt x="0" y="49811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525578" y="14698027"/>
            <a:ext cx="10233660" cy="4335780"/>
            <a:chOff x="0" y="0"/>
            <a:chExt cx="13644880" cy="5781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47898" y="50557"/>
              <a:ext cx="13546182" cy="5689668"/>
            </a:xfrm>
            <a:custGeom>
              <a:avLst/>
              <a:gdLst/>
              <a:ahLst/>
              <a:cxnLst/>
              <a:rect r="r" b="b" t="t" l="l"/>
              <a:pathLst>
                <a:path h="5689668" w="13546182">
                  <a:moveTo>
                    <a:pt x="13297263" y="52313"/>
                  </a:moveTo>
                  <a:cubicBezTo>
                    <a:pt x="13289643" y="673343"/>
                    <a:pt x="13285832" y="719063"/>
                    <a:pt x="13278213" y="785103"/>
                  </a:cubicBezTo>
                  <a:cubicBezTo>
                    <a:pt x="13269323" y="856223"/>
                    <a:pt x="13260432" y="917183"/>
                    <a:pt x="13242652" y="1002273"/>
                  </a:cubicBezTo>
                  <a:cubicBezTo>
                    <a:pt x="13217252" y="1126733"/>
                    <a:pt x="13167723" y="1332473"/>
                    <a:pt x="13128352" y="1455663"/>
                  </a:cubicBezTo>
                  <a:cubicBezTo>
                    <a:pt x="13099143" y="1542023"/>
                    <a:pt x="13077552" y="1590283"/>
                    <a:pt x="13040723" y="1672833"/>
                  </a:cubicBezTo>
                  <a:cubicBezTo>
                    <a:pt x="12989923" y="1787133"/>
                    <a:pt x="12904832" y="1961123"/>
                    <a:pt x="12842603" y="2071613"/>
                  </a:cubicBezTo>
                  <a:cubicBezTo>
                    <a:pt x="12796882" y="2154163"/>
                    <a:pt x="12758782" y="2211313"/>
                    <a:pt x="12709253" y="2282433"/>
                  </a:cubicBezTo>
                  <a:cubicBezTo>
                    <a:pt x="12657182" y="2359903"/>
                    <a:pt x="12600032" y="2439913"/>
                    <a:pt x="12537803" y="2516113"/>
                  </a:cubicBezTo>
                  <a:cubicBezTo>
                    <a:pt x="12474303" y="2594853"/>
                    <a:pt x="12412072" y="2665973"/>
                    <a:pt x="12334603" y="2747253"/>
                  </a:cubicBezTo>
                  <a:cubicBezTo>
                    <a:pt x="12241893" y="2847583"/>
                    <a:pt x="12131403" y="2964423"/>
                    <a:pt x="12014563" y="3072373"/>
                  </a:cubicBezTo>
                  <a:cubicBezTo>
                    <a:pt x="11886293" y="3190483"/>
                    <a:pt x="11745322" y="3307323"/>
                    <a:pt x="11590382" y="3429243"/>
                  </a:cubicBezTo>
                  <a:cubicBezTo>
                    <a:pt x="11412582" y="3567673"/>
                    <a:pt x="11164932" y="3742933"/>
                    <a:pt x="11006182" y="3853423"/>
                  </a:cubicBezTo>
                  <a:cubicBezTo>
                    <a:pt x="10900772" y="3927083"/>
                    <a:pt x="10838543" y="3970263"/>
                    <a:pt x="10736943" y="4032493"/>
                  </a:cubicBezTo>
                  <a:cubicBezTo>
                    <a:pt x="10612482" y="4108693"/>
                    <a:pt x="10466432" y="4189973"/>
                    <a:pt x="10312763" y="4271253"/>
                  </a:cubicBezTo>
                  <a:cubicBezTo>
                    <a:pt x="10133693" y="4366503"/>
                    <a:pt x="9934303" y="4447783"/>
                    <a:pt x="9728563" y="4563353"/>
                  </a:cubicBezTo>
                  <a:cubicBezTo>
                    <a:pt x="9482182" y="4701783"/>
                    <a:pt x="9172303" y="4921493"/>
                    <a:pt x="8942432" y="5053573"/>
                  </a:cubicBezTo>
                  <a:cubicBezTo>
                    <a:pt x="8768443" y="5153903"/>
                    <a:pt x="8579213" y="5252963"/>
                    <a:pt x="8473803" y="5301223"/>
                  </a:cubicBezTo>
                  <a:cubicBezTo>
                    <a:pt x="8421732" y="5324083"/>
                    <a:pt x="8405222" y="5330433"/>
                    <a:pt x="8355692" y="5345673"/>
                  </a:cubicBezTo>
                  <a:cubicBezTo>
                    <a:pt x="8274413" y="5371073"/>
                    <a:pt x="8158842" y="5400283"/>
                    <a:pt x="8025492" y="5428223"/>
                  </a:cubicBezTo>
                  <a:cubicBezTo>
                    <a:pt x="7827372" y="5468863"/>
                    <a:pt x="7522572" y="5519663"/>
                    <a:pt x="7274922" y="5552683"/>
                  </a:cubicBezTo>
                  <a:cubicBezTo>
                    <a:pt x="7036163" y="5583163"/>
                    <a:pt x="6815182" y="5600943"/>
                    <a:pt x="6564992" y="5618723"/>
                  </a:cubicBezTo>
                  <a:cubicBezTo>
                    <a:pt x="6283052" y="5639043"/>
                    <a:pt x="6083663" y="5650473"/>
                    <a:pt x="5667102" y="5661903"/>
                  </a:cubicBezTo>
                  <a:cubicBezTo>
                    <a:pt x="4714602" y="5686033"/>
                    <a:pt x="1481183" y="5701273"/>
                    <a:pt x="966833" y="5678413"/>
                  </a:cubicBezTo>
                  <a:cubicBezTo>
                    <a:pt x="866502" y="5674603"/>
                    <a:pt x="866502" y="5673333"/>
                    <a:pt x="786492" y="5661903"/>
                  </a:cubicBezTo>
                  <a:cubicBezTo>
                    <a:pt x="632822" y="5640313"/>
                    <a:pt x="211182" y="5564113"/>
                    <a:pt x="108312" y="5532363"/>
                  </a:cubicBezTo>
                  <a:cubicBezTo>
                    <a:pt x="76562" y="5522203"/>
                    <a:pt x="65132" y="5520933"/>
                    <a:pt x="47352" y="5505693"/>
                  </a:cubicBezTo>
                  <a:cubicBezTo>
                    <a:pt x="28302" y="5489183"/>
                    <a:pt x="9252" y="5459973"/>
                    <a:pt x="2902" y="5434573"/>
                  </a:cubicBezTo>
                  <a:cubicBezTo>
                    <a:pt x="-2178" y="5410443"/>
                    <a:pt x="-908" y="5381233"/>
                    <a:pt x="9252" y="5359643"/>
                  </a:cubicBezTo>
                  <a:cubicBezTo>
                    <a:pt x="18142" y="5338053"/>
                    <a:pt x="39732" y="5319003"/>
                    <a:pt x="58782" y="5306303"/>
                  </a:cubicBezTo>
                  <a:cubicBezTo>
                    <a:pt x="77832" y="5293603"/>
                    <a:pt x="91802" y="5289793"/>
                    <a:pt x="124822" y="5282173"/>
                  </a:cubicBezTo>
                  <a:cubicBezTo>
                    <a:pt x="213722" y="5263123"/>
                    <a:pt x="451212" y="5258043"/>
                    <a:pt x="630282" y="5233913"/>
                  </a:cubicBezTo>
                  <a:cubicBezTo>
                    <a:pt x="832212" y="5205973"/>
                    <a:pt x="1098912" y="5143743"/>
                    <a:pt x="1277983" y="5119613"/>
                  </a:cubicBezTo>
                  <a:cubicBezTo>
                    <a:pt x="1403712" y="5101833"/>
                    <a:pt x="1476102" y="5094213"/>
                    <a:pt x="1600562" y="5086593"/>
                  </a:cubicBezTo>
                  <a:cubicBezTo>
                    <a:pt x="1768202" y="5076433"/>
                    <a:pt x="2012043" y="5084053"/>
                    <a:pt x="2189843" y="5076433"/>
                  </a:cubicBezTo>
                  <a:cubicBezTo>
                    <a:pt x="2335893" y="5070083"/>
                    <a:pt x="2455272" y="5053573"/>
                    <a:pt x="2589893" y="5047223"/>
                  </a:cubicBezTo>
                  <a:cubicBezTo>
                    <a:pt x="2727052" y="5040873"/>
                    <a:pt x="2795633" y="5040873"/>
                    <a:pt x="3006452" y="5038333"/>
                  </a:cubicBezTo>
                  <a:cubicBezTo>
                    <a:pt x="3678282" y="5031983"/>
                    <a:pt x="6639922" y="5018013"/>
                    <a:pt x="7227932" y="5039603"/>
                  </a:cubicBezTo>
                  <a:cubicBezTo>
                    <a:pt x="7384142" y="5044683"/>
                    <a:pt x="7398113" y="5048493"/>
                    <a:pt x="7522572" y="5059923"/>
                  </a:cubicBezTo>
                  <a:cubicBezTo>
                    <a:pt x="7741013" y="5080243"/>
                    <a:pt x="8158842" y="5141203"/>
                    <a:pt x="8421732" y="5167873"/>
                  </a:cubicBezTo>
                  <a:cubicBezTo>
                    <a:pt x="8626203" y="5189463"/>
                    <a:pt x="8751932" y="5202163"/>
                    <a:pt x="8967832" y="5213593"/>
                  </a:cubicBezTo>
                  <a:cubicBezTo>
                    <a:pt x="9281522" y="5230103"/>
                    <a:pt x="9705703" y="5236453"/>
                    <a:pt x="10120992" y="5242803"/>
                  </a:cubicBezTo>
                  <a:cubicBezTo>
                    <a:pt x="10606132" y="5250423"/>
                    <a:pt x="11314792" y="5238993"/>
                    <a:pt x="11703413" y="5251693"/>
                  </a:cubicBezTo>
                  <a:cubicBezTo>
                    <a:pt x="11932013" y="5259313"/>
                    <a:pt x="12060282" y="5265663"/>
                    <a:pt x="12245703" y="5284713"/>
                  </a:cubicBezTo>
                  <a:cubicBezTo>
                    <a:pt x="12441282" y="5306303"/>
                    <a:pt x="12641942" y="5343133"/>
                    <a:pt x="12847682" y="5377423"/>
                  </a:cubicBezTo>
                  <a:cubicBezTo>
                    <a:pt x="13062313" y="5414253"/>
                    <a:pt x="13431882" y="5473943"/>
                    <a:pt x="13505543" y="5500613"/>
                  </a:cubicBezTo>
                  <a:cubicBezTo>
                    <a:pt x="13522052" y="5505693"/>
                    <a:pt x="13527132" y="5508233"/>
                    <a:pt x="13533482" y="5515853"/>
                  </a:cubicBezTo>
                  <a:cubicBezTo>
                    <a:pt x="13539832" y="5522203"/>
                    <a:pt x="13544913" y="5533633"/>
                    <a:pt x="13546182" y="5543793"/>
                  </a:cubicBezTo>
                  <a:cubicBezTo>
                    <a:pt x="13546182" y="5553953"/>
                    <a:pt x="13543643" y="5565383"/>
                    <a:pt x="13538563" y="5574273"/>
                  </a:cubicBezTo>
                  <a:cubicBezTo>
                    <a:pt x="13533482" y="5581893"/>
                    <a:pt x="13524593" y="5590783"/>
                    <a:pt x="13514432" y="5593323"/>
                  </a:cubicBezTo>
                  <a:cubicBezTo>
                    <a:pt x="13501732" y="5597133"/>
                    <a:pt x="13480143" y="5595863"/>
                    <a:pt x="13468713" y="5588243"/>
                  </a:cubicBezTo>
                  <a:cubicBezTo>
                    <a:pt x="13458552" y="5580623"/>
                    <a:pt x="13449663" y="5560303"/>
                    <a:pt x="13448393" y="5547603"/>
                  </a:cubicBezTo>
                  <a:cubicBezTo>
                    <a:pt x="13448393" y="5537443"/>
                    <a:pt x="13452202" y="5526013"/>
                    <a:pt x="13458552" y="5518393"/>
                  </a:cubicBezTo>
                  <a:cubicBezTo>
                    <a:pt x="13467443" y="5508233"/>
                    <a:pt x="13487763" y="5498073"/>
                    <a:pt x="13500463" y="5499343"/>
                  </a:cubicBezTo>
                  <a:cubicBezTo>
                    <a:pt x="13514432" y="5500613"/>
                    <a:pt x="13532213" y="5513313"/>
                    <a:pt x="13539832" y="5523473"/>
                  </a:cubicBezTo>
                  <a:cubicBezTo>
                    <a:pt x="13544913" y="5532363"/>
                    <a:pt x="13546182" y="5545063"/>
                    <a:pt x="13544913" y="5553953"/>
                  </a:cubicBezTo>
                  <a:cubicBezTo>
                    <a:pt x="13544913" y="5564113"/>
                    <a:pt x="13539832" y="5575543"/>
                    <a:pt x="13532213" y="5581893"/>
                  </a:cubicBezTo>
                  <a:cubicBezTo>
                    <a:pt x="13522052" y="5590783"/>
                    <a:pt x="13513163" y="5594593"/>
                    <a:pt x="13489032" y="5595863"/>
                  </a:cubicBezTo>
                  <a:cubicBezTo>
                    <a:pt x="13381082" y="5602213"/>
                    <a:pt x="12861653" y="5471403"/>
                    <a:pt x="12591142" y="5430763"/>
                  </a:cubicBezTo>
                  <a:cubicBezTo>
                    <a:pt x="12370163" y="5397743"/>
                    <a:pt x="12255863" y="5377423"/>
                    <a:pt x="11984082" y="5359643"/>
                  </a:cubicBezTo>
                  <a:cubicBezTo>
                    <a:pt x="11441792" y="5325353"/>
                    <a:pt x="10063843" y="5341863"/>
                    <a:pt x="9531713" y="5329163"/>
                  </a:cubicBezTo>
                  <a:cubicBezTo>
                    <a:pt x="9275172" y="5322813"/>
                    <a:pt x="9148172" y="5319003"/>
                    <a:pt x="8960213" y="5307573"/>
                  </a:cubicBezTo>
                  <a:cubicBezTo>
                    <a:pt x="8774792" y="5297413"/>
                    <a:pt x="8614772" y="5283443"/>
                    <a:pt x="8410303" y="5263123"/>
                  </a:cubicBezTo>
                  <a:cubicBezTo>
                    <a:pt x="8147413" y="5236453"/>
                    <a:pt x="7732122" y="5175493"/>
                    <a:pt x="7516222" y="5155173"/>
                  </a:cubicBezTo>
                  <a:cubicBezTo>
                    <a:pt x="7393032" y="5143743"/>
                    <a:pt x="7381603" y="5139933"/>
                    <a:pt x="7226663" y="5134853"/>
                  </a:cubicBezTo>
                  <a:cubicBezTo>
                    <a:pt x="6609442" y="5113263"/>
                    <a:pt x="3624943" y="5115803"/>
                    <a:pt x="2597512" y="5143743"/>
                  </a:cubicBezTo>
                  <a:cubicBezTo>
                    <a:pt x="2084433" y="5157713"/>
                    <a:pt x="1792333" y="5160253"/>
                    <a:pt x="1444352" y="5204703"/>
                  </a:cubicBezTo>
                  <a:cubicBezTo>
                    <a:pt x="1152252" y="5240263"/>
                    <a:pt x="869042" y="5325353"/>
                    <a:pt x="648062" y="5363453"/>
                  </a:cubicBezTo>
                  <a:cubicBezTo>
                    <a:pt x="491852" y="5390123"/>
                    <a:pt x="328022" y="5418063"/>
                    <a:pt x="246742" y="5420603"/>
                  </a:cubicBezTo>
                  <a:cubicBezTo>
                    <a:pt x="209912" y="5420603"/>
                    <a:pt x="168002" y="5410443"/>
                    <a:pt x="168002" y="5412983"/>
                  </a:cubicBezTo>
                  <a:cubicBezTo>
                    <a:pt x="168002" y="5418063"/>
                    <a:pt x="734422" y="5528553"/>
                    <a:pt x="863962" y="5546333"/>
                  </a:cubicBezTo>
                  <a:cubicBezTo>
                    <a:pt x="913492" y="5553953"/>
                    <a:pt x="913492" y="5552683"/>
                    <a:pt x="968102" y="5555223"/>
                  </a:cubicBezTo>
                  <a:cubicBezTo>
                    <a:pt x="1156062" y="5565383"/>
                    <a:pt x="1708512" y="5575543"/>
                    <a:pt x="2240642" y="5579353"/>
                  </a:cubicBezTo>
                  <a:cubicBezTo>
                    <a:pt x="3139802" y="5585703"/>
                    <a:pt x="5126082" y="5584433"/>
                    <a:pt x="5861412" y="5562843"/>
                  </a:cubicBezTo>
                  <a:cubicBezTo>
                    <a:pt x="6183993" y="5552683"/>
                    <a:pt x="6310993" y="5542523"/>
                    <a:pt x="6556103" y="5523473"/>
                  </a:cubicBezTo>
                  <a:cubicBezTo>
                    <a:pt x="6834232" y="5501883"/>
                    <a:pt x="7166972" y="5472673"/>
                    <a:pt x="7440022" y="5432033"/>
                  </a:cubicBezTo>
                  <a:cubicBezTo>
                    <a:pt x="7680053" y="5397743"/>
                    <a:pt x="7950563" y="5341863"/>
                    <a:pt x="8110582" y="5306303"/>
                  </a:cubicBezTo>
                  <a:cubicBezTo>
                    <a:pt x="8200753" y="5287253"/>
                    <a:pt x="8261713" y="5272013"/>
                    <a:pt x="8320132" y="5252963"/>
                  </a:cubicBezTo>
                  <a:cubicBezTo>
                    <a:pt x="8364582" y="5238993"/>
                    <a:pt x="8391253" y="5226293"/>
                    <a:pt x="8433163" y="5208513"/>
                  </a:cubicBezTo>
                  <a:cubicBezTo>
                    <a:pt x="8487772" y="5185653"/>
                    <a:pt x="8550002" y="5160253"/>
                    <a:pt x="8616042" y="5125963"/>
                  </a:cubicBezTo>
                  <a:cubicBezTo>
                    <a:pt x="8698592" y="5084053"/>
                    <a:pt x="8776063" y="5039603"/>
                    <a:pt x="8889092" y="4971023"/>
                  </a:cubicBezTo>
                  <a:cubicBezTo>
                    <a:pt x="9085942" y="4854183"/>
                    <a:pt x="9432652" y="4607803"/>
                    <a:pt x="9680302" y="4470643"/>
                  </a:cubicBezTo>
                  <a:cubicBezTo>
                    <a:pt x="9887313" y="4356343"/>
                    <a:pt x="10090513" y="4280143"/>
                    <a:pt x="10268313" y="4187433"/>
                  </a:cubicBezTo>
                  <a:cubicBezTo>
                    <a:pt x="10419442" y="4107423"/>
                    <a:pt x="10524852" y="4054083"/>
                    <a:pt x="10684872" y="3952483"/>
                  </a:cubicBezTo>
                  <a:cubicBezTo>
                    <a:pt x="10919822" y="3802623"/>
                    <a:pt x="11300822" y="3532113"/>
                    <a:pt x="11530692" y="3354313"/>
                  </a:cubicBezTo>
                  <a:cubicBezTo>
                    <a:pt x="11697063" y="3226043"/>
                    <a:pt x="11821522" y="3120633"/>
                    <a:pt x="11948522" y="3003793"/>
                  </a:cubicBezTo>
                  <a:cubicBezTo>
                    <a:pt x="12062822" y="2897113"/>
                    <a:pt x="12172042" y="2782813"/>
                    <a:pt x="12263482" y="2685023"/>
                  </a:cubicBezTo>
                  <a:cubicBezTo>
                    <a:pt x="12338413" y="2603743"/>
                    <a:pt x="12391752" y="2549133"/>
                    <a:pt x="12461602" y="2460233"/>
                  </a:cubicBezTo>
                  <a:cubicBezTo>
                    <a:pt x="12553042" y="2340853"/>
                    <a:pt x="12673692" y="2170673"/>
                    <a:pt x="12757513" y="2027163"/>
                  </a:cubicBezTo>
                  <a:cubicBezTo>
                    <a:pt x="12834982" y="1896353"/>
                    <a:pt x="12902292" y="1747763"/>
                    <a:pt x="12951822" y="1637273"/>
                  </a:cubicBezTo>
                  <a:cubicBezTo>
                    <a:pt x="12987382" y="1557263"/>
                    <a:pt x="13010243" y="1500113"/>
                    <a:pt x="13034372" y="1428993"/>
                  </a:cubicBezTo>
                  <a:cubicBezTo>
                    <a:pt x="13058502" y="1356603"/>
                    <a:pt x="13076282" y="1295643"/>
                    <a:pt x="13096602" y="1210553"/>
                  </a:cubicBezTo>
                  <a:cubicBezTo>
                    <a:pt x="13124543" y="1091173"/>
                    <a:pt x="13161372" y="942583"/>
                    <a:pt x="13179152" y="778753"/>
                  </a:cubicBezTo>
                  <a:cubicBezTo>
                    <a:pt x="13200743" y="565393"/>
                    <a:pt x="13166452" y="122163"/>
                    <a:pt x="13193122" y="39613"/>
                  </a:cubicBezTo>
                  <a:cubicBezTo>
                    <a:pt x="13199472" y="21833"/>
                    <a:pt x="13204552" y="15483"/>
                    <a:pt x="13214713" y="9133"/>
                  </a:cubicBezTo>
                  <a:cubicBezTo>
                    <a:pt x="13223602" y="2783"/>
                    <a:pt x="13238843" y="-1027"/>
                    <a:pt x="13250272" y="243"/>
                  </a:cubicBezTo>
                  <a:cubicBezTo>
                    <a:pt x="13262972" y="1513"/>
                    <a:pt x="13275672" y="9133"/>
                    <a:pt x="13283293" y="18023"/>
                  </a:cubicBezTo>
                  <a:cubicBezTo>
                    <a:pt x="13292182" y="26913"/>
                    <a:pt x="13297263" y="52313"/>
                    <a:pt x="13297263" y="52313"/>
                  </a:cubicBezTo>
                </a:path>
              </a:pathLst>
            </a:custGeom>
            <a:solidFill>
              <a:srgbClr val="A36817">
                <a:alpha val="19608"/>
              </a:srgbClr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2070935" y="811968"/>
            <a:ext cx="16568738" cy="14170343"/>
            <a:chOff x="0" y="0"/>
            <a:chExt cx="22091650" cy="1889379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50800" y="47675"/>
              <a:ext cx="21991206" cy="18795593"/>
            </a:xfrm>
            <a:custGeom>
              <a:avLst/>
              <a:gdLst/>
              <a:ahLst/>
              <a:cxnLst/>
              <a:rect r="r" b="b" t="t" l="l"/>
              <a:pathLst>
                <a:path h="18795593" w="21991206">
                  <a:moveTo>
                    <a:pt x="6207760" y="495885"/>
                  </a:moveTo>
                  <a:cubicBezTo>
                    <a:pt x="6798310" y="427305"/>
                    <a:pt x="7545070" y="273635"/>
                    <a:pt x="7950200" y="210135"/>
                  </a:cubicBezTo>
                  <a:cubicBezTo>
                    <a:pt x="8237220" y="164415"/>
                    <a:pt x="8437880" y="137745"/>
                    <a:pt x="8691880" y="109805"/>
                  </a:cubicBezTo>
                  <a:cubicBezTo>
                    <a:pt x="8959850" y="80595"/>
                    <a:pt x="9240520" y="57735"/>
                    <a:pt x="9519920" y="41225"/>
                  </a:cubicBezTo>
                  <a:cubicBezTo>
                    <a:pt x="9804400" y="24715"/>
                    <a:pt x="10066020" y="18365"/>
                    <a:pt x="10382250" y="12015"/>
                  </a:cubicBezTo>
                  <a:cubicBezTo>
                    <a:pt x="10769600" y="3125"/>
                    <a:pt x="11252200" y="-4495"/>
                    <a:pt x="11672570" y="3125"/>
                  </a:cubicBezTo>
                  <a:cubicBezTo>
                    <a:pt x="12075160" y="10745"/>
                    <a:pt x="12494260" y="33605"/>
                    <a:pt x="12852400" y="56465"/>
                  </a:cubicBezTo>
                  <a:cubicBezTo>
                    <a:pt x="13150850" y="75515"/>
                    <a:pt x="13413739" y="97105"/>
                    <a:pt x="13675361" y="125045"/>
                  </a:cubicBezTo>
                  <a:cubicBezTo>
                    <a:pt x="13912850" y="149175"/>
                    <a:pt x="14138911" y="174575"/>
                    <a:pt x="14353539" y="207595"/>
                  </a:cubicBezTo>
                  <a:cubicBezTo>
                    <a:pt x="14550389" y="236805"/>
                    <a:pt x="14734539" y="268555"/>
                    <a:pt x="14916150" y="306655"/>
                  </a:cubicBezTo>
                  <a:cubicBezTo>
                    <a:pt x="15088870" y="342215"/>
                    <a:pt x="15253970" y="380315"/>
                    <a:pt x="15417800" y="426035"/>
                  </a:cubicBezTo>
                  <a:cubicBezTo>
                    <a:pt x="15580361" y="470485"/>
                    <a:pt x="15736570" y="518745"/>
                    <a:pt x="15896589" y="578435"/>
                  </a:cubicBezTo>
                  <a:cubicBezTo>
                    <a:pt x="16061689" y="640665"/>
                    <a:pt x="16235680" y="715595"/>
                    <a:pt x="16393161" y="793065"/>
                  </a:cubicBezTo>
                  <a:cubicBezTo>
                    <a:pt x="16544289" y="867995"/>
                    <a:pt x="16694150" y="953085"/>
                    <a:pt x="16823689" y="1036905"/>
                  </a:cubicBezTo>
                  <a:cubicBezTo>
                    <a:pt x="16939261" y="1110565"/>
                    <a:pt x="17047211" y="1185495"/>
                    <a:pt x="17137380" y="1264235"/>
                  </a:cubicBezTo>
                  <a:cubicBezTo>
                    <a:pt x="17217389" y="1332815"/>
                    <a:pt x="17289780" y="1402665"/>
                    <a:pt x="17345661" y="1476325"/>
                  </a:cubicBezTo>
                  <a:cubicBezTo>
                    <a:pt x="17395189" y="1542365"/>
                    <a:pt x="17438370" y="1610945"/>
                    <a:pt x="17462500" y="1679525"/>
                  </a:cubicBezTo>
                  <a:cubicBezTo>
                    <a:pt x="17484089" y="1740485"/>
                    <a:pt x="17495520" y="1806525"/>
                    <a:pt x="17490439" y="1864945"/>
                  </a:cubicBezTo>
                  <a:cubicBezTo>
                    <a:pt x="17486630" y="1919555"/>
                    <a:pt x="17480280" y="1972895"/>
                    <a:pt x="17439639" y="2022425"/>
                  </a:cubicBezTo>
                  <a:cubicBezTo>
                    <a:pt x="17372330" y="2102435"/>
                    <a:pt x="17193261" y="2176095"/>
                    <a:pt x="17040861" y="2235785"/>
                  </a:cubicBezTo>
                  <a:cubicBezTo>
                    <a:pt x="16860520" y="2306905"/>
                    <a:pt x="16616680" y="2356435"/>
                    <a:pt x="16418561" y="2398345"/>
                  </a:cubicBezTo>
                  <a:cubicBezTo>
                    <a:pt x="16240761" y="2436445"/>
                    <a:pt x="16076930" y="2460575"/>
                    <a:pt x="15905480" y="2480895"/>
                  </a:cubicBezTo>
                  <a:cubicBezTo>
                    <a:pt x="15736570" y="2501215"/>
                    <a:pt x="15575280" y="2513915"/>
                    <a:pt x="15397480" y="2524075"/>
                  </a:cubicBezTo>
                  <a:cubicBezTo>
                    <a:pt x="15203170" y="2535505"/>
                    <a:pt x="15072361" y="2538045"/>
                    <a:pt x="14787880" y="2543125"/>
                  </a:cubicBezTo>
                  <a:cubicBezTo>
                    <a:pt x="14128750" y="2555825"/>
                    <a:pt x="12103100" y="2531695"/>
                    <a:pt x="11503660" y="2567255"/>
                  </a:cubicBezTo>
                  <a:cubicBezTo>
                    <a:pt x="11277600" y="2581225"/>
                    <a:pt x="11176000" y="2588845"/>
                    <a:pt x="11038840" y="2619325"/>
                  </a:cubicBezTo>
                  <a:cubicBezTo>
                    <a:pt x="10924540" y="2644725"/>
                    <a:pt x="10816590" y="2671395"/>
                    <a:pt x="10732770" y="2724735"/>
                  </a:cubicBezTo>
                  <a:cubicBezTo>
                    <a:pt x="10659110" y="2770455"/>
                    <a:pt x="10598150" y="2841575"/>
                    <a:pt x="10556240" y="2906345"/>
                  </a:cubicBezTo>
                  <a:cubicBezTo>
                    <a:pt x="10519410" y="2964765"/>
                    <a:pt x="10496550" y="3028265"/>
                    <a:pt x="10483850" y="3091765"/>
                  </a:cubicBezTo>
                  <a:cubicBezTo>
                    <a:pt x="10471150" y="3155265"/>
                    <a:pt x="10468610" y="3220035"/>
                    <a:pt x="10480040" y="3286075"/>
                  </a:cubicBezTo>
                  <a:cubicBezTo>
                    <a:pt x="10492740" y="3358465"/>
                    <a:pt x="10529570" y="3435935"/>
                    <a:pt x="10566400" y="3505785"/>
                  </a:cubicBezTo>
                  <a:cubicBezTo>
                    <a:pt x="10603230" y="3578175"/>
                    <a:pt x="10646410" y="3641675"/>
                    <a:pt x="10702290" y="3710255"/>
                  </a:cubicBezTo>
                  <a:cubicBezTo>
                    <a:pt x="10767060" y="3792805"/>
                    <a:pt x="10848340" y="3879165"/>
                    <a:pt x="10941050" y="3961715"/>
                  </a:cubicBezTo>
                  <a:cubicBezTo>
                    <a:pt x="11050270" y="4056965"/>
                    <a:pt x="11179810" y="4156025"/>
                    <a:pt x="11322050" y="4238575"/>
                  </a:cubicBezTo>
                  <a:cubicBezTo>
                    <a:pt x="11482070" y="4331285"/>
                    <a:pt x="11664950" y="4416375"/>
                    <a:pt x="11857990" y="4481145"/>
                  </a:cubicBezTo>
                  <a:cubicBezTo>
                    <a:pt x="12071350" y="4550995"/>
                    <a:pt x="12306300" y="4596715"/>
                    <a:pt x="12552680" y="4634815"/>
                  </a:cubicBezTo>
                  <a:cubicBezTo>
                    <a:pt x="12823190" y="4675455"/>
                    <a:pt x="13117830" y="4698315"/>
                    <a:pt x="13416280" y="4709745"/>
                  </a:cubicBezTo>
                  <a:cubicBezTo>
                    <a:pt x="13737589" y="4721175"/>
                    <a:pt x="14048739" y="4716095"/>
                    <a:pt x="14417039" y="4695775"/>
                  </a:cubicBezTo>
                  <a:cubicBezTo>
                    <a:pt x="14872970" y="4672915"/>
                    <a:pt x="15452089" y="4597985"/>
                    <a:pt x="15943580" y="4558615"/>
                  </a:cubicBezTo>
                  <a:cubicBezTo>
                    <a:pt x="16400780" y="4520515"/>
                    <a:pt x="16786861" y="4486225"/>
                    <a:pt x="17272000" y="4462095"/>
                  </a:cubicBezTo>
                  <a:cubicBezTo>
                    <a:pt x="17857470" y="4431615"/>
                    <a:pt x="18755361" y="4410025"/>
                    <a:pt x="19211289" y="4402405"/>
                  </a:cubicBezTo>
                  <a:cubicBezTo>
                    <a:pt x="19458939" y="4398595"/>
                    <a:pt x="19607530" y="4394785"/>
                    <a:pt x="19786600" y="4401135"/>
                  </a:cubicBezTo>
                  <a:cubicBezTo>
                    <a:pt x="19944080" y="4406215"/>
                    <a:pt x="20082509" y="4410025"/>
                    <a:pt x="20228559" y="4432885"/>
                  </a:cubicBezTo>
                  <a:cubicBezTo>
                    <a:pt x="20375880" y="4455745"/>
                    <a:pt x="20521930" y="4491305"/>
                    <a:pt x="20666709" y="4538295"/>
                  </a:cubicBezTo>
                  <a:cubicBezTo>
                    <a:pt x="20815300" y="4586555"/>
                    <a:pt x="20972780" y="4648785"/>
                    <a:pt x="21108670" y="4721175"/>
                  </a:cubicBezTo>
                  <a:cubicBezTo>
                    <a:pt x="21236939" y="4787215"/>
                    <a:pt x="21361400" y="4864685"/>
                    <a:pt x="21465539" y="4949775"/>
                  </a:cubicBezTo>
                  <a:cubicBezTo>
                    <a:pt x="21562059" y="5028515"/>
                    <a:pt x="21648420" y="5116145"/>
                    <a:pt x="21718270" y="5207585"/>
                  </a:cubicBezTo>
                  <a:cubicBezTo>
                    <a:pt x="21784309" y="5293945"/>
                    <a:pt x="21837650" y="5387925"/>
                    <a:pt x="21878289" y="5480635"/>
                  </a:cubicBezTo>
                  <a:cubicBezTo>
                    <a:pt x="21917659" y="5570805"/>
                    <a:pt x="21944330" y="5664785"/>
                    <a:pt x="21962109" y="5757495"/>
                  </a:cubicBezTo>
                  <a:cubicBezTo>
                    <a:pt x="21979889" y="5845125"/>
                    <a:pt x="21987509" y="5940375"/>
                    <a:pt x="21990050" y="6022925"/>
                  </a:cubicBezTo>
                  <a:cubicBezTo>
                    <a:pt x="21992589" y="6094045"/>
                    <a:pt x="21991320" y="6161355"/>
                    <a:pt x="21982430" y="6224855"/>
                  </a:cubicBezTo>
                  <a:cubicBezTo>
                    <a:pt x="21972270" y="6283275"/>
                    <a:pt x="21954489" y="6336615"/>
                    <a:pt x="21935439" y="6391225"/>
                  </a:cubicBezTo>
                  <a:cubicBezTo>
                    <a:pt x="21916389" y="6444565"/>
                    <a:pt x="21898609" y="6487745"/>
                    <a:pt x="21868130" y="6546165"/>
                  </a:cubicBezTo>
                  <a:cubicBezTo>
                    <a:pt x="21824950" y="6631255"/>
                    <a:pt x="21753830" y="6751905"/>
                    <a:pt x="21687789" y="6845885"/>
                  </a:cubicBezTo>
                  <a:cubicBezTo>
                    <a:pt x="21623020" y="6936055"/>
                    <a:pt x="21551900" y="7018605"/>
                    <a:pt x="21479509" y="7098615"/>
                  </a:cubicBezTo>
                  <a:cubicBezTo>
                    <a:pt x="21408389" y="7178625"/>
                    <a:pt x="21341080" y="7249745"/>
                    <a:pt x="21258530" y="7327215"/>
                  </a:cubicBezTo>
                  <a:cubicBezTo>
                    <a:pt x="21162009" y="7416115"/>
                    <a:pt x="21051520" y="7511365"/>
                    <a:pt x="20932139" y="7597725"/>
                  </a:cubicBezTo>
                  <a:cubicBezTo>
                    <a:pt x="20801330" y="7690435"/>
                    <a:pt x="20651470" y="7784415"/>
                    <a:pt x="20501609" y="7863155"/>
                  </a:cubicBezTo>
                  <a:cubicBezTo>
                    <a:pt x="20347939" y="7943165"/>
                    <a:pt x="20189189" y="8013015"/>
                    <a:pt x="20020280" y="8068895"/>
                  </a:cubicBezTo>
                  <a:cubicBezTo>
                    <a:pt x="19842480" y="8128585"/>
                    <a:pt x="19653250" y="8169225"/>
                    <a:pt x="19458939" y="8203515"/>
                  </a:cubicBezTo>
                  <a:cubicBezTo>
                    <a:pt x="19253200" y="8240345"/>
                    <a:pt x="19032220" y="8259395"/>
                    <a:pt x="18816320" y="8275905"/>
                  </a:cubicBezTo>
                  <a:cubicBezTo>
                    <a:pt x="18597880" y="8293685"/>
                    <a:pt x="18395950" y="8307655"/>
                    <a:pt x="18155920" y="8307655"/>
                  </a:cubicBezTo>
                  <a:cubicBezTo>
                    <a:pt x="17868900" y="8307655"/>
                    <a:pt x="17487900" y="8279715"/>
                    <a:pt x="17207230" y="8263205"/>
                  </a:cubicBezTo>
                  <a:cubicBezTo>
                    <a:pt x="16982439" y="8249235"/>
                    <a:pt x="16866870" y="8240345"/>
                    <a:pt x="16601439" y="8217485"/>
                  </a:cubicBezTo>
                  <a:cubicBezTo>
                    <a:pt x="16089630" y="8174305"/>
                    <a:pt x="15101570" y="8061275"/>
                    <a:pt x="14358620" y="7999045"/>
                  </a:cubicBezTo>
                  <a:cubicBezTo>
                    <a:pt x="13623289" y="7938085"/>
                    <a:pt x="12813030" y="7882205"/>
                    <a:pt x="12166599" y="7847915"/>
                  </a:cubicBezTo>
                  <a:cubicBezTo>
                    <a:pt x="11652249" y="7819975"/>
                    <a:pt x="11242039" y="7806005"/>
                    <a:pt x="10781030" y="7797115"/>
                  </a:cubicBezTo>
                  <a:cubicBezTo>
                    <a:pt x="10322560" y="7789495"/>
                    <a:pt x="9698989" y="7790765"/>
                    <a:pt x="9406889" y="7797115"/>
                  </a:cubicBezTo>
                  <a:cubicBezTo>
                    <a:pt x="9268460" y="7800925"/>
                    <a:pt x="9243060" y="7802195"/>
                    <a:pt x="9103360" y="7811085"/>
                  </a:cubicBezTo>
                  <a:cubicBezTo>
                    <a:pt x="8782050" y="7832675"/>
                    <a:pt x="7973060" y="7892365"/>
                    <a:pt x="7527289" y="7948245"/>
                  </a:cubicBezTo>
                  <a:cubicBezTo>
                    <a:pt x="7195820" y="7990155"/>
                    <a:pt x="6904989" y="8033335"/>
                    <a:pt x="6664960" y="8091755"/>
                  </a:cubicBezTo>
                  <a:cubicBezTo>
                    <a:pt x="6485889" y="8134935"/>
                    <a:pt x="6314440" y="8197165"/>
                    <a:pt x="6206490" y="8240345"/>
                  </a:cubicBezTo>
                  <a:cubicBezTo>
                    <a:pt x="6144260" y="8264475"/>
                    <a:pt x="6117590" y="8275905"/>
                    <a:pt x="6062980" y="8305115"/>
                  </a:cubicBezTo>
                  <a:cubicBezTo>
                    <a:pt x="5984240" y="8347025"/>
                    <a:pt x="5859780" y="8423225"/>
                    <a:pt x="5784850" y="8477835"/>
                  </a:cubicBezTo>
                  <a:cubicBezTo>
                    <a:pt x="5730240" y="8518475"/>
                    <a:pt x="5679440" y="8560385"/>
                    <a:pt x="5651500" y="8594675"/>
                  </a:cubicBezTo>
                  <a:cubicBezTo>
                    <a:pt x="5633720" y="8614995"/>
                    <a:pt x="5626100" y="8625155"/>
                    <a:pt x="5619750" y="8651825"/>
                  </a:cubicBezTo>
                  <a:cubicBezTo>
                    <a:pt x="5608320" y="8701355"/>
                    <a:pt x="5619750" y="8816925"/>
                    <a:pt x="5628640" y="8875345"/>
                  </a:cubicBezTo>
                  <a:cubicBezTo>
                    <a:pt x="5633720" y="8913445"/>
                    <a:pt x="5640070" y="8932495"/>
                    <a:pt x="5652770" y="8969325"/>
                  </a:cubicBezTo>
                  <a:cubicBezTo>
                    <a:pt x="5670550" y="9021395"/>
                    <a:pt x="5698490" y="9096325"/>
                    <a:pt x="5731510" y="9156015"/>
                  </a:cubicBezTo>
                  <a:cubicBezTo>
                    <a:pt x="5764530" y="9215705"/>
                    <a:pt x="5808980" y="9276665"/>
                    <a:pt x="5852160" y="9327465"/>
                  </a:cubicBezTo>
                  <a:cubicBezTo>
                    <a:pt x="5892800" y="9373185"/>
                    <a:pt x="5937250" y="9413825"/>
                    <a:pt x="5982970" y="9450655"/>
                  </a:cubicBezTo>
                  <a:cubicBezTo>
                    <a:pt x="6029960" y="9488755"/>
                    <a:pt x="6076950" y="9519235"/>
                    <a:pt x="6132830" y="9552255"/>
                  </a:cubicBezTo>
                  <a:cubicBezTo>
                    <a:pt x="6197600" y="9590355"/>
                    <a:pt x="6272530" y="9627185"/>
                    <a:pt x="6352540" y="9661475"/>
                  </a:cubicBezTo>
                  <a:cubicBezTo>
                    <a:pt x="6442709" y="9700845"/>
                    <a:pt x="6548120" y="9740215"/>
                    <a:pt x="6649720" y="9773235"/>
                  </a:cubicBezTo>
                  <a:cubicBezTo>
                    <a:pt x="6752589" y="9807525"/>
                    <a:pt x="6856730" y="9836735"/>
                    <a:pt x="6964680" y="9864675"/>
                  </a:cubicBezTo>
                  <a:cubicBezTo>
                    <a:pt x="7078980" y="9893885"/>
                    <a:pt x="7198360" y="9920555"/>
                    <a:pt x="7315200" y="9943415"/>
                  </a:cubicBezTo>
                  <a:cubicBezTo>
                    <a:pt x="7430770" y="9966275"/>
                    <a:pt x="7557770" y="9984055"/>
                    <a:pt x="7665720" y="10000565"/>
                  </a:cubicBezTo>
                  <a:cubicBezTo>
                    <a:pt x="7759700" y="10014535"/>
                    <a:pt x="7829550" y="10024695"/>
                    <a:pt x="7927339" y="10034855"/>
                  </a:cubicBezTo>
                  <a:cubicBezTo>
                    <a:pt x="8051800" y="10047555"/>
                    <a:pt x="8185150" y="10056445"/>
                    <a:pt x="8348980" y="10065335"/>
                  </a:cubicBezTo>
                  <a:cubicBezTo>
                    <a:pt x="8581389" y="10076765"/>
                    <a:pt x="8844280" y="10088195"/>
                    <a:pt x="9188450" y="10094545"/>
                  </a:cubicBezTo>
                  <a:cubicBezTo>
                    <a:pt x="9737089" y="10104705"/>
                    <a:pt x="10736580" y="10122485"/>
                    <a:pt x="11325860" y="10098355"/>
                  </a:cubicBezTo>
                  <a:cubicBezTo>
                    <a:pt x="11744960" y="10081845"/>
                    <a:pt x="12077700" y="10050095"/>
                    <a:pt x="12396470" y="10013265"/>
                  </a:cubicBezTo>
                  <a:cubicBezTo>
                    <a:pt x="12656820" y="9982785"/>
                    <a:pt x="12915900" y="9942145"/>
                    <a:pt x="13102589" y="9905315"/>
                  </a:cubicBezTo>
                  <a:cubicBezTo>
                    <a:pt x="13229589" y="9879915"/>
                    <a:pt x="13411200" y="9860865"/>
                    <a:pt x="13417550" y="9826575"/>
                  </a:cubicBezTo>
                  <a:cubicBezTo>
                    <a:pt x="13421359" y="9804985"/>
                    <a:pt x="13357859" y="9775775"/>
                    <a:pt x="13313409" y="9751645"/>
                  </a:cubicBezTo>
                  <a:cubicBezTo>
                    <a:pt x="13244830" y="9717355"/>
                    <a:pt x="13135609" y="9685605"/>
                    <a:pt x="13037820" y="9658935"/>
                  </a:cubicBezTo>
                  <a:cubicBezTo>
                    <a:pt x="12932410" y="9630995"/>
                    <a:pt x="12804139" y="9606865"/>
                    <a:pt x="12701270" y="9591625"/>
                  </a:cubicBezTo>
                  <a:cubicBezTo>
                    <a:pt x="12613639" y="9580195"/>
                    <a:pt x="12586970" y="9576385"/>
                    <a:pt x="12457430" y="9571305"/>
                  </a:cubicBezTo>
                  <a:cubicBezTo>
                    <a:pt x="11954510" y="9547175"/>
                    <a:pt x="9551670" y="9544635"/>
                    <a:pt x="8764270" y="9558605"/>
                  </a:cubicBezTo>
                  <a:cubicBezTo>
                    <a:pt x="8393430" y="9564955"/>
                    <a:pt x="8209280" y="9573845"/>
                    <a:pt x="7947660" y="9591625"/>
                  </a:cubicBezTo>
                  <a:cubicBezTo>
                    <a:pt x="7703820" y="9608135"/>
                    <a:pt x="7435850" y="9646235"/>
                    <a:pt x="7244080" y="9660205"/>
                  </a:cubicBezTo>
                  <a:cubicBezTo>
                    <a:pt x="7112000" y="9669095"/>
                    <a:pt x="7005320" y="9677985"/>
                    <a:pt x="6908800" y="9674175"/>
                  </a:cubicBezTo>
                  <a:cubicBezTo>
                    <a:pt x="6833870" y="9670365"/>
                    <a:pt x="6800850" y="9661475"/>
                    <a:pt x="6710680" y="9646235"/>
                  </a:cubicBezTo>
                  <a:cubicBezTo>
                    <a:pt x="6510020" y="9613215"/>
                    <a:pt x="6035040" y="9501455"/>
                    <a:pt x="5753100" y="9457005"/>
                  </a:cubicBezTo>
                  <a:cubicBezTo>
                    <a:pt x="5532120" y="9421445"/>
                    <a:pt x="5388610" y="9408745"/>
                    <a:pt x="5157470" y="9384615"/>
                  </a:cubicBezTo>
                  <a:cubicBezTo>
                    <a:pt x="4837430" y="9352865"/>
                    <a:pt x="4392930" y="9308415"/>
                    <a:pt x="4010660" y="9293175"/>
                  </a:cubicBezTo>
                  <a:cubicBezTo>
                    <a:pt x="3628390" y="9277935"/>
                    <a:pt x="3194050" y="9274125"/>
                    <a:pt x="2862580" y="9293175"/>
                  </a:cubicBezTo>
                  <a:cubicBezTo>
                    <a:pt x="2607310" y="9308415"/>
                    <a:pt x="2396490" y="9338895"/>
                    <a:pt x="2188210" y="9371915"/>
                  </a:cubicBezTo>
                  <a:cubicBezTo>
                    <a:pt x="2005330" y="9399855"/>
                    <a:pt x="1855470" y="9425255"/>
                    <a:pt x="1680210" y="9473515"/>
                  </a:cubicBezTo>
                  <a:cubicBezTo>
                    <a:pt x="1483360" y="9525585"/>
                    <a:pt x="1239520" y="9610675"/>
                    <a:pt x="1066800" y="9681795"/>
                  </a:cubicBezTo>
                  <a:cubicBezTo>
                    <a:pt x="934720" y="9735135"/>
                    <a:pt x="815340" y="9794825"/>
                    <a:pt x="726440" y="9846895"/>
                  </a:cubicBezTo>
                  <a:cubicBezTo>
                    <a:pt x="665480" y="9882455"/>
                    <a:pt x="626110" y="9911665"/>
                    <a:pt x="580390" y="9951035"/>
                  </a:cubicBezTo>
                  <a:cubicBezTo>
                    <a:pt x="533400" y="9989135"/>
                    <a:pt x="487680" y="10032315"/>
                    <a:pt x="447040" y="10079305"/>
                  </a:cubicBezTo>
                  <a:cubicBezTo>
                    <a:pt x="406400" y="10126295"/>
                    <a:pt x="368300" y="10178365"/>
                    <a:pt x="336550" y="10230435"/>
                  </a:cubicBezTo>
                  <a:cubicBezTo>
                    <a:pt x="304800" y="10281235"/>
                    <a:pt x="281940" y="10328225"/>
                    <a:pt x="255270" y="10387915"/>
                  </a:cubicBezTo>
                  <a:cubicBezTo>
                    <a:pt x="223520" y="10460305"/>
                    <a:pt x="186690" y="10553015"/>
                    <a:pt x="162560" y="10634295"/>
                  </a:cubicBezTo>
                  <a:cubicBezTo>
                    <a:pt x="139700" y="10711765"/>
                    <a:pt x="123190" y="10782885"/>
                    <a:pt x="111760" y="10862895"/>
                  </a:cubicBezTo>
                  <a:cubicBezTo>
                    <a:pt x="100330" y="10951795"/>
                    <a:pt x="96520" y="11066095"/>
                    <a:pt x="96520" y="11144835"/>
                  </a:cubicBezTo>
                  <a:cubicBezTo>
                    <a:pt x="96520" y="11200715"/>
                    <a:pt x="97790" y="11240085"/>
                    <a:pt x="105410" y="11289615"/>
                  </a:cubicBezTo>
                  <a:cubicBezTo>
                    <a:pt x="113030" y="11341685"/>
                    <a:pt x="127000" y="11396295"/>
                    <a:pt x="146050" y="11450905"/>
                  </a:cubicBezTo>
                  <a:cubicBezTo>
                    <a:pt x="165100" y="11508055"/>
                    <a:pt x="193040" y="11569015"/>
                    <a:pt x="222250" y="11624895"/>
                  </a:cubicBezTo>
                  <a:cubicBezTo>
                    <a:pt x="251460" y="11682045"/>
                    <a:pt x="276860" y="11727765"/>
                    <a:pt x="320040" y="11788725"/>
                  </a:cubicBezTo>
                  <a:cubicBezTo>
                    <a:pt x="382270" y="11876355"/>
                    <a:pt x="490220" y="12004625"/>
                    <a:pt x="576580" y="12089715"/>
                  </a:cubicBezTo>
                  <a:cubicBezTo>
                    <a:pt x="650240" y="12160835"/>
                    <a:pt x="712470" y="12210365"/>
                    <a:pt x="798830" y="12272595"/>
                  </a:cubicBezTo>
                  <a:cubicBezTo>
                    <a:pt x="905510" y="12350065"/>
                    <a:pt x="1049020" y="12438965"/>
                    <a:pt x="1177290" y="12513895"/>
                  </a:cubicBezTo>
                  <a:cubicBezTo>
                    <a:pt x="1304290" y="12587555"/>
                    <a:pt x="1394460" y="12638355"/>
                    <a:pt x="1563370" y="12719635"/>
                  </a:cubicBezTo>
                  <a:cubicBezTo>
                    <a:pt x="1865630" y="12864415"/>
                    <a:pt x="2458720" y="13086664"/>
                    <a:pt x="2856230" y="13268275"/>
                  </a:cubicBezTo>
                  <a:cubicBezTo>
                    <a:pt x="3205480" y="13428295"/>
                    <a:pt x="3528060" y="13622605"/>
                    <a:pt x="3826510" y="13745795"/>
                  </a:cubicBezTo>
                  <a:cubicBezTo>
                    <a:pt x="4070350" y="13847395"/>
                    <a:pt x="4276090" y="13912164"/>
                    <a:pt x="4505960" y="13978205"/>
                  </a:cubicBezTo>
                  <a:cubicBezTo>
                    <a:pt x="4735830" y="14044245"/>
                    <a:pt x="5005070" y="14098855"/>
                    <a:pt x="5204460" y="14140764"/>
                  </a:cubicBezTo>
                  <a:cubicBezTo>
                    <a:pt x="5354320" y="14172514"/>
                    <a:pt x="5431790" y="14189025"/>
                    <a:pt x="5596890" y="14216964"/>
                  </a:cubicBezTo>
                  <a:cubicBezTo>
                    <a:pt x="5876290" y="14261414"/>
                    <a:pt x="6459220" y="14333805"/>
                    <a:pt x="6737350" y="14368095"/>
                  </a:cubicBezTo>
                  <a:cubicBezTo>
                    <a:pt x="6896100" y="14388414"/>
                    <a:pt x="6953250" y="14396036"/>
                    <a:pt x="7112000" y="14411275"/>
                  </a:cubicBezTo>
                  <a:cubicBezTo>
                    <a:pt x="7383780" y="14437945"/>
                    <a:pt x="7730490" y="14467155"/>
                    <a:pt x="8227060" y="14501445"/>
                  </a:cubicBezTo>
                  <a:cubicBezTo>
                    <a:pt x="9226550" y="14571295"/>
                    <a:pt x="11727180" y="14717345"/>
                    <a:pt x="12743180" y="14764336"/>
                  </a:cubicBezTo>
                  <a:cubicBezTo>
                    <a:pt x="13261339" y="14789736"/>
                    <a:pt x="13533120" y="14798625"/>
                    <a:pt x="13916661" y="14807514"/>
                  </a:cubicBezTo>
                  <a:cubicBezTo>
                    <a:pt x="14284961" y="14815136"/>
                    <a:pt x="14720570" y="14794814"/>
                    <a:pt x="14999970" y="14813864"/>
                  </a:cubicBezTo>
                  <a:cubicBezTo>
                    <a:pt x="15177770" y="14826564"/>
                    <a:pt x="15313661" y="14848155"/>
                    <a:pt x="15433039" y="14871014"/>
                  </a:cubicBezTo>
                  <a:cubicBezTo>
                    <a:pt x="15518130" y="14887525"/>
                    <a:pt x="15552420" y="14897686"/>
                    <a:pt x="15650211" y="14924355"/>
                  </a:cubicBezTo>
                  <a:cubicBezTo>
                    <a:pt x="15855950" y="14982775"/>
                    <a:pt x="16376650" y="15151686"/>
                    <a:pt x="16600170" y="15229155"/>
                  </a:cubicBezTo>
                  <a:cubicBezTo>
                    <a:pt x="16722089" y="15271064"/>
                    <a:pt x="16784320" y="15291386"/>
                    <a:pt x="16883380" y="15332025"/>
                  </a:cubicBezTo>
                  <a:cubicBezTo>
                    <a:pt x="16992600" y="15376475"/>
                    <a:pt x="17100550" y="15426005"/>
                    <a:pt x="17225011" y="15486964"/>
                  </a:cubicBezTo>
                  <a:cubicBezTo>
                    <a:pt x="17379950" y="15563164"/>
                    <a:pt x="17600930" y="15677464"/>
                    <a:pt x="17741900" y="15757475"/>
                  </a:cubicBezTo>
                  <a:cubicBezTo>
                    <a:pt x="17842230" y="15813355"/>
                    <a:pt x="17904461" y="15853995"/>
                    <a:pt x="17994630" y="15911145"/>
                  </a:cubicBezTo>
                  <a:cubicBezTo>
                    <a:pt x="18098770" y="15979725"/>
                    <a:pt x="18191480" y="16038145"/>
                    <a:pt x="18326100" y="16141014"/>
                  </a:cubicBezTo>
                  <a:cubicBezTo>
                    <a:pt x="18561050" y="16322625"/>
                    <a:pt x="19128739" y="16792525"/>
                    <a:pt x="19255739" y="16930955"/>
                  </a:cubicBezTo>
                  <a:cubicBezTo>
                    <a:pt x="19293839" y="16974136"/>
                    <a:pt x="19302730" y="16991914"/>
                    <a:pt x="19320511" y="17024936"/>
                  </a:cubicBezTo>
                  <a:cubicBezTo>
                    <a:pt x="19337020" y="17054145"/>
                    <a:pt x="19343370" y="17074464"/>
                    <a:pt x="19361150" y="17117645"/>
                  </a:cubicBezTo>
                  <a:cubicBezTo>
                    <a:pt x="19397980" y="17209086"/>
                    <a:pt x="19476720" y="17414825"/>
                    <a:pt x="19524980" y="17554525"/>
                  </a:cubicBezTo>
                  <a:cubicBezTo>
                    <a:pt x="19569430" y="17682795"/>
                    <a:pt x="19604989" y="17775505"/>
                    <a:pt x="19640550" y="17925364"/>
                  </a:cubicBezTo>
                  <a:cubicBezTo>
                    <a:pt x="19693889" y="18141264"/>
                    <a:pt x="19787870" y="18644186"/>
                    <a:pt x="19786600" y="18735625"/>
                  </a:cubicBezTo>
                  <a:cubicBezTo>
                    <a:pt x="19785330" y="18754675"/>
                    <a:pt x="19785330" y="18759755"/>
                    <a:pt x="19778980" y="18768645"/>
                  </a:cubicBezTo>
                  <a:cubicBezTo>
                    <a:pt x="19771361" y="18780075"/>
                    <a:pt x="19749770" y="18792775"/>
                    <a:pt x="19735800" y="18795314"/>
                  </a:cubicBezTo>
                  <a:cubicBezTo>
                    <a:pt x="19724370" y="18796586"/>
                    <a:pt x="19711670" y="18792775"/>
                    <a:pt x="19702780" y="18786425"/>
                  </a:cubicBezTo>
                  <a:cubicBezTo>
                    <a:pt x="19693889" y="18780075"/>
                    <a:pt x="19685000" y="18769914"/>
                    <a:pt x="19682461" y="18758486"/>
                  </a:cubicBezTo>
                  <a:cubicBezTo>
                    <a:pt x="19678650" y="18745786"/>
                    <a:pt x="19681189" y="18720386"/>
                    <a:pt x="19690080" y="18708955"/>
                  </a:cubicBezTo>
                  <a:cubicBezTo>
                    <a:pt x="19698970" y="18697525"/>
                    <a:pt x="19721830" y="18688636"/>
                    <a:pt x="19735800" y="18687364"/>
                  </a:cubicBezTo>
                  <a:cubicBezTo>
                    <a:pt x="19747230" y="18687364"/>
                    <a:pt x="19758661" y="18693714"/>
                    <a:pt x="19767550" y="18700064"/>
                  </a:cubicBezTo>
                  <a:cubicBezTo>
                    <a:pt x="19775170" y="18707686"/>
                    <a:pt x="19782789" y="18719114"/>
                    <a:pt x="19785330" y="18729275"/>
                  </a:cubicBezTo>
                  <a:cubicBezTo>
                    <a:pt x="19787870" y="18740705"/>
                    <a:pt x="19786600" y="18754675"/>
                    <a:pt x="19781520" y="18763564"/>
                  </a:cubicBezTo>
                  <a:cubicBezTo>
                    <a:pt x="19777711" y="18773725"/>
                    <a:pt x="19767550" y="18783886"/>
                    <a:pt x="19758661" y="18788964"/>
                  </a:cubicBezTo>
                  <a:cubicBezTo>
                    <a:pt x="19748500" y="18794045"/>
                    <a:pt x="19735800" y="18797855"/>
                    <a:pt x="19724370" y="18794045"/>
                  </a:cubicBezTo>
                  <a:cubicBezTo>
                    <a:pt x="19710400" y="18791505"/>
                    <a:pt x="19695161" y="18783886"/>
                    <a:pt x="19683730" y="18764836"/>
                  </a:cubicBezTo>
                  <a:cubicBezTo>
                    <a:pt x="19651980" y="18710225"/>
                    <a:pt x="19657061" y="18522264"/>
                    <a:pt x="19632930" y="18382564"/>
                  </a:cubicBezTo>
                  <a:cubicBezTo>
                    <a:pt x="19601180" y="18213655"/>
                    <a:pt x="19563080" y="18018075"/>
                    <a:pt x="19504661" y="17819955"/>
                  </a:cubicBezTo>
                  <a:cubicBezTo>
                    <a:pt x="19436080" y="17588814"/>
                    <a:pt x="19291300" y="17202736"/>
                    <a:pt x="19231611" y="17084625"/>
                  </a:cubicBezTo>
                  <a:cubicBezTo>
                    <a:pt x="19211289" y="17043986"/>
                    <a:pt x="19210020" y="17041445"/>
                    <a:pt x="19180811" y="17007155"/>
                  </a:cubicBezTo>
                  <a:cubicBezTo>
                    <a:pt x="19089370" y="16903014"/>
                    <a:pt x="18750280" y="16614725"/>
                    <a:pt x="18552161" y="16452164"/>
                  </a:cubicBezTo>
                  <a:cubicBezTo>
                    <a:pt x="18385789" y="16312464"/>
                    <a:pt x="18214339" y="16179114"/>
                    <a:pt x="18075911" y="16082595"/>
                  </a:cubicBezTo>
                  <a:cubicBezTo>
                    <a:pt x="17973039" y="16012745"/>
                    <a:pt x="17912080" y="15978455"/>
                    <a:pt x="17801589" y="15913686"/>
                  </a:cubicBezTo>
                  <a:cubicBezTo>
                    <a:pt x="17637761" y="15818436"/>
                    <a:pt x="17359630" y="15660955"/>
                    <a:pt x="17183100" y="15573325"/>
                  </a:cubicBezTo>
                  <a:cubicBezTo>
                    <a:pt x="17057370" y="15508555"/>
                    <a:pt x="16957039" y="15465375"/>
                    <a:pt x="16850361" y="15420925"/>
                  </a:cubicBezTo>
                  <a:cubicBezTo>
                    <a:pt x="16753839" y="15381555"/>
                    <a:pt x="16691611" y="15359964"/>
                    <a:pt x="16569689" y="15319325"/>
                  </a:cubicBezTo>
                  <a:cubicBezTo>
                    <a:pt x="16348711" y="15243125"/>
                    <a:pt x="15829280" y="15074214"/>
                    <a:pt x="15627350" y="15017064"/>
                  </a:cubicBezTo>
                  <a:cubicBezTo>
                    <a:pt x="15532100" y="14990395"/>
                    <a:pt x="15499080" y="14980236"/>
                    <a:pt x="15417800" y="14964995"/>
                  </a:cubicBezTo>
                  <a:cubicBezTo>
                    <a:pt x="15302230" y="14943405"/>
                    <a:pt x="15170150" y="14921814"/>
                    <a:pt x="14997430" y="14909114"/>
                  </a:cubicBezTo>
                  <a:cubicBezTo>
                    <a:pt x="14721839" y="14890064"/>
                    <a:pt x="14283689" y="14910386"/>
                    <a:pt x="13914120" y="14902764"/>
                  </a:cubicBezTo>
                  <a:cubicBezTo>
                    <a:pt x="13530580" y="14893875"/>
                    <a:pt x="13257530" y="14884986"/>
                    <a:pt x="12738100" y="14859586"/>
                  </a:cubicBezTo>
                  <a:cubicBezTo>
                    <a:pt x="11720830" y="14812595"/>
                    <a:pt x="9221470" y="14666545"/>
                    <a:pt x="8220710" y="14596695"/>
                  </a:cubicBezTo>
                  <a:cubicBezTo>
                    <a:pt x="7721600" y="14562405"/>
                    <a:pt x="7374890" y="14533195"/>
                    <a:pt x="7100570" y="14506525"/>
                  </a:cubicBezTo>
                  <a:cubicBezTo>
                    <a:pt x="6941820" y="14491286"/>
                    <a:pt x="6884670" y="14482395"/>
                    <a:pt x="6724650" y="14463345"/>
                  </a:cubicBezTo>
                  <a:cubicBezTo>
                    <a:pt x="6446520" y="14427786"/>
                    <a:pt x="5859780" y="14356664"/>
                    <a:pt x="5577840" y="14309675"/>
                  </a:cubicBezTo>
                  <a:cubicBezTo>
                    <a:pt x="5412740" y="14283005"/>
                    <a:pt x="5335270" y="14266495"/>
                    <a:pt x="5185410" y="14234745"/>
                  </a:cubicBezTo>
                  <a:cubicBezTo>
                    <a:pt x="4983480" y="14191564"/>
                    <a:pt x="4710430" y="14135686"/>
                    <a:pt x="4478020" y="14069645"/>
                  </a:cubicBezTo>
                  <a:cubicBezTo>
                    <a:pt x="4245610" y="14003605"/>
                    <a:pt x="4034790" y="13938836"/>
                    <a:pt x="3789680" y="13837236"/>
                  </a:cubicBezTo>
                  <a:cubicBezTo>
                    <a:pt x="3489960" y="13712775"/>
                    <a:pt x="3167380" y="13517195"/>
                    <a:pt x="2818130" y="13355905"/>
                  </a:cubicBezTo>
                  <a:cubicBezTo>
                    <a:pt x="2419350" y="13173025"/>
                    <a:pt x="1824990" y="12949505"/>
                    <a:pt x="1520190" y="12804725"/>
                  </a:cubicBezTo>
                  <a:cubicBezTo>
                    <a:pt x="1348740" y="12722175"/>
                    <a:pt x="1257300" y="12671375"/>
                    <a:pt x="1127760" y="12595175"/>
                  </a:cubicBezTo>
                  <a:cubicBezTo>
                    <a:pt x="996950" y="12518975"/>
                    <a:pt x="848360" y="12427535"/>
                    <a:pt x="737870" y="12346255"/>
                  </a:cubicBezTo>
                  <a:cubicBezTo>
                    <a:pt x="647700" y="12280215"/>
                    <a:pt x="582930" y="12229415"/>
                    <a:pt x="506730" y="12154485"/>
                  </a:cubicBezTo>
                  <a:cubicBezTo>
                    <a:pt x="416560" y="12064315"/>
                    <a:pt x="303530" y="11929695"/>
                    <a:pt x="237490" y="11838255"/>
                  </a:cubicBezTo>
                  <a:cubicBezTo>
                    <a:pt x="191770" y="11773485"/>
                    <a:pt x="165100" y="11723955"/>
                    <a:pt x="134620" y="11664265"/>
                  </a:cubicBezTo>
                  <a:cubicBezTo>
                    <a:pt x="104140" y="11603305"/>
                    <a:pt x="73660" y="11537265"/>
                    <a:pt x="52070" y="11473765"/>
                  </a:cubicBezTo>
                  <a:cubicBezTo>
                    <a:pt x="31750" y="11414075"/>
                    <a:pt x="17780" y="11353115"/>
                    <a:pt x="8890" y="11295965"/>
                  </a:cubicBezTo>
                  <a:cubicBezTo>
                    <a:pt x="1270" y="11242625"/>
                    <a:pt x="0" y="11200715"/>
                    <a:pt x="0" y="11141025"/>
                  </a:cubicBezTo>
                  <a:cubicBezTo>
                    <a:pt x="0" y="11058475"/>
                    <a:pt x="6350" y="10927665"/>
                    <a:pt x="15240" y="10846385"/>
                  </a:cubicBezTo>
                  <a:cubicBezTo>
                    <a:pt x="21590" y="10786695"/>
                    <a:pt x="25400" y="10754945"/>
                    <a:pt x="41910" y="10693985"/>
                  </a:cubicBezTo>
                  <a:cubicBezTo>
                    <a:pt x="67310" y="10601275"/>
                    <a:pt x="129540" y="10438715"/>
                    <a:pt x="171450" y="10343465"/>
                  </a:cubicBezTo>
                  <a:cubicBezTo>
                    <a:pt x="200660" y="10276155"/>
                    <a:pt x="224790" y="10229165"/>
                    <a:pt x="259080" y="10174555"/>
                  </a:cubicBezTo>
                  <a:cubicBezTo>
                    <a:pt x="294640" y="10117405"/>
                    <a:pt x="336550" y="10061525"/>
                    <a:pt x="381000" y="10010725"/>
                  </a:cubicBezTo>
                  <a:cubicBezTo>
                    <a:pt x="424180" y="9961195"/>
                    <a:pt x="473710" y="9914205"/>
                    <a:pt x="524510" y="9872295"/>
                  </a:cubicBezTo>
                  <a:cubicBezTo>
                    <a:pt x="574040" y="9831655"/>
                    <a:pt x="617220" y="9801175"/>
                    <a:pt x="681990" y="9763075"/>
                  </a:cubicBezTo>
                  <a:cubicBezTo>
                    <a:pt x="773430" y="9708465"/>
                    <a:pt x="897890" y="9647505"/>
                    <a:pt x="1033780" y="9591625"/>
                  </a:cubicBezTo>
                  <a:cubicBezTo>
                    <a:pt x="1210310" y="9519235"/>
                    <a:pt x="1477010" y="9430335"/>
                    <a:pt x="1658620" y="9379535"/>
                  </a:cubicBezTo>
                  <a:cubicBezTo>
                    <a:pt x="1793240" y="9342705"/>
                    <a:pt x="1898650" y="9323655"/>
                    <a:pt x="2018030" y="9302065"/>
                  </a:cubicBezTo>
                  <a:cubicBezTo>
                    <a:pt x="2134870" y="9280475"/>
                    <a:pt x="2240280" y="9265235"/>
                    <a:pt x="2366010" y="9248725"/>
                  </a:cubicBezTo>
                  <a:cubicBezTo>
                    <a:pt x="2517140" y="9229675"/>
                    <a:pt x="2722880" y="9206815"/>
                    <a:pt x="2860040" y="9197925"/>
                  </a:cubicBezTo>
                  <a:cubicBezTo>
                    <a:pt x="2957830" y="9190305"/>
                    <a:pt x="3001010" y="9190305"/>
                    <a:pt x="3110230" y="9189035"/>
                  </a:cubicBezTo>
                  <a:cubicBezTo>
                    <a:pt x="3318510" y="9186495"/>
                    <a:pt x="3676650" y="9177605"/>
                    <a:pt x="4018280" y="9192845"/>
                  </a:cubicBezTo>
                  <a:cubicBezTo>
                    <a:pt x="4462780" y="9213165"/>
                    <a:pt x="5063490" y="9260155"/>
                    <a:pt x="5549900" y="9324925"/>
                  </a:cubicBezTo>
                  <a:cubicBezTo>
                    <a:pt x="5996940" y="9384615"/>
                    <a:pt x="6578600" y="9526855"/>
                    <a:pt x="6827520" y="9557335"/>
                  </a:cubicBezTo>
                  <a:cubicBezTo>
                    <a:pt x="6929120" y="9570035"/>
                    <a:pt x="6973570" y="9570035"/>
                    <a:pt x="7043420" y="9571305"/>
                  </a:cubicBezTo>
                  <a:cubicBezTo>
                    <a:pt x="7109460" y="9571305"/>
                    <a:pt x="7151370" y="9570035"/>
                    <a:pt x="7235190" y="9564955"/>
                  </a:cubicBezTo>
                  <a:cubicBezTo>
                    <a:pt x="7396480" y="9554795"/>
                    <a:pt x="7697470" y="9512885"/>
                    <a:pt x="7941310" y="9496375"/>
                  </a:cubicBezTo>
                  <a:cubicBezTo>
                    <a:pt x="8205470" y="9477325"/>
                    <a:pt x="8387080" y="9469705"/>
                    <a:pt x="8764270" y="9462085"/>
                  </a:cubicBezTo>
                  <a:cubicBezTo>
                    <a:pt x="9589770" y="9445575"/>
                    <a:pt x="12089130" y="9407475"/>
                    <a:pt x="12717780" y="9465895"/>
                  </a:cubicBezTo>
                  <a:cubicBezTo>
                    <a:pt x="12917170" y="9484945"/>
                    <a:pt x="13000989" y="9511615"/>
                    <a:pt x="13108939" y="9539555"/>
                  </a:cubicBezTo>
                  <a:cubicBezTo>
                    <a:pt x="13187680" y="9559875"/>
                    <a:pt x="13242289" y="9578925"/>
                    <a:pt x="13308330" y="9605595"/>
                  </a:cubicBezTo>
                  <a:cubicBezTo>
                    <a:pt x="13376909" y="9632265"/>
                    <a:pt x="13469620" y="9670365"/>
                    <a:pt x="13512800" y="9700845"/>
                  </a:cubicBezTo>
                  <a:cubicBezTo>
                    <a:pt x="13535659" y="9717355"/>
                    <a:pt x="13550900" y="9728785"/>
                    <a:pt x="13559789" y="9749105"/>
                  </a:cubicBezTo>
                  <a:cubicBezTo>
                    <a:pt x="13569950" y="9771965"/>
                    <a:pt x="13568680" y="9807525"/>
                    <a:pt x="13564870" y="9832925"/>
                  </a:cubicBezTo>
                  <a:cubicBezTo>
                    <a:pt x="13559789" y="9855785"/>
                    <a:pt x="13550900" y="9879915"/>
                    <a:pt x="13534389" y="9897695"/>
                  </a:cubicBezTo>
                  <a:cubicBezTo>
                    <a:pt x="13516609" y="9916745"/>
                    <a:pt x="13491209" y="9925635"/>
                    <a:pt x="13458189" y="9938335"/>
                  </a:cubicBezTo>
                  <a:cubicBezTo>
                    <a:pt x="13399770" y="9959925"/>
                    <a:pt x="13313409" y="9977705"/>
                    <a:pt x="13208000" y="9998025"/>
                  </a:cubicBezTo>
                  <a:cubicBezTo>
                    <a:pt x="13030200" y="10033585"/>
                    <a:pt x="12755880" y="10080575"/>
                    <a:pt x="12485370" y="10111055"/>
                  </a:cubicBezTo>
                  <a:cubicBezTo>
                    <a:pt x="12146280" y="10149155"/>
                    <a:pt x="11771630" y="10178365"/>
                    <a:pt x="11325860" y="10193605"/>
                  </a:cubicBezTo>
                  <a:cubicBezTo>
                    <a:pt x="10721339" y="10215195"/>
                    <a:pt x="9735820" y="10199955"/>
                    <a:pt x="9185910" y="10189795"/>
                  </a:cubicBezTo>
                  <a:cubicBezTo>
                    <a:pt x="8840470" y="10183445"/>
                    <a:pt x="8577580" y="10172015"/>
                    <a:pt x="8343899" y="10160585"/>
                  </a:cubicBezTo>
                  <a:cubicBezTo>
                    <a:pt x="8177530" y="10151695"/>
                    <a:pt x="8058149" y="10144075"/>
                    <a:pt x="7917180" y="10130105"/>
                  </a:cubicBezTo>
                  <a:cubicBezTo>
                    <a:pt x="7777480" y="10114865"/>
                    <a:pt x="7639049" y="10094545"/>
                    <a:pt x="7501889" y="10072955"/>
                  </a:cubicBezTo>
                  <a:cubicBezTo>
                    <a:pt x="7365999" y="10050095"/>
                    <a:pt x="7222489" y="10023425"/>
                    <a:pt x="7098030" y="9996755"/>
                  </a:cubicBezTo>
                  <a:cubicBezTo>
                    <a:pt x="6988810" y="9972625"/>
                    <a:pt x="6906260" y="9953575"/>
                    <a:pt x="6794499" y="9920555"/>
                  </a:cubicBezTo>
                  <a:cubicBezTo>
                    <a:pt x="6650989" y="9877375"/>
                    <a:pt x="6440170" y="9808795"/>
                    <a:pt x="6308089" y="9755455"/>
                  </a:cubicBezTo>
                  <a:cubicBezTo>
                    <a:pt x="6215380" y="9717355"/>
                    <a:pt x="6144259" y="9684335"/>
                    <a:pt x="6074409" y="9644965"/>
                  </a:cubicBezTo>
                  <a:cubicBezTo>
                    <a:pt x="6013450" y="9610675"/>
                    <a:pt x="5962650" y="9575115"/>
                    <a:pt x="5911850" y="9533205"/>
                  </a:cubicBezTo>
                  <a:cubicBezTo>
                    <a:pt x="5861050" y="9491295"/>
                    <a:pt x="5812789" y="9445575"/>
                    <a:pt x="5767070" y="9393505"/>
                  </a:cubicBezTo>
                  <a:cubicBezTo>
                    <a:pt x="5718809" y="9337625"/>
                    <a:pt x="5669280" y="9270315"/>
                    <a:pt x="5631180" y="9204275"/>
                  </a:cubicBezTo>
                  <a:cubicBezTo>
                    <a:pt x="5593080" y="9139505"/>
                    <a:pt x="5562600" y="9068385"/>
                    <a:pt x="5539740" y="8999805"/>
                  </a:cubicBezTo>
                  <a:cubicBezTo>
                    <a:pt x="5519420" y="8932495"/>
                    <a:pt x="5504180" y="8863915"/>
                    <a:pt x="5499100" y="8797875"/>
                  </a:cubicBezTo>
                  <a:cubicBezTo>
                    <a:pt x="5495290" y="8734375"/>
                    <a:pt x="5500370" y="8656905"/>
                    <a:pt x="5513070" y="8611185"/>
                  </a:cubicBezTo>
                  <a:cubicBezTo>
                    <a:pt x="5521959" y="8583245"/>
                    <a:pt x="5532120" y="8568005"/>
                    <a:pt x="5549900" y="8546415"/>
                  </a:cubicBezTo>
                  <a:cubicBezTo>
                    <a:pt x="5575300" y="8514665"/>
                    <a:pt x="5612130" y="8484185"/>
                    <a:pt x="5661659" y="8447355"/>
                  </a:cubicBezTo>
                  <a:cubicBezTo>
                    <a:pt x="5745480" y="8382585"/>
                    <a:pt x="5906770" y="8278445"/>
                    <a:pt x="6023609" y="8217485"/>
                  </a:cubicBezTo>
                  <a:cubicBezTo>
                    <a:pt x="6125209" y="8164145"/>
                    <a:pt x="6219190" y="8128585"/>
                    <a:pt x="6320790" y="8093025"/>
                  </a:cubicBezTo>
                  <a:cubicBezTo>
                    <a:pt x="6426200" y="8054925"/>
                    <a:pt x="6510020" y="8028255"/>
                    <a:pt x="6645910" y="7996505"/>
                  </a:cubicBezTo>
                  <a:cubicBezTo>
                    <a:pt x="6864349" y="7945705"/>
                    <a:pt x="7184389" y="7894905"/>
                    <a:pt x="7518399" y="7851725"/>
                  </a:cubicBezTo>
                  <a:cubicBezTo>
                    <a:pt x="7966710" y="7794575"/>
                    <a:pt x="8737599" y="7732345"/>
                    <a:pt x="9097010" y="7708215"/>
                  </a:cubicBezTo>
                  <a:cubicBezTo>
                    <a:pt x="9282430" y="7695515"/>
                    <a:pt x="9342120" y="7692975"/>
                    <a:pt x="9521189" y="7690435"/>
                  </a:cubicBezTo>
                  <a:cubicBezTo>
                    <a:pt x="9829799" y="7685355"/>
                    <a:pt x="10351770" y="7691705"/>
                    <a:pt x="10782300" y="7701865"/>
                  </a:cubicBezTo>
                  <a:cubicBezTo>
                    <a:pt x="11234420" y="7712025"/>
                    <a:pt x="11656060" y="7725995"/>
                    <a:pt x="12171680" y="7752665"/>
                  </a:cubicBezTo>
                  <a:cubicBezTo>
                    <a:pt x="12820650" y="7786955"/>
                    <a:pt x="13632180" y="7842835"/>
                    <a:pt x="14366239" y="7905065"/>
                  </a:cubicBezTo>
                  <a:cubicBezTo>
                    <a:pt x="15110459" y="7966025"/>
                    <a:pt x="16098520" y="8079055"/>
                    <a:pt x="16609061" y="8123505"/>
                  </a:cubicBezTo>
                  <a:cubicBezTo>
                    <a:pt x="16873220" y="8145095"/>
                    <a:pt x="16988789" y="8153985"/>
                    <a:pt x="17212311" y="8167955"/>
                  </a:cubicBezTo>
                  <a:cubicBezTo>
                    <a:pt x="17490439" y="8184465"/>
                    <a:pt x="17866361" y="8212405"/>
                    <a:pt x="18152111" y="8212405"/>
                  </a:cubicBezTo>
                  <a:cubicBezTo>
                    <a:pt x="18389600" y="8212405"/>
                    <a:pt x="18590261" y="8198435"/>
                    <a:pt x="18806161" y="8181925"/>
                  </a:cubicBezTo>
                  <a:cubicBezTo>
                    <a:pt x="19018250" y="8165415"/>
                    <a:pt x="19235420" y="8146365"/>
                    <a:pt x="19436080" y="8110805"/>
                  </a:cubicBezTo>
                  <a:cubicBezTo>
                    <a:pt x="19626580" y="8077785"/>
                    <a:pt x="19810730" y="8038415"/>
                    <a:pt x="19983450" y="7981265"/>
                  </a:cubicBezTo>
                  <a:cubicBezTo>
                    <a:pt x="20147280" y="7927925"/>
                    <a:pt x="20302220" y="7859345"/>
                    <a:pt x="20450809" y="7781875"/>
                  </a:cubicBezTo>
                  <a:cubicBezTo>
                    <a:pt x="20598130" y="7705675"/>
                    <a:pt x="20744180" y="7614235"/>
                    <a:pt x="20871180" y="7524065"/>
                  </a:cubicBezTo>
                  <a:cubicBezTo>
                    <a:pt x="20988020" y="7440245"/>
                    <a:pt x="21095970" y="7347535"/>
                    <a:pt x="21189950" y="7259905"/>
                  </a:cubicBezTo>
                  <a:cubicBezTo>
                    <a:pt x="21271230" y="7184975"/>
                    <a:pt x="21336000" y="7115125"/>
                    <a:pt x="21405850" y="7038925"/>
                  </a:cubicBezTo>
                  <a:cubicBezTo>
                    <a:pt x="21475700" y="6960185"/>
                    <a:pt x="21545550" y="6880175"/>
                    <a:pt x="21607780" y="6792545"/>
                  </a:cubicBezTo>
                  <a:cubicBezTo>
                    <a:pt x="21671280" y="6703645"/>
                    <a:pt x="21739859" y="6588075"/>
                    <a:pt x="21780500" y="6508065"/>
                  </a:cubicBezTo>
                  <a:cubicBezTo>
                    <a:pt x="21809709" y="6453455"/>
                    <a:pt x="21826220" y="6412815"/>
                    <a:pt x="21844000" y="6364555"/>
                  </a:cubicBezTo>
                  <a:cubicBezTo>
                    <a:pt x="21861780" y="6317565"/>
                    <a:pt x="21878289" y="6271845"/>
                    <a:pt x="21887180" y="6219775"/>
                  </a:cubicBezTo>
                  <a:cubicBezTo>
                    <a:pt x="21896070" y="6162625"/>
                    <a:pt x="21897339" y="6099125"/>
                    <a:pt x="21894800" y="6031815"/>
                  </a:cubicBezTo>
                  <a:cubicBezTo>
                    <a:pt x="21893530" y="5954345"/>
                    <a:pt x="21887180" y="5866715"/>
                    <a:pt x="21870670" y="5784165"/>
                  </a:cubicBezTo>
                  <a:cubicBezTo>
                    <a:pt x="21854159" y="5699075"/>
                    <a:pt x="21831300" y="5611445"/>
                    <a:pt x="21795739" y="5528895"/>
                  </a:cubicBezTo>
                  <a:cubicBezTo>
                    <a:pt x="21758909" y="5441265"/>
                    <a:pt x="21710650" y="5353635"/>
                    <a:pt x="21649689" y="5273625"/>
                  </a:cubicBezTo>
                  <a:cubicBezTo>
                    <a:pt x="21584920" y="5187265"/>
                    <a:pt x="21504909" y="5103445"/>
                    <a:pt x="21413470" y="5028515"/>
                  </a:cubicBezTo>
                  <a:cubicBezTo>
                    <a:pt x="21314409" y="4947235"/>
                    <a:pt x="21195030" y="4873575"/>
                    <a:pt x="21071839" y="4808805"/>
                  </a:cubicBezTo>
                  <a:cubicBezTo>
                    <a:pt x="20939759" y="4738955"/>
                    <a:pt x="20788630" y="4677995"/>
                    <a:pt x="20643850" y="4631005"/>
                  </a:cubicBezTo>
                  <a:cubicBezTo>
                    <a:pt x="20504150" y="4585285"/>
                    <a:pt x="20364450" y="4549725"/>
                    <a:pt x="20220939" y="4526865"/>
                  </a:cubicBezTo>
                  <a:cubicBezTo>
                    <a:pt x="20078700" y="4505275"/>
                    <a:pt x="19941539" y="4501465"/>
                    <a:pt x="19786600" y="4496385"/>
                  </a:cubicBezTo>
                  <a:cubicBezTo>
                    <a:pt x="19608800" y="4490035"/>
                    <a:pt x="19461480" y="4493845"/>
                    <a:pt x="19213830" y="4497655"/>
                  </a:cubicBezTo>
                  <a:cubicBezTo>
                    <a:pt x="18759170" y="4505275"/>
                    <a:pt x="17862550" y="4526865"/>
                    <a:pt x="17278350" y="4556075"/>
                  </a:cubicBezTo>
                  <a:cubicBezTo>
                    <a:pt x="16794480" y="4581475"/>
                    <a:pt x="16409670" y="4615765"/>
                    <a:pt x="15951200" y="4652595"/>
                  </a:cubicBezTo>
                  <a:cubicBezTo>
                    <a:pt x="15458439" y="4693235"/>
                    <a:pt x="14876780" y="4768165"/>
                    <a:pt x="14418311" y="4791025"/>
                  </a:cubicBezTo>
                  <a:cubicBezTo>
                    <a:pt x="14047470" y="4811345"/>
                    <a:pt x="13732511" y="4816425"/>
                    <a:pt x="13408661" y="4804995"/>
                  </a:cubicBezTo>
                  <a:cubicBezTo>
                    <a:pt x="13105130" y="4793565"/>
                    <a:pt x="12807950" y="4770705"/>
                    <a:pt x="12531090" y="4727525"/>
                  </a:cubicBezTo>
                  <a:cubicBezTo>
                    <a:pt x="12280900" y="4688155"/>
                    <a:pt x="12038330" y="4641165"/>
                    <a:pt x="11818620" y="4567505"/>
                  </a:cubicBezTo>
                  <a:cubicBezTo>
                    <a:pt x="11619230" y="4500195"/>
                    <a:pt x="11431270" y="4412565"/>
                    <a:pt x="11266170" y="4316045"/>
                  </a:cubicBezTo>
                  <a:cubicBezTo>
                    <a:pt x="11118850" y="4229685"/>
                    <a:pt x="10984230" y="4126815"/>
                    <a:pt x="10872470" y="4026485"/>
                  </a:cubicBezTo>
                  <a:cubicBezTo>
                    <a:pt x="10774680" y="3941395"/>
                    <a:pt x="10690860" y="3849955"/>
                    <a:pt x="10622280" y="3762325"/>
                  </a:cubicBezTo>
                  <a:cubicBezTo>
                    <a:pt x="10563860" y="3688665"/>
                    <a:pt x="10516870" y="3618815"/>
                    <a:pt x="10477500" y="3540075"/>
                  </a:cubicBezTo>
                  <a:cubicBezTo>
                    <a:pt x="10436860" y="3460065"/>
                    <a:pt x="10398760" y="3369895"/>
                    <a:pt x="10386060" y="3286075"/>
                  </a:cubicBezTo>
                  <a:cubicBezTo>
                    <a:pt x="10373360" y="3208605"/>
                    <a:pt x="10378440" y="3131135"/>
                    <a:pt x="10394950" y="3057475"/>
                  </a:cubicBezTo>
                  <a:cubicBezTo>
                    <a:pt x="10411460" y="2982545"/>
                    <a:pt x="10441940" y="2908885"/>
                    <a:pt x="10487660" y="2841575"/>
                  </a:cubicBezTo>
                  <a:cubicBezTo>
                    <a:pt x="10538460" y="2766645"/>
                    <a:pt x="10613390" y="2687905"/>
                    <a:pt x="10698480" y="2635835"/>
                  </a:cubicBezTo>
                  <a:cubicBezTo>
                    <a:pt x="10791190" y="2579955"/>
                    <a:pt x="10906760" y="2552015"/>
                    <a:pt x="11027410" y="2525345"/>
                  </a:cubicBezTo>
                  <a:cubicBezTo>
                    <a:pt x="11169650" y="2493595"/>
                    <a:pt x="11272520" y="2485975"/>
                    <a:pt x="11502390" y="2472005"/>
                  </a:cubicBezTo>
                  <a:cubicBezTo>
                    <a:pt x="12105640" y="2436445"/>
                    <a:pt x="14127480" y="2460575"/>
                    <a:pt x="14785339" y="2447875"/>
                  </a:cubicBezTo>
                  <a:cubicBezTo>
                    <a:pt x="15067280" y="2442795"/>
                    <a:pt x="15198089" y="2440255"/>
                    <a:pt x="15389861" y="2430095"/>
                  </a:cubicBezTo>
                  <a:cubicBezTo>
                    <a:pt x="15565120" y="2419935"/>
                    <a:pt x="15723870" y="2407235"/>
                    <a:pt x="15891511" y="2386915"/>
                  </a:cubicBezTo>
                  <a:cubicBezTo>
                    <a:pt x="16059150" y="2366595"/>
                    <a:pt x="16220439" y="2342465"/>
                    <a:pt x="16394430" y="2306905"/>
                  </a:cubicBezTo>
                  <a:cubicBezTo>
                    <a:pt x="16587470" y="2266265"/>
                    <a:pt x="16824961" y="2214195"/>
                    <a:pt x="16998950" y="2150695"/>
                  </a:cubicBezTo>
                  <a:cubicBezTo>
                    <a:pt x="17138650" y="2099895"/>
                    <a:pt x="17307561" y="2040205"/>
                    <a:pt x="17363439" y="1976705"/>
                  </a:cubicBezTo>
                  <a:cubicBezTo>
                    <a:pt x="17392650" y="1943685"/>
                    <a:pt x="17393920" y="1911935"/>
                    <a:pt x="17396461" y="1873835"/>
                  </a:cubicBezTo>
                  <a:cubicBezTo>
                    <a:pt x="17401539" y="1829385"/>
                    <a:pt x="17395189" y="1774775"/>
                    <a:pt x="17378680" y="1723975"/>
                  </a:cubicBezTo>
                  <a:cubicBezTo>
                    <a:pt x="17359630" y="1664285"/>
                    <a:pt x="17320261" y="1602055"/>
                    <a:pt x="17277080" y="1542365"/>
                  </a:cubicBezTo>
                  <a:cubicBezTo>
                    <a:pt x="17225011" y="1473785"/>
                    <a:pt x="17157700" y="1406475"/>
                    <a:pt x="17081500" y="1341705"/>
                  </a:cubicBezTo>
                  <a:cubicBezTo>
                    <a:pt x="16993870" y="1265505"/>
                    <a:pt x="16889730" y="1191845"/>
                    <a:pt x="16776700" y="1119455"/>
                  </a:cubicBezTo>
                  <a:cubicBezTo>
                    <a:pt x="16649700" y="1038175"/>
                    <a:pt x="16502380" y="954355"/>
                    <a:pt x="16355061" y="880695"/>
                  </a:cubicBezTo>
                  <a:cubicBezTo>
                    <a:pt x="16200120" y="803225"/>
                    <a:pt x="16029939" y="730835"/>
                    <a:pt x="15867380" y="668605"/>
                  </a:cubicBezTo>
                  <a:cubicBezTo>
                    <a:pt x="15709900" y="610185"/>
                    <a:pt x="15556230" y="563195"/>
                    <a:pt x="15396211" y="518745"/>
                  </a:cubicBezTo>
                  <a:cubicBezTo>
                    <a:pt x="15233650" y="473025"/>
                    <a:pt x="15069820" y="436195"/>
                    <a:pt x="14898370" y="400635"/>
                  </a:cubicBezTo>
                  <a:cubicBezTo>
                    <a:pt x="14719300" y="362535"/>
                    <a:pt x="14537689" y="330785"/>
                    <a:pt x="14342111" y="301575"/>
                  </a:cubicBezTo>
                  <a:cubicBezTo>
                    <a:pt x="14128750" y="269825"/>
                    <a:pt x="13903961" y="243155"/>
                    <a:pt x="13667739" y="219025"/>
                  </a:cubicBezTo>
                  <a:cubicBezTo>
                    <a:pt x="13407389" y="192355"/>
                    <a:pt x="13145770" y="170765"/>
                    <a:pt x="12847320" y="151715"/>
                  </a:cubicBezTo>
                  <a:cubicBezTo>
                    <a:pt x="12491720" y="128855"/>
                    <a:pt x="12073890" y="107265"/>
                    <a:pt x="11673840" y="99645"/>
                  </a:cubicBezTo>
                  <a:cubicBezTo>
                    <a:pt x="11254740" y="90755"/>
                    <a:pt x="10772140" y="99645"/>
                    <a:pt x="10386060" y="107265"/>
                  </a:cubicBezTo>
                  <a:cubicBezTo>
                    <a:pt x="10071100" y="113615"/>
                    <a:pt x="9809480" y="119965"/>
                    <a:pt x="9527540" y="136475"/>
                  </a:cubicBezTo>
                  <a:cubicBezTo>
                    <a:pt x="9249410" y="152985"/>
                    <a:pt x="8971280" y="175845"/>
                    <a:pt x="8704580" y="205055"/>
                  </a:cubicBezTo>
                  <a:cubicBezTo>
                    <a:pt x="8451850" y="232995"/>
                    <a:pt x="8258810" y="259665"/>
                    <a:pt x="7965440" y="305385"/>
                  </a:cubicBezTo>
                  <a:cubicBezTo>
                    <a:pt x="7533640" y="372695"/>
                    <a:pt x="6635750" y="556845"/>
                    <a:pt x="6369050" y="586055"/>
                  </a:cubicBezTo>
                  <a:cubicBezTo>
                    <a:pt x="6280150" y="596215"/>
                    <a:pt x="6223000" y="607645"/>
                    <a:pt x="6191250" y="594945"/>
                  </a:cubicBezTo>
                  <a:cubicBezTo>
                    <a:pt x="6176010" y="589865"/>
                    <a:pt x="6169660" y="579705"/>
                    <a:pt x="6164580" y="569545"/>
                  </a:cubicBezTo>
                  <a:cubicBezTo>
                    <a:pt x="6159500" y="559385"/>
                    <a:pt x="6156960" y="544145"/>
                    <a:pt x="6162040" y="532715"/>
                  </a:cubicBezTo>
                  <a:cubicBezTo>
                    <a:pt x="6167120" y="518745"/>
                    <a:pt x="6207760" y="495885"/>
                    <a:pt x="6207760" y="495885"/>
                  </a:cubicBezTo>
                </a:path>
              </a:pathLst>
            </a:custGeom>
            <a:solidFill>
              <a:srgbClr val="A36817">
                <a:alpha val="45882"/>
              </a:srgbClr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4038990" y="811968"/>
            <a:ext cx="4917265" cy="4968976"/>
            <a:chOff x="0" y="0"/>
            <a:chExt cx="535368" cy="5409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35368" cy="540998"/>
            </a:xfrm>
            <a:custGeom>
              <a:avLst/>
              <a:gdLst/>
              <a:ahLst/>
              <a:cxnLst/>
              <a:rect r="r" b="b" t="t" l="l"/>
              <a:pathLst>
                <a:path h="540998" w="535368">
                  <a:moveTo>
                    <a:pt x="34638" y="0"/>
                  </a:moveTo>
                  <a:lnTo>
                    <a:pt x="500730" y="0"/>
                  </a:lnTo>
                  <a:cubicBezTo>
                    <a:pt x="519860" y="0"/>
                    <a:pt x="535368" y="15508"/>
                    <a:pt x="535368" y="34638"/>
                  </a:cubicBezTo>
                  <a:lnTo>
                    <a:pt x="535368" y="506360"/>
                  </a:lnTo>
                  <a:cubicBezTo>
                    <a:pt x="535368" y="525490"/>
                    <a:pt x="519860" y="540998"/>
                    <a:pt x="500730" y="540998"/>
                  </a:cubicBezTo>
                  <a:lnTo>
                    <a:pt x="34638" y="540998"/>
                  </a:lnTo>
                  <a:cubicBezTo>
                    <a:pt x="15508" y="540998"/>
                    <a:pt x="0" y="525490"/>
                    <a:pt x="0" y="506360"/>
                  </a:cubicBezTo>
                  <a:lnTo>
                    <a:pt x="0" y="34638"/>
                  </a:lnTo>
                  <a:cubicBezTo>
                    <a:pt x="0" y="15508"/>
                    <a:pt x="15508" y="0"/>
                    <a:pt x="34638" y="0"/>
                  </a:cubicBezTo>
                  <a:close/>
                </a:path>
              </a:pathLst>
            </a:custGeom>
            <a:solidFill>
              <a:srgbClr val="5F8D51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85725"/>
              <a:ext cx="535368" cy="6267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4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996680" y="811968"/>
            <a:ext cx="4917265" cy="4968976"/>
            <a:chOff x="0" y="0"/>
            <a:chExt cx="535368" cy="54099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35368" cy="540998"/>
            </a:xfrm>
            <a:custGeom>
              <a:avLst/>
              <a:gdLst/>
              <a:ahLst/>
              <a:cxnLst/>
              <a:rect r="r" b="b" t="t" l="l"/>
              <a:pathLst>
                <a:path h="540998" w="535368">
                  <a:moveTo>
                    <a:pt x="34638" y="0"/>
                  </a:moveTo>
                  <a:lnTo>
                    <a:pt x="500730" y="0"/>
                  </a:lnTo>
                  <a:cubicBezTo>
                    <a:pt x="519860" y="0"/>
                    <a:pt x="535368" y="15508"/>
                    <a:pt x="535368" y="34638"/>
                  </a:cubicBezTo>
                  <a:lnTo>
                    <a:pt x="535368" y="506360"/>
                  </a:lnTo>
                  <a:cubicBezTo>
                    <a:pt x="535368" y="525490"/>
                    <a:pt x="519860" y="540998"/>
                    <a:pt x="500730" y="540998"/>
                  </a:cubicBezTo>
                  <a:lnTo>
                    <a:pt x="34638" y="540998"/>
                  </a:lnTo>
                  <a:cubicBezTo>
                    <a:pt x="15508" y="540998"/>
                    <a:pt x="0" y="525490"/>
                    <a:pt x="0" y="506360"/>
                  </a:cubicBezTo>
                  <a:lnTo>
                    <a:pt x="0" y="34638"/>
                  </a:lnTo>
                  <a:cubicBezTo>
                    <a:pt x="0" y="15508"/>
                    <a:pt x="15508" y="0"/>
                    <a:pt x="34638" y="0"/>
                  </a:cubicBezTo>
                  <a:close/>
                </a:path>
              </a:pathLst>
            </a:custGeom>
            <a:solidFill>
              <a:srgbClr val="E3D8C3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535368" cy="6267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4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-250712" y="24149721"/>
            <a:ext cx="20367512" cy="1453479"/>
            <a:chOff x="0" y="0"/>
            <a:chExt cx="2743099" cy="19575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743099" cy="195755"/>
            </a:xfrm>
            <a:custGeom>
              <a:avLst/>
              <a:gdLst/>
              <a:ahLst/>
              <a:cxnLst/>
              <a:rect r="r" b="b" t="t" l="l"/>
              <a:pathLst>
                <a:path h="195755" w="2743099">
                  <a:moveTo>
                    <a:pt x="0" y="0"/>
                  </a:moveTo>
                  <a:lnTo>
                    <a:pt x="2743099" y="0"/>
                  </a:lnTo>
                  <a:lnTo>
                    <a:pt x="2743099" y="195755"/>
                  </a:lnTo>
                  <a:lnTo>
                    <a:pt x="0" y="195755"/>
                  </a:lnTo>
                  <a:close/>
                </a:path>
              </a:pathLst>
            </a:custGeom>
            <a:solidFill>
              <a:srgbClr val="5F8D51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743099" cy="252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54"/>
                </a:lnSpc>
              </a:pPr>
              <a:r>
                <a:rPr lang="en-US" b="true" sz="2896" spc="-72">
                  <a:solidFill>
                    <a:srgbClr val="EDF0E8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Eva T., Maimuna M., Sunny S. | CS 147 Autumn 2025 | </a:t>
              </a:r>
              <a:r>
                <a:rPr lang="en-US" sz="2896" spc="-72" u="sng">
                  <a:solidFill>
                    <a:srgbClr val="EDF0E8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hci.stanford.edu/courses/cs147/2025/au/projects/DesignforCommunityResilience/Stitch/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16623" y="18826363"/>
            <a:ext cx="18683554" cy="4384669"/>
            <a:chOff x="0" y="0"/>
            <a:chExt cx="24911406" cy="584622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4511547" y="205499"/>
              <a:ext cx="3887239" cy="4411025"/>
            </a:xfrm>
            <a:custGeom>
              <a:avLst/>
              <a:gdLst/>
              <a:ahLst/>
              <a:cxnLst/>
              <a:rect r="r" b="b" t="t" l="l"/>
              <a:pathLst>
                <a:path h="4411025" w="3887239">
                  <a:moveTo>
                    <a:pt x="0" y="0"/>
                  </a:moveTo>
                  <a:lnTo>
                    <a:pt x="3887239" y="0"/>
                  </a:lnTo>
                  <a:lnTo>
                    <a:pt x="3887239" y="4411025"/>
                  </a:lnTo>
                  <a:lnTo>
                    <a:pt x="0" y="44110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47849" b="0"/>
              </a:stretch>
            </a:blip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3063670" y="205499"/>
              <a:ext cx="2308663" cy="4398708"/>
            </a:xfrm>
            <a:custGeom>
              <a:avLst/>
              <a:gdLst/>
              <a:ahLst/>
              <a:cxnLst/>
              <a:rect r="r" b="b" t="t" l="l"/>
              <a:pathLst>
                <a:path h="4398708" w="2308663">
                  <a:moveTo>
                    <a:pt x="0" y="0"/>
                  </a:moveTo>
                  <a:lnTo>
                    <a:pt x="2308662" y="0"/>
                  </a:lnTo>
                  <a:lnTo>
                    <a:pt x="2308662" y="4398707"/>
                  </a:lnTo>
                  <a:lnTo>
                    <a:pt x="0" y="43987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15157" b="-280"/>
              </a:stretch>
            </a:blip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4639461" y="850617"/>
              <a:ext cx="2308663" cy="4398708"/>
            </a:xfrm>
            <a:custGeom>
              <a:avLst/>
              <a:gdLst/>
              <a:ahLst/>
              <a:cxnLst/>
              <a:rect r="r" b="b" t="t" l="l"/>
              <a:pathLst>
                <a:path h="4398708" w="2308663">
                  <a:moveTo>
                    <a:pt x="0" y="0"/>
                  </a:moveTo>
                  <a:lnTo>
                    <a:pt x="2308662" y="0"/>
                  </a:lnTo>
                  <a:lnTo>
                    <a:pt x="2308662" y="4398707"/>
                  </a:lnTo>
                  <a:lnTo>
                    <a:pt x="0" y="43987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11473" t="-280" r="-3683" b="0"/>
              </a:stretch>
            </a:blip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21846174" y="129166"/>
              <a:ext cx="2250664" cy="4330631"/>
            </a:xfrm>
            <a:custGeom>
              <a:avLst/>
              <a:gdLst/>
              <a:ahLst/>
              <a:cxnLst/>
              <a:rect r="r" b="b" t="t" l="l"/>
              <a:pathLst>
                <a:path h="4330631" w="2250664">
                  <a:moveTo>
                    <a:pt x="0" y="0"/>
                  </a:moveTo>
                  <a:lnTo>
                    <a:pt x="2250664" y="0"/>
                  </a:lnTo>
                  <a:lnTo>
                    <a:pt x="2250664" y="4330630"/>
                  </a:lnTo>
                  <a:lnTo>
                    <a:pt x="0" y="4330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22638912" y="892321"/>
              <a:ext cx="2233017" cy="4183638"/>
            </a:xfrm>
            <a:custGeom>
              <a:avLst/>
              <a:gdLst/>
              <a:ahLst/>
              <a:cxnLst/>
              <a:rect r="r" b="b" t="t" l="l"/>
              <a:pathLst>
                <a:path h="4183638" w="2233017">
                  <a:moveTo>
                    <a:pt x="0" y="0"/>
                  </a:moveTo>
                  <a:lnTo>
                    <a:pt x="2233017" y="0"/>
                  </a:lnTo>
                  <a:lnTo>
                    <a:pt x="2233017" y="4183638"/>
                  </a:lnTo>
                  <a:lnTo>
                    <a:pt x="0" y="41836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205208" y="129166"/>
              <a:ext cx="3887239" cy="4411025"/>
            </a:xfrm>
            <a:custGeom>
              <a:avLst/>
              <a:gdLst/>
              <a:ahLst/>
              <a:cxnLst/>
              <a:rect r="r" b="b" t="t" l="l"/>
              <a:pathLst>
                <a:path h="4411025" w="3887239">
                  <a:moveTo>
                    <a:pt x="0" y="0"/>
                  </a:moveTo>
                  <a:lnTo>
                    <a:pt x="3887239" y="0"/>
                  </a:lnTo>
                  <a:lnTo>
                    <a:pt x="3887239" y="4411024"/>
                  </a:lnTo>
                  <a:lnTo>
                    <a:pt x="0" y="44110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4274" t="-352" r="0" b="-352"/>
              </a:stretch>
            </a:blip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8823358" y="205499"/>
              <a:ext cx="3815740" cy="4373341"/>
            </a:xfrm>
            <a:custGeom>
              <a:avLst/>
              <a:gdLst/>
              <a:ahLst/>
              <a:cxnLst/>
              <a:rect r="r" b="b" t="t" l="l"/>
              <a:pathLst>
                <a:path h="4373341" w="3815740">
                  <a:moveTo>
                    <a:pt x="0" y="0"/>
                  </a:moveTo>
                  <a:lnTo>
                    <a:pt x="3815740" y="0"/>
                  </a:lnTo>
                  <a:lnTo>
                    <a:pt x="3815740" y="4373341"/>
                  </a:lnTo>
                  <a:lnTo>
                    <a:pt x="0" y="43733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17372695" y="0"/>
              <a:ext cx="3884453" cy="4835333"/>
            </a:xfrm>
            <a:custGeom>
              <a:avLst/>
              <a:gdLst/>
              <a:ahLst/>
              <a:cxnLst/>
              <a:rect r="r" b="b" t="t" l="l"/>
              <a:pathLst>
                <a:path h="4835333" w="3884453">
                  <a:moveTo>
                    <a:pt x="0" y="0"/>
                  </a:moveTo>
                  <a:lnTo>
                    <a:pt x="3884453" y="0"/>
                  </a:lnTo>
                  <a:lnTo>
                    <a:pt x="3884453" y="4835333"/>
                  </a:lnTo>
                  <a:lnTo>
                    <a:pt x="0" y="48353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4097" r="0" b="-4097"/>
              </a:stretch>
            </a:blip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 rot="0">
              <a:off x="0" y="5170317"/>
              <a:ext cx="3613745" cy="6540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b="true" sz="2999" spc="-74">
                  <a:solidFill>
                    <a:srgbClr val="A36817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Needfinding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4425144" y="5192174"/>
              <a:ext cx="4060044" cy="6540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b="true" sz="2999" spc="-74">
                  <a:solidFill>
                    <a:srgbClr val="A36817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How Might We...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8641549" y="5160157"/>
              <a:ext cx="4179359" cy="6642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39"/>
                </a:lnSpc>
              </a:pPr>
              <a:r>
                <a:rPr lang="en-US" b="true" sz="2999" spc="-188">
                  <a:solidFill>
                    <a:srgbClr val="A36817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Diverse Realizations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13157720" y="5192174"/>
              <a:ext cx="3982339" cy="6540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b="true" sz="2999" spc="-74">
                  <a:solidFill>
                    <a:srgbClr val="A36817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Low-fi Prototype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17668309" y="5192174"/>
              <a:ext cx="3293226" cy="6540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b="true" sz="2999" spc="-245">
                  <a:solidFill>
                    <a:srgbClr val="A36817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Usability Testing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21618180" y="5170317"/>
              <a:ext cx="3293226" cy="6540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b="true" sz="2999" spc="-290">
                  <a:solidFill>
                    <a:srgbClr val="A36817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Med-Fi Prototype</a:t>
              </a: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10524816" y="7991035"/>
            <a:ext cx="3791780" cy="8243001"/>
          </a:xfrm>
          <a:custGeom>
            <a:avLst/>
            <a:gdLst/>
            <a:ahLst/>
            <a:cxnLst/>
            <a:rect r="r" b="b" t="t" l="l"/>
            <a:pathLst>
              <a:path h="8243001" w="3791780">
                <a:moveTo>
                  <a:pt x="0" y="0"/>
                </a:moveTo>
                <a:lnTo>
                  <a:pt x="3791780" y="0"/>
                </a:lnTo>
                <a:lnTo>
                  <a:pt x="3791780" y="8243001"/>
                </a:lnTo>
                <a:lnTo>
                  <a:pt x="0" y="824300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  <a:ln w="95250" cap="rnd">
            <a:solidFill>
              <a:srgbClr val="000000"/>
            </a:solidFill>
            <a:prstDash val="solid"/>
            <a:round/>
          </a:ln>
        </p:spPr>
      </p:sp>
      <p:sp>
        <p:nvSpPr>
          <p:cNvPr name="Freeform 32" id="32"/>
          <p:cNvSpPr/>
          <p:nvPr/>
        </p:nvSpPr>
        <p:spPr>
          <a:xfrm flipH="false" flipV="false" rot="0">
            <a:off x="15388628" y="8095810"/>
            <a:ext cx="3791780" cy="8243001"/>
          </a:xfrm>
          <a:custGeom>
            <a:avLst/>
            <a:gdLst/>
            <a:ahLst/>
            <a:cxnLst/>
            <a:rect r="r" b="b" t="t" l="l"/>
            <a:pathLst>
              <a:path h="8243001" w="3791780">
                <a:moveTo>
                  <a:pt x="0" y="0"/>
                </a:moveTo>
                <a:lnTo>
                  <a:pt x="3791780" y="0"/>
                </a:lnTo>
                <a:lnTo>
                  <a:pt x="3791780" y="8243001"/>
                </a:lnTo>
                <a:lnTo>
                  <a:pt x="0" y="824300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  <a:ln w="95250" cap="rnd">
            <a:solidFill>
              <a:srgbClr val="000000"/>
            </a:solidFill>
            <a:prstDash val="solid"/>
            <a:round/>
          </a:ln>
        </p:spPr>
      </p:sp>
      <p:sp>
        <p:nvSpPr>
          <p:cNvPr name="Freeform 33" id="33"/>
          <p:cNvSpPr/>
          <p:nvPr/>
        </p:nvSpPr>
        <p:spPr>
          <a:xfrm flipH="false" flipV="false" rot="0">
            <a:off x="5661004" y="8095810"/>
            <a:ext cx="3791780" cy="8243001"/>
          </a:xfrm>
          <a:custGeom>
            <a:avLst/>
            <a:gdLst/>
            <a:ahLst/>
            <a:cxnLst/>
            <a:rect r="r" b="b" t="t" l="l"/>
            <a:pathLst>
              <a:path h="8243001" w="3791780">
                <a:moveTo>
                  <a:pt x="0" y="0"/>
                </a:moveTo>
                <a:lnTo>
                  <a:pt x="3791780" y="0"/>
                </a:lnTo>
                <a:lnTo>
                  <a:pt x="3791780" y="8243001"/>
                </a:lnTo>
                <a:lnTo>
                  <a:pt x="0" y="824300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  <a:ln w="95250" cap="rnd">
            <a:solidFill>
              <a:srgbClr val="000000"/>
            </a:solidFill>
            <a:prstDash val="solid"/>
            <a:round/>
          </a:ln>
        </p:spPr>
      </p:sp>
      <p:sp>
        <p:nvSpPr>
          <p:cNvPr name="Freeform 34" id="34"/>
          <p:cNvSpPr/>
          <p:nvPr/>
        </p:nvSpPr>
        <p:spPr>
          <a:xfrm flipH="false" flipV="false" rot="0">
            <a:off x="861842" y="7991035"/>
            <a:ext cx="3727130" cy="8300151"/>
          </a:xfrm>
          <a:custGeom>
            <a:avLst/>
            <a:gdLst/>
            <a:ahLst/>
            <a:cxnLst/>
            <a:rect r="r" b="b" t="t" l="l"/>
            <a:pathLst>
              <a:path h="8300151" w="3727130">
                <a:moveTo>
                  <a:pt x="0" y="0"/>
                </a:moveTo>
                <a:lnTo>
                  <a:pt x="3727131" y="0"/>
                </a:lnTo>
                <a:lnTo>
                  <a:pt x="3727131" y="8300151"/>
                </a:lnTo>
                <a:lnTo>
                  <a:pt x="0" y="830015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-2439" b="0"/>
            </a:stretch>
          </a:blipFill>
          <a:ln w="95250" cap="rnd">
            <a:solidFill>
              <a:srgbClr val="000000"/>
            </a:solidFill>
            <a:prstDash val="solid"/>
            <a:round/>
          </a:ln>
        </p:spPr>
      </p:sp>
      <p:sp>
        <p:nvSpPr>
          <p:cNvPr name="TextBox 35" id="35"/>
          <p:cNvSpPr txBox="true"/>
          <p:nvPr/>
        </p:nvSpPr>
        <p:spPr>
          <a:xfrm rot="0">
            <a:off x="719637" y="4628817"/>
            <a:ext cx="7842219" cy="1838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59"/>
              </a:lnSpc>
            </a:pPr>
            <a:r>
              <a:rPr lang="en-US" b="true" sz="5256" spc="-131">
                <a:solidFill>
                  <a:srgbClr val="3E7136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small businesses </a:t>
            </a:r>
            <a:r>
              <a:rPr lang="en-US" b="true" sz="5256" i="true" spc="-131">
                <a:solidFill>
                  <a:srgbClr val="3E7136"/>
                </a:solidFill>
                <a:latin typeface="Glacial Indifference Bold Italics"/>
                <a:ea typeface="Glacial Indifference Bold Italics"/>
                <a:cs typeface="Glacial Indifference Bold Italics"/>
                <a:sym typeface="Glacial Indifference Bold Italics"/>
              </a:rPr>
              <a:t>together</a:t>
            </a:r>
            <a:r>
              <a:rPr lang="en-US" b="true" sz="5256" spc="-131">
                <a:solidFill>
                  <a:srgbClr val="3E7136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</a:t>
            </a:r>
          </a:p>
          <a:p>
            <a:pPr algn="ctr">
              <a:lnSpc>
                <a:spcPts val="7359"/>
              </a:lnSpc>
              <a:spcBef>
                <a:spcPct val="0"/>
              </a:spcBef>
            </a:pPr>
            <a:r>
              <a:rPr lang="en-US" sz="5256" spc="-131">
                <a:solidFill>
                  <a:srgbClr val="3E713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through community events.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4362529" y="1271609"/>
            <a:ext cx="4270188" cy="1203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64"/>
              </a:lnSpc>
              <a:spcBef>
                <a:spcPct val="0"/>
              </a:spcBef>
            </a:pPr>
            <a:r>
              <a:rPr lang="en-US" sz="7045" spc="-176">
                <a:solidFill>
                  <a:srgbClr val="3E7136"/>
                </a:solidFill>
                <a:latin typeface="Vampiro One"/>
                <a:ea typeface="Vampiro One"/>
                <a:cs typeface="Vampiro One"/>
                <a:sym typeface="Vampiro One"/>
              </a:rPr>
              <a:t>SOLUTION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352158" y="1271609"/>
            <a:ext cx="4191916" cy="1203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64"/>
              </a:lnSpc>
              <a:spcBef>
                <a:spcPct val="0"/>
              </a:spcBef>
            </a:pPr>
            <a:r>
              <a:rPr lang="en-US" sz="7045" spc="-176">
                <a:solidFill>
                  <a:srgbClr val="A36817"/>
                </a:solidFill>
                <a:latin typeface="Vampiro One"/>
                <a:ea typeface="Vampiro One"/>
                <a:cs typeface="Vampiro One"/>
                <a:sym typeface="Vampiro One"/>
              </a:rPr>
              <a:t>PROBLEM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352158" y="2752700"/>
            <a:ext cx="4329640" cy="2508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16"/>
              </a:lnSpc>
            </a:pPr>
            <a:r>
              <a:rPr lang="en-US" b="true" sz="2868">
                <a:solidFill>
                  <a:srgbClr val="A36817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For all small businesses, finding support, adapting </a:t>
            </a:r>
            <a:r>
              <a:rPr lang="en-US" b="true" sz="2868">
                <a:solidFill>
                  <a:srgbClr val="A36817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to</a:t>
            </a:r>
            <a:r>
              <a:rPr lang="en-US" b="true" sz="2868">
                <a:solidFill>
                  <a:srgbClr val="A36817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a new </a:t>
            </a:r>
            <a:r>
              <a:rPr lang="en-US" b="true" sz="2868">
                <a:solidFill>
                  <a:srgbClr val="A36817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ge</a:t>
            </a:r>
            <a:r>
              <a:rPr lang="en-US" b="true" sz="2868">
                <a:solidFill>
                  <a:srgbClr val="A36817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n</a:t>
            </a:r>
            <a:r>
              <a:rPr lang="en-US" b="true" sz="2868">
                <a:solidFill>
                  <a:srgbClr val="A36817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er</a:t>
            </a:r>
            <a:r>
              <a:rPr lang="en-US" b="true" sz="2868">
                <a:solidFill>
                  <a:srgbClr val="A36817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ation, and creating community has been difficult.   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4271497" y="2752700"/>
            <a:ext cx="4264349" cy="2508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16"/>
              </a:lnSpc>
              <a:spcBef>
                <a:spcPct val="0"/>
              </a:spcBef>
            </a:pPr>
            <a:r>
              <a:rPr lang="en-US" b="true" sz="2868" spc="-71">
                <a:solidFill>
                  <a:srgbClr val="EDF0E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STITCH uses an AI matching algorithm to allow small businesses to collaborate on events to attract new customers.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010304" y="17261125"/>
            <a:ext cx="7845479" cy="1203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64"/>
              </a:lnSpc>
              <a:spcBef>
                <a:spcPct val="0"/>
              </a:spcBef>
            </a:pPr>
            <a:r>
              <a:rPr lang="en-US" sz="7045" spc="-176">
                <a:solidFill>
                  <a:srgbClr val="3E7136"/>
                </a:solidFill>
                <a:latin typeface="Vampiro One"/>
                <a:ea typeface="Vampiro One"/>
                <a:cs typeface="Vampiro One"/>
                <a:sym typeface="Vampiro One"/>
              </a:rPr>
              <a:t>DESIGN PROCESS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5859662" y="6693851"/>
            <a:ext cx="7845479" cy="1203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64"/>
              </a:lnSpc>
              <a:spcBef>
                <a:spcPct val="0"/>
              </a:spcBef>
            </a:pPr>
            <a:r>
              <a:rPr lang="en-US" sz="7045" spc="-176">
                <a:solidFill>
                  <a:srgbClr val="3E7136"/>
                </a:solidFill>
                <a:latin typeface="Vampiro One"/>
                <a:ea typeface="Vampiro One"/>
                <a:cs typeface="Vampiro One"/>
                <a:sym typeface="Vampiro One"/>
              </a:rPr>
              <a:t>APP SCREENS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370253" y="16338811"/>
            <a:ext cx="271030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 spc="-74">
                <a:solidFill>
                  <a:srgbClr val="A36817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Home Page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5841450" y="16338811"/>
            <a:ext cx="3430887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 spc="-74">
                <a:solidFill>
                  <a:srgbClr val="A36817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Message a Business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1076775" y="16338811"/>
            <a:ext cx="271030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 spc="-74">
                <a:solidFill>
                  <a:srgbClr val="A36817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Create a Stitch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5929363" y="16338811"/>
            <a:ext cx="271030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 spc="-74">
                <a:solidFill>
                  <a:srgbClr val="A36817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Repeat an Event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DAG44s2wgBM</dc:identifier>
  <dcterms:modified xsi:type="dcterms:W3CDTF">2011-08-01T06:04:30Z</dcterms:modified>
  <cp:revision>1</cp:revision>
  <dc:title>Stitch Poster 1.0</dc:title>
</cp:coreProperties>
</file>