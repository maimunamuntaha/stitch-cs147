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4"/>
    <p:sldMasterId id="214748370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Fredoka"/>
      <p:regular r:id="rId37"/>
      <p:bold r:id="rId38"/>
    </p:embeddedFont>
    <p:embeddedFont>
      <p:font typeface="Fredoka Medium"/>
      <p:regular r:id="rId39"/>
      <p:bold r:id="rId40"/>
    </p:embeddedFont>
    <p:embeddedFont>
      <p:font typeface="Inter"/>
      <p:regular r:id="rId41"/>
      <p:bold r:id="rId42"/>
      <p:italic r:id="rId43"/>
      <p:boldItalic r:id="rId44"/>
    </p:embeddedFont>
    <p:embeddedFont>
      <p:font typeface="Fredoka SemiBold"/>
      <p:regular r:id="rId45"/>
      <p:bold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redokaMedium-bold.fntdata"/><Relationship Id="rId20" Type="http://schemas.openxmlformats.org/officeDocument/2006/relationships/slide" Target="slides/slide14.xml"/><Relationship Id="rId42" Type="http://schemas.openxmlformats.org/officeDocument/2006/relationships/font" Target="fonts/Inter-bold.fntdata"/><Relationship Id="rId41" Type="http://schemas.openxmlformats.org/officeDocument/2006/relationships/font" Target="fonts/Inter-regular.fntdata"/><Relationship Id="rId22" Type="http://schemas.openxmlformats.org/officeDocument/2006/relationships/slide" Target="slides/slide16.xml"/><Relationship Id="rId44" Type="http://schemas.openxmlformats.org/officeDocument/2006/relationships/font" Target="fonts/Inter-boldItalic.fntdata"/><Relationship Id="rId21" Type="http://schemas.openxmlformats.org/officeDocument/2006/relationships/slide" Target="slides/slide15.xml"/><Relationship Id="rId43" Type="http://schemas.openxmlformats.org/officeDocument/2006/relationships/font" Target="fonts/Inter-italic.fntdata"/><Relationship Id="rId24" Type="http://schemas.openxmlformats.org/officeDocument/2006/relationships/slide" Target="slides/slide18.xml"/><Relationship Id="rId46" Type="http://schemas.openxmlformats.org/officeDocument/2006/relationships/font" Target="fonts/FredokaSemiBold-bold.fntdata"/><Relationship Id="rId23" Type="http://schemas.openxmlformats.org/officeDocument/2006/relationships/slide" Target="slides/slide17.xml"/><Relationship Id="rId45" Type="http://schemas.openxmlformats.org/officeDocument/2006/relationships/font" Target="fonts/FredokaSemiBold-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Fredoka-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FredokaMedium-regular.fntdata"/><Relationship Id="rId16" Type="http://schemas.openxmlformats.org/officeDocument/2006/relationships/slide" Target="slides/slide10.xml"/><Relationship Id="rId38" Type="http://schemas.openxmlformats.org/officeDocument/2006/relationships/font" Target="fonts/Fredoka-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4c4688f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94c4688f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94c4688fe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94c4688fe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94c4688fe1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94c4688fe1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94c4688fe1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94c4688fe1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94c4688fe1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94c4688fe1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94c4688fe1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94c4688fe1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94c4688fe1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94c4688fe1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94c4688fe1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94c4688fe1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94c4688fe1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94c4688fe1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94c4688fe1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94c4688fe1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94c4688fe1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94c4688fe1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94c4688fe1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94c4688fe1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4c4688fe1_0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94c4688fe1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94c4688fe1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94c4688fe1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94c4688fe1_0_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94c4688fe1_0_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94c4688fe1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94c4688fe1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94c4688fe1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94c4688fe1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94c4688fe1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94c4688fe1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94c4688fe1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94c4688fe1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94c4688fe1_0_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94c4688fe1_0_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94c4688fe1_0_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94c4688fe1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94c4688fe1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94c4688fe1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94c4688fe1_0_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94c4688fe1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94c4688fe1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94c4688fe1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94c4688fe1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94c4688fe1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94c4688fe1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94c4688fe1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94c4688fe1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94c4688fe1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94c4688fe1_0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94c4688fe1_0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94c4688fe1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94c4688fe1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8db064b1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8db064b1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2.png"/><Relationship Id="rId4" Type="http://schemas.openxmlformats.org/officeDocument/2006/relationships/image" Target="../media/image2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2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2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2">
  <p:cSld name="BLANK_3">
    <p:bg>
      <p:bgPr>
        <a:gradFill>
          <a:gsLst>
            <a:gs pos="0">
              <a:schemeClr val="dk1"/>
            </a:gs>
            <a:gs pos="50000">
              <a:schemeClr val="dk1"/>
            </a:gs>
            <a:gs pos="100000">
              <a:schemeClr val="accent4"/>
            </a:gs>
          </a:gsLst>
          <a:lin ang="8099331" scaled="0"/>
        </a:gradFill>
      </p:bgPr>
    </p:bg>
    <p:spTree>
      <p:nvGrpSpPr>
        <p:cNvPr id="54" name="Shape 54"/>
        <p:cNvGrpSpPr/>
        <p:nvPr/>
      </p:nvGrpSpPr>
      <p:grpSpPr>
        <a:xfrm>
          <a:off x="0" y="0"/>
          <a:ext cx="0" cy="0"/>
          <a:chOff x="0" y="0"/>
          <a:chExt cx="0" cy="0"/>
        </a:xfrm>
      </p:grpSpPr>
      <p:grpSp>
        <p:nvGrpSpPr>
          <p:cNvPr id="55" name="Google Shape;55;p14"/>
          <p:cNvGrpSpPr/>
          <p:nvPr/>
        </p:nvGrpSpPr>
        <p:grpSpPr>
          <a:xfrm>
            <a:off x="5619252" y="286200"/>
            <a:ext cx="3240146" cy="4571250"/>
            <a:chOff x="5619252" y="286200"/>
            <a:chExt cx="3240146" cy="4571250"/>
          </a:xfrm>
        </p:grpSpPr>
        <p:sp>
          <p:nvSpPr>
            <p:cNvPr id="56" name="Google Shape;56;p14"/>
            <p:cNvSpPr/>
            <p:nvPr/>
          </p:nvSpPr>
          <p:spPr>
            <a:xfrm>
              <a:off x="5619364" y="1450650"/>
              <a:ext cx="3240000" cy="2242200"/>
            </a:xfrm>
            <a:prstGeom prst="roundRect">
              <a:avLst>
                <a:gd fmla="val 22766"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57" name="Google Shape;57;p14"/>
            <p:cNvSpPr/>
            <p:nvPr/>
          </p:nvSpPr>
          <p:spPr>
            <a:xfrm>
              <a:off x="5619364" y="286200"/>
              <a:ext cx="2209800" cy="1164600"/>
            </a:xfrm>
            <a:prstGeom prst="roundRect">
              <a:avLst>
                <a:gd fmla="val 34063"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58" name="Google Shape;58;p14"/>
            <p:cNvSpPr/>
            <p:nvPr/>
          </p:nvSpPr>
          <p:spPr>
            <a:xfrm>
              <a:off x="7829198" y="286200"/>
              <a:ext cx="1030200" cy="11646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59" name="Google Shape;59;p14"/>
            <p:cNvSpPr/>
            <p:nvPr/>
          </p:nvSpPr>
          <p:spPr>
            <a:xfrm>
              <a:off x="5619252" y="3692850"/>
              <a:ext cx="1620000" cy="11646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60" name="Google Shape;60;p14"/>
            <p:cNvSpPr/>
            <p:nvPr/>
          </p:nvSpPr>
          <p:spPr>
            <a:xfrm>
              <a:off x="7239296" y="3692850"/>
              <a:ext cx="1620000" cy="11646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grpSp>
      <p:sp>
        <p:nvSpPr>
          <p:cNvPr id="61" name="Google Shape;61;p14"/>
          <p:cNvSpPr txBox="1"/>
          <p:nvPr>
            <p:ph type="title"/>
          </p:nvPr>
        </p:nvSpPr>
        <p:spPr>
          <a:xfrm>
            <a:off x="646500" y="648000"/>
            <a:ext cx="4972800" cy="19923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1pPr>
            <a:lvl2pPr lvl="1">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2pPr>
            <a:lvl3pPr lvl="2">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3pPr>
            <a:lvl4pPr lvl="3">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4pPr>
            <a:lvl5pPr lvl="4">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5pPr>
            <a:lvl6pPr lvl="5">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6pPr>
            <a:lvl7pPr lvl="6">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7pPr>
            <a:lvl8pPr lvl="7">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8pPr>
            <a:lvl9pPr lvl="8">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9pPr>
          </a:lstStyle>
          <a:p/>
        </p:txBody>
      </p:sp>
      <p:sp>
        <p:nvSpPr>
          <p:cNvPr id="62" name="Google Shape;62;p14"/>
          <p:cNvSpPr txBox="1"/>
          <p:nvPr>
            <p:ph idx="1" type="subTitle"/>
          </p:nvPr>
        </p:nvSpPr>
        <p:spPr>
          <a:xfrm>
            <a:off x="646500" y="4152550"/>
            <a:ext cx="1581600" cy="356100"/>
          </a:xfrm>
          <a:prstGeom prst="rect">
            <a:avLst/>
          </a:prstGeom>
        </p:spPr>
        <p:txBody>
          <a:bodyPr anchorCtr="0" anchor="t" bIns="0" lIns="0" spcFirstLastPara="1" rIns="91425" wrap="square" tIns="91425">
            <a:noAutofit/>
          </a:bodyPr>
          <a:lstStyle>
            <a:lvl1pPr lvl="0">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1pPr>
            <a:lvl2pPr lvl="1">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2pPr>
            <a:lvl3pPr lvl="2">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3pPr>
            <a:lvl4pPr lvl="3">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4pPr>
            <a:lvl5pPr lvl="4">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5pPr>
            <a:lvl6pPr lvl="5">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6pPr>
            <a:lvl7pPr lvl="6">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7pPr>
            <a:lvl8pPr lvl="7">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8pPr>
            <a:lvl9pPr lvl="8">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9pPr>
          </a:lstStyle>
          <a:p/>
        </p:txBody>
      </p:sp>
      <p:pic>
        <p:nvPicPr>
          <p:cNvPr descr="A blue lightning shape" id="63" name="Google Shape;63;p14"/>
          <p:cNvPicPr preferRelativeResize="0"/>
          <p:nvPr/>
        </p:nvPicPr>
        <p:blipFill rotWithShape="1">
          <a:blip r:embed="rId2">
            <a:alphaModFix/>
          </a:blip>
          <a:srcRect b="12804" l="0" r="0" t="-385"/>
          <a:stretch/>
        </p:blipFill>
        <p:spPr>
          <a:xfrm>
            <a:off x="4138675" y="2962150"/>
            <a:ext cx="1648299" cy="2181349"/>
          </a:xfrm>
          <a:prstGeom prst="rect">
            <a:avLst/>
          </a:prstGeom>
          <a:noFill/>
          <a:ln>
            <a:noFill/>
          </a:ln>
        </p:spPr>
      </p:pic>
      <p:pic>
        <p:nvPicPr>
          <p:cNvPr descr="A red plus sign" id="64" name="Google Shape;64;p14"/>
          <p:cNvPicPr preferRelativeResize="0"/>
          <p:nvPr/>
        </p:nvPicPr>
        <p:blipFill>
          <a:blip r:embed="rId3">
            <a:alphaModFix/>
          </a:blip>
          <a:stretch>
            <a:fillRect/>
          </a:stretch>
        </p:blipFill>
        <p:spPr>
          <a:xfrm rot="711813">
            <a:off x="5690316" y="515288"/>
            <a:ext cx="2575325" cy="2652929"/>
          </a:xfrm>
          <a:prstGeom prst="rect">
            <a:avLst/>
          </a:prstGeom>
          <a:noFill/>
          <a:ln>
            <a:noFill/>
          </a:ln>
        </p:spPr>
      </p:pic>
      <p:pic>
        <p:nvPicPr>
          <p:cNvPr descr="A purple triangle" id="65" name="Google Shape;65;p14"/>
          <p:cNvPicPr preferRelativeResize="0"/>
          <p:nvPr/>
        </p:nvPicPr>
        <p:blipFill>
          <a:blip r:embed="rId4">
            <a:alphaModFix/>
          </a:blip>
          <a:stretch>
            <a:fillRect/>
          </a:stretch>
        </p:blipFill>
        <p:spPr>
          <a:xfrm rot="5085068">
            <a:off x="8094175" y="564950"/>
            <a:ext cx="527900" cy="5224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2">
    <p:bg>
      <p:bgPr>
        <a:solidFill>
          <a:schemeClr val="accent6"/>
        </a:solidFill>
      </p:bgPr>
    </p:bg>
    <p:spTree>
      <p:nvGrpSpPr>
        <p:cNvPr id="66" name="Shape 66"/>
        <p:cNvGrpSpPr/>
        <p:nvPr/>
      </p:nvGrpSpPr>
      <p:grpSpPr>
        <a:xfrm>
          <a:off x="0" y="0"/>
          <a:ext cx="0" cy="0"/>
          <a:chOff x="0" y="0"/>
          <a:chExt cx="0" cy="0"/>
        </a:xfrm>
      </p:grpSpPr>
      <p:sp>
        <p:nvSpPr>
          <p:cNvPr id="67" name="Google Shape;67;p15"/>
          <p:cNvSpPr/>
          <p:nvPr/>
        </p:nvSpPr>
        <p:spPr>
          <a:xfrm>
            <a:off x="284700" y="286200"/>
            <a:ext cx="4240500" cy="2957700"/>
          </a:xfrm>
          <a:prstGeom prst="roundRect">
            <a:avLst>
              <a:gd fmla="val 15340" name="adj"/>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68" name="Google Shape;68;p15"/>
          <p:cNvSpPr/>
          <p:nvPr/>
        </p:nvSpPr>
        <p:spPr>
          <a:xfrm>
            <a:off x="284700" y="3243900"/>
            <a:ext cx="4240500" cy="1609200"/>
          </a:xfrm>
          <a:prstGeom prst="roundRect">
            <a:avLst>
              <a:gd fmla="val 20572" name="adj"/>
            </a:avLst>
          </a:prstGeom>
          <a:gradFill>
            <a:gsLst>
              <a:gs pos="0">
                <a:schemeClr val="dk1"/>
              </a:gs>
              <a:gs pos="50000">
                <a:schemeClr val="dk1"/>
              </a:gs>
              <a:gs pos="100000">
                <a:schemeClr val="accent4"/>
              </a:gs>
            </a:gsLst>
            <a:lin ang="8100019"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69" name="Google Shape;69;p15"/>
          <p:cNvSpPr txBox="1"/>
          <p:nvPr>
            <p:ph idx="1" type="subTitle"/>
          </p:nvPr>
        </p:nvSpPr>
        <p:spPr>
          <a:xfrm>
            <a:off x="5204389" y="286225"/>
            <a:ext cx="3654900" cy="1142700"/>
          </a:xfrm>
          <a:prstGeom prst="rect">
            <a:avLst/>
          </a:prstGeom>
        </p:spPr>
        <p:txBody>
          <a:bodyPr anchorCtr="0" anchor="t" bIns="0" lIns="393175" spcFirstLastPara="1" rIns="274300" wrap="square" tIns="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p:txBody>
      </p:sp>
      <p:sp>
        <p:nvSpPr>
          <p:cNvPr id="70" name="Google Shape;70;p15"/>
          <p:cNvSpPr txBox="1"/>
          <p:nvPr>
            <p:ph idx="2" type="subTitle"/>
          </p:nvPr>
        </p:nvSpPr>
        <p:spPr>
          <a:xfrm>
            <a:off x="5204364" y="1434825"/>
            <a:ext cx="3654900" cy="1142700"/>
          </a:xfrm>
          <a:prstGeom prst="rect">
            <a:avLst/>
          </a:prstGeom>
        </p:spPr>
        <p:txBody>
          <a:bodyPr anchorCtr="0" anchor="t" bIns="0" lIns="393175" spcFirstLastPara="1" rIns="274300" wrap="square" tIns="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p:txBody>
      </p:sp>
      <p:sp>
        <p:nvSpPr>
          <p:cNvPr id="71" name="Google Shape;71;p15"/>
          <p:cNvSpPr txBox="1"/>
          <p:nvPr>
            <p:ph idx="3" type="subTitle"/>
          </p:nvPr>
        </p:nvSpPr>
        <p:spPr>
          <a:xfrm>
            <a:off x="5204376" y="2583425"/>
            <a:ext cx="3654900" cy="1142700"/>
          </a:xfrm>
          <a:prstGeom prst="rect">
            <a:avLst/>
          </a:prstGeom>
        </p:spPr>
        <p:txBody>
          <a:bodyPr anchorCtr="0" anchor="t" bIns="0" lIns="393175" spcFirstLastPara="1" rIns="274300" wrap="square" tIns="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p:txBody>
      </p:sp>
      <p:sp>
        <p:nvSpPr>
          <p:cNvPr id="72" name="Google Shape;72;p15"/>
          <p:cNvSpPr txBox="1"/>
          <p:nvPr>
            <p:ph idx="4" type="subTitle"/>
          </p:nvPr>
        </p:nvSpPr>
        <p:spPr>
          <a:xfrm>
            <a:off x="5204351" y="3732025"/>
            <a:ext cx="3654900" cy="1142700"/>
          </a:xfrm>
          <a:prstGeom prst="rect">
            <a:avLst/>
          </a:prstGeom>
        </p:spPr>
        <p:txBody>
          <a:bodyPr anchorCtr="0" anchor="t" bIns="0" lIns="393175" spcFirstLastPara="1" rIns="274300" wrap="square" tIns="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p:txBody>
      </p:sp>
      <p:sp>
        <p:nvSpPr>
          <p:cNvPr id="73" name="Google Shape;73;p15"/>
          <p:cNvSpPr txBox="1"/>
          <p:nvPr>
            <p:ph idx="5" type="subTitle"/>
          </p:nvPr>
        </p:nvSpPr>
        <p:spPr>
          <a:xfrm>
            <a:off x="4525200" y="286175"/>
            <a:ext cx="673500" cy="11427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p:txBody>
      </p:sp>
      <p:sp>
        <p:nvSpPr>
          <p:cNvPr id="74" name="Google Shape;74;p15"/>
          <p:cNvSpPr txBox="1"/>
          <p:nvPr>
            <p:ph idx="6" type="subTitle"/>
          </p:nvPr>
        </p:nvSpPr>
        <p:spPr>
          <a:xfrm>
            <a:off x="4525200" y="1434825"/>
            <a:ext cx="673500" cy="11427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p:txBody>
      </p:sp>
      <p:sp>
        <p:nvSpPr>
          <p:cNvPr id="75" name="Google Shape;75;p15"/>
          <p:cNvSpPr txBox="1"/>
          <p:nvPr>
            <p:ph idx="7" type="subTitle"/>
          </p:nvPr>
        </p:nvSpPr>
        <p:spPr>
          <a:xfrm>
            <a:off x="4528025" y="2571725"/>
            <a:ext cx="673500" cy="11427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p:txBody>
      </p:sp>
      <p:sp>
        <p:nvSpPr>
          <p:cNvPr id="76" name="Google Shape;76;p15"/>
          <p:cNvSpPr txBox="1"/>
          <p:nvPr>
            <p:ph idx="8" type="subTitle"/>
          </p:nvPr>
        </p:nvSpPr>
        <p:spPr>
          <a:xfrm>
            <a:off x="4528025" y="3720375"/>
            <a:ext cx="673500" cy="11427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p:txBody>
      </p:sp>
      <p:sp>
        <p:nvSpPr>
          <p:cNvPr id="77" name="Google Shape;77;p15"/>
          <p:cNvSpPr txBox="1"/>
          <p:nvPr>
            <p:ph type="title"/>
          </p:nvPr>
        </p:nvSpPr>
        <p:spPr>
          <a:xfrm>
            <a:off x="655500" y="648000"/>
            <a:ext cx="3498900" cy="1283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accent2"/>
              </a:buClr>
              <a:buSzPts val="4800"/>
              <a:buFont typeface="Fredoka Medium"/>
              <a:buNone/>
              <a:defRPr sz="4800">
                <a:solidFill>
                  <a:schemeClr val="accent2"/>
                </a:solidFill>
              </a:defRPr>
            </a:lvl1pPr>
            <a:lvl2pPr lvl="1">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2pPr>
            <a:lvl3pPr lvl="2">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3pPr>
            <a:lvl4pPr lvl="3">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4pPr>
            <a:lvl5pPr lvl="4">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5pPr>
            <a:lvl6pPr lvl="5">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6pPr>
            <a:lvl7pPr lvl="6">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7pPr>
            <a:lvl8pPr lvl="7">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8pPr>
            <a:lvl9pPr lvl="8">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
    <p:bg>
      <p:bgPr>
        <a:gradFill>
          <a:gsLst>
            <a:gs pos="0">
              <a:schemeClr val="dk1"/>
            </a:gs>
            <a:gs pos="60000">
              <a:schemeClr val="accent6"/>
            </a:gs>
            <a:gs pos="100000">
              <a:schemeClr val="accent4"/>
            </a:gs>
          </a:gsLst>
          <a:path path="circle">
            <a:fillToRect b="50%" l="50%" r="50%" t="50%"/>
          </a:path>
          <a:tileRect/>
        </a:gradFill>
      </p:bgPr>
    </p:bg>
    <p:spTree>
      <p:nvGrpSpPr>
        <p:cNvPr id="78" name="Shape 78"/>
        <p:cNvGrpSpPr/>
        <p:nvPr/>
      </p:nvGrpSpPr>
      <p:grpSpPr>
        <a:xfrm>
          <a:off x="0" y="0"/>
          <a:ext cx="0" cy="0"/>
          <a:chOff x="0" y="0"/>
          <a:chExt cx="0" cy="0"/>
        </a:xfrm>
      </p:grpSpPr>
      <p:sp>
        <p:nvSpPr>
          <p:cNvPr descr="A red ball made out of wool. " id="79" name="Google Shape;79;p16"/>
          <p:cNvSpPr/>
          <p:nvPr/>
        </p:nvSpPr>
        <p:spPr>
          <a:xfrm>
            <a:off x="3739075" y="3531125"/>
            <a:ext cx="5120425" cy="1326352"/>
          </a:xfrm>
          <a:custGeom>
            <a:rect b="b" l="l" r="r" t="t"/>
            <a:pathLst>
              <a:path extrusionOk="0" h="25074" w="96799">
                <a:moveTo>
                  <a:pt x="91875" y="0"/>
                </a:moveTo>
                <a:lnTo>
                  <a:pt x="91603" y="23"/>
                </a:lnTo>
                <a:lnTo>
                  <a:pt x="91331" y="46"/>
                </a:lnTo>
                <a:lnTo>
                  <a:pt x="91058" y="91"/>
                </a:lnTo>
                <a:lnTo>
                  <a:pt x="3858" y="15498"/>
                </a:lnTo>
                <a:lnTo>
                  <a:pt x="3426" y="15589"/>
                </a:lnTo>
                <a:lnTo>
                  <a:pt x="3041" y="15725"/>
                </a:lnTo>
                <a:lnTo>
                  <a:pt x="2655" y="15906"/>
                </a:lnTo>
                <a:lnTo>
                  <a:pt x="2292" y="16088"/>
                </a:lnTo>
                <a:lnTo>
                  <a:pt x="1951" y="16315"/>
                </a:lnTo>
                <a:lnTo>
                  <a:pt x="1634" y="16587"/>
                </a:lnTo>
                <a:lnTo>
                  <a:pt x="1339" y="16859"/>
                </a:lnTo>
                <a:lnTo>
                  <a:pt x="1089" y="17154"/>
                </a:lnTo>
                <a:lnTo>
                  <a:pt x="840" y="17495"/>
                </a:lnTo>
                <a:lnTo>
                  <a:pt x="613" y="17835"/>
                </a:lnTo>
                <a:lnTo>
                  <a:pt x="431" y="18198"/>
                </a:lnTo>
                <a:lnTo>
                  <a:pt x="272" y="18561"/>
                </a:lnTo>
                <a:lnTo>
                  <a:pt x="159" y="18970"/>
                </a:lnTo>
                <a:lnTo>
                  <a:pt x="68" y="19355"/>
                </a:lnTo>
                <a:lnTo>
                  <a:pt x="0" y="19787"/>
                </a:lnTo>
                <a:lnTo>
                  <a:pt x="0" y="20195"/>
                </a:lnTo>
                <a:lnTo>
                  <a:pt x="0" y="20263"/>
                </a:lnTo>
                <a:lnTo>
                  <a:pt x="23" y="20762"/>
                </a:lnTo>
                <a:lnTo>
                  <a:pt x="91" y="21239"/>
                </a:lnTo>
                <a:lnTo>
                  <a:pt x="204" y="21693"/>
                </a:lnTo>
                <a:lnTo>
                  <a:pt x="363" y="22146"/>
                </a:lnTo>
                <a:lnTo>
                  <a:pt x="567" y="22555"/>
                </a:lnTo>
                <a:lnTo>
                  <a:pt x="817" y="22963"/>
                </a:lnTo>
                <a:lnTo>
                  <a:pt x="1089" y="23326"/>
                </a:lnTo>
                <a:lnTo>
                  <a:pt x="1407" y="23667"/>
                </a:lnTo>
                <a:lnTo>
                  <a:pt x="1747" y="23984"/>
                </a:lnTo>
                <a:lnTo>
                  <a:pt x="2110" y="24257"/>
                </a:lnTo>
                <a:lnTo>
                  <a:pt x="2519" y="24506"/>
                </a:lnTo>
                <a:lnTo>
                  <a:pt x="2927" y="24711"/>
                </a:lnTo>
                <a:lnTo>
                  <a:pt x="3381" y="24869"/>
                </a:lnTo>
                <a:lnTo>
                  <a:pt x="3835" y="24983"/>
                </a:lnTo>
                <a:lnTo>
                  <a:pt x="4311" y="25051"/>
                </a:lnTo>
                <a:lnTo>
                  <a:pt x="4788" y="25074"/>
                </a:lnTo>
                <a:lnTo>
                  <a:pt x="92011" y="25074"/>
                </a:lnTo>
                <a:lnTo>
                  <a:pt x="92488" y="25051"/>
                </a:lnTo>
                <a:lnTo>
                  <a:pt x="92964" y="24983"/>
                </a:lnTo>
                <a:lnTo>
                  <a:pt x="93441" y="24869"/>
                </a:lnTo>
                <a:lnTo>
                  <a:pt x="93872" y="24711"/>
                </a:lnTo>
                <a:lnTo>
                  <a:pt x="94303" y="24506"/>
                </a:lnTo>
                <a:lnTo>
                  <a:pt x="94689" y="24257"/>
                </a:lnTo>
                <a:lnTo>
                  <a:pt x="95052" y="23984"/>
                </a:lnTo>
                <a:lnTo>
                  <a:pt x="95392" y="23667"/>
                </a:lnTo>
                <a:lnTo>
                  <a:pt x="95710" y="23326"/>
                </a:lnTo>
                <a:lnTo>
                  <a:pt x="95982" y="22963"/>
                </a:lnTo>
                <a:lnTo>
                  <a:pt x="96232" y="22555"/>
                </a:lnTo>
                <a:lnTo>
                  <a:pt x="96436" y="22146"/>
                </a:lnTo>
                <a:lnTo>
                  <a:pt x="96595" y="21693"/>
                </a:lnTo>
                <a:lnTo>
                  <a:pt x="96708" y="21239"/>
                </a:lnTo>
                <a:lnTo>
                  <a:pt x="96776" y="20762"/>
                </a:lnTo>
                <a:lnTo>
                  <a:pt x="96799" y="20263"/>
                </a:lnTo>
                <a:lnTo>
                  <a:pt x="96799" y="4811"/>
                </a:lnTo>
                <a:lnTo>
                  <a:pt x="96799" y="4538"/>
                </a:lnTo>
                <a:lnTo>
                  <a:pt x="96776" y="4243"/>
                </a:lnTo>
                <a:lnTo>
                  <a:pt x="96731" y="3971"/>
                </a:lnTo>
                <a:lnTo>
                  <a:pt x="96686" y="3721"/>
                </a:lnTo>
                <a:lnTo>
                  <a:pt x="96617" y="3449"/>
                </a:lnTo>
                <a:lnTo>
                  <a:pt x="96527" y="3200"/>
                </a:lnTo>
                <a:lnTo>
                  <a:pt x="96436" y="2950"/>
                </a:lnTo>
                <a:lnTo>
                  <a:pt x="96323" y="2700"/>
                </a:lnTo>
                <a:lnTo>
                  <a:pt x="96209" y="2473"/>
                </a:lnTo>
                <a:lnTo>
                  <a:pt x="96073" y="2247"/>
                </a:lnTo>
                <a:lnTo>
                  <a:pt x="95937" y="2042"/>
                </a:lnTo>
                <a:lnTo>
                  <a:pt x="95778" y="1838"/>
                </a:lnTo>
                <a:lnTo>
                  <a:pt x="95596" y="1634"/>
                </a:lnTo>
                <a:lnTo>
                  <a:pt x="95438" y="1430"/>
                </a:lnTo>
                <a:lnTo>
                  <a:pt x="95233" y="1271"/>
                </a:lnTo>
                <a:lnTo>
                  <a:pt x="95052" y="1089"/>
                </a:lnTo>
                <a:lnTo>
                  <a:pt x="94848" y="931"/>
                </a:lnTo>
                <a:lnTo>
                  <a:pt x="94621" y="794"/>
                </a:lnTo>
                <a:lnTo>
                  <a:pt x="94416" y="658"/>
                </a:lnTo>
                <a:lnTo>
                  <a:pt x="94190" y="522"/>
                </a:lnTo>
                <a:lnTo>
                  <a:pt x="93940" y="409"/>
                </a:lnTo>
                <a:lnTo>
                  <a:pt x="93713" y="318"/>
                </a:lnTo>
                <a:lnTo>
                  <a:pt x="93463" y="227"/>
                </a:lnTo>
                <a:lnTo>
                  <a:pt x="93214" y="159"/>
                </a:lnTo>
                <a:lnTo>
                  <a:pt x="92942" y="91"/>
                </a:lnTo>
                <a:lnTo>
                  <a:pt x="92692" y="46"/>
                </a:lnTo>
                <a:lnTo>
                  <a:pt x="92420" y="23"/>
                </a:lnTo>
                <a:lnTo>
                  <a:pt x="92147" y="0"/>
                </a:lnTo>
                <a:close/>
              </a:path>
            </a:pathLst>
          </a:cu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0" name="Google Shape;80;p16"/>
          <p:cNvSpPr/>
          <p:nvPr/>
        </p:nvSpPr>
        <p:spPr>
          <a:xfrm>
            <a:off x="284700" y="286200"/>
            <a:ext cx="8574614" cy="4550563"/>
          </a:xfrm>
          <a:custGeom>
            <a:rect b="b" l="l" r="r" t="t"/>
            <a:pathLst>
              <a:path extrusionOk="0" h="87633" w="162398">
                <a:moveTo>
                  <a:pt x="4810" y="1"/>
                </a:moveTo>
                <a:lnTo>
                  <a:pt x="4311" y="23"/>
                </a:lnTo>
                <a:lnTo>
                  <a:pt x="3835" y="91"/>
                </a:lnTo>
                <a:lnTo>
                  <a:pt x="3381" y="205"/>
                </a:lnTo>
                <a:lnTo>
                  <a:pt x="2950" y="364"/>
                </a:lnTo>
                <a:lnTo>
                  <a:pt x="2519" y="568"/>
                </a:lnTo>
                <a:lnTo>
                  <a:pt x="2133" y="817"/>
                </a:lnTo>
                <a:lnTo>
                  <a:pt x="1747" y="1090"/>
                </a:lnTo>
                <a:lnTo>
                  <a:pt x="1407" y="1407"/>
                </a:lnTo>
                <a:lnTo>
                  <a:pt x="1112" y="1748"/>
                </a:lnTo>
                <a:lnTo>
                  <a:pt x="817" y="2111"/>
                </a:lnTo>
                <a:lnTo>
                  <a:pt x="590" y="2519"/>
                </a:lnTo>
                <a:lnTo>
                  <a:pt x="386" y="2928"/>
                </a:lnTo>
                <a:lnTo>
                  <a:pt x="227" y="3359"/>
                </a:lnTo>
                <a:lnTo>
                  <a:pt x="113" y="3835"/>
                </a:lnTo>
                <a:lnTo>
                  <a:pt x="23" y="4312"/>
                </a:lnTo>
                <a:lnTo>
                  <a:pt x="0" y="4788"/>
                </a:lnTo>
                <a:lnTo>
                  <a:pt x="0" y="82822"/>
                </a:lnTo>
                <a:lnTo>
                  <a:pt x="23" y="83117"/>
                </a:lnTo>
                <a:lnTo>
                  <a:pt x="45" y="83389"/>
                </a:lnTo>
                <a:lnTo>
                  <a:pt x="68" y="83662"/>
                </a:lnTo>
                <a:lnTo>
                  <a:pt x="136" y="83934"/>
                </a:lnTo>
                <a:lnTo>
                  <a:pt x="204" y="84184"/>
                </a:lnTo>
                <a:lnTo>
                  <a:pt x="272" y="84433"/>
                </a:lnTo>
                <a:lnTo>
                  <a:pt x="386" y="84683"/>
                </a:lnTo>
                <a:lnTo>
                  <a:pt x="499" y="84932"/>
                </a:lnTo>
                <a:lnTo>
                  <a:pt x="613" y="85159"/>
                </a:lnTo>
                <a:lnTo>
                  <a:pt x="749" y="85386"/>
                </a:lnTo>
                <a:lnTo>
                  <a:pt x="885" y="85613"/>
                </a:lnTo>
                <a:lnTo>
                  <a:pt x="1044" y="85817"/>
                </a:lnTo>
                <a:lnTo>
                  <a:pt x="1203" y="85999"/>
                </a:lnTo>
                <a:lnTo>
                  <a:pt x="1384" y="86203"/>
                </a:lnTo>
                <a:lnTo>
                  <a:pt x="1566" y="86385"/>
                </a:lnTo>
                <a:lnTo>
                  <a:pt x="1770" y="86543"/>
                </a:lnTo>
                <a:lnTo>
                  <a:pt x="1974" y="86702"/>
                </a:lnTo>
                <a:lnTo>
                  <a:pt x="2178" y="86861"/>
                </a:lnTo>
                <a:lnTo>
                  <a:pt x="2405" y="86997"/>
                </a:lnTo>
                <a:lnTo>
                  <a:pt x="2632" y="87111"/>
                </a:lnTo>
                <a:lnTo>
                  <a:pt x="2859" y="87224"/>
                </a:lnTo>
                <a:lnTo>
                  <a:pt x="3109" y="87315"/>
                </a:lnTo>
                <a:lnTo>
                  <a:pt x="3358" y="87406"/>
                </a:lnTo>
                <a:lnTo>
                  <a:pt x="3608" y="87474"/>
                </a:lnTo>
                <a:lnTo>
                  <a:pt x="3857" y="87542"/>
                </a:lnTo>
                <a:lnTo>
                  <a:pt x="4130" y="87587"/>
                </a:lnTo>
                <a:lnTo>
                  <a:pt x="4402" y="87610"/>
                </a:lnTo>
                <a:lnTo>
                  <a:pt x="4652" y="87633"/>
                </a:lnTo>
                <a:lnTo>
                  <a:pt x="4924" y="87633"/>
                </a:lnTo>
                <a:lnTo>
                  <a:pt x="5219" y="87610"/>
                </a:lnTo>
                <a:lnTo>
                  <a:pt x="5491" y="87587"/>
                </a:lnTo>
                <a:lnTo>
                  <a:pt x="5763" y="87542"/>
                </a:lnTo>
                <a:lnTo>
                  <a:pt x="158563" y="59609"/>
                </a:lnTo>
                <a:lnTo>
                  <a:pt x="158972" y="59519"/>
                </a:lnTo>
                <a:lnTo>
                  <a:pt x="159357" y="59382"/>
                </a:lnTo>
                <a:lnTo>
                  <a:pt x="159743" y="59201"/>
                </a:lnTo>
                <a:lnTo>
                  <a:pt x="160106" y="58997"/>
                </a:lnTo>
                <a:lnTo>
                  <a:pt x="160447" y="58770"/>
                </a:lnTo>
                <a:lnTo>
                  <a:pt x="160764" y="58520"/>
                </a:lnTo>
                <a:lnTo>
                  <a:pt x="161059" y="58248"/>
                </a:lnTo>
                <a:lnTo>
                  <a:pt x="161332" y="57953"/>
                </a:lnTo>
                <a:lnTo>
                  <a:pt x="161558" y="57613"/>
                </a:lnTo>
                <a:lnTo>
                  <a:pt x="161785" y="57272"/>
                </a:lnTo>
                <a:lnTo>
                  <a:pt x="161967" y="56909"/>
                </a:lnTo>
                <a:lnTo>
                  <a:pt x="162126" y="56546"/>
                </a:lnTo>
                <a:lnTo>
                  <a:pt x="162239" y="56138"/>
                </a:lnTo>
                <a:lnTo>
                  <a:pt x="162330" y="55729"/>
                </a:lnTo>
                <a:lnTo>
                  <a:pt x="162398" y="55321"/>
                </a:lnTo>
                <a:lnTo>
                  <a:pt x="162398" y="54890"/>
                </a:lnTo>
                <a:lnTo>
                  <a:pt x="162398" y="4788"/>
                </a:lnTo>
                <a:lnTo>
                  <a:pt x="162375" y="4312"/>
                </a:lnTo>
                <a:lnTo>
                  <a:pt x="162307" y="3835"/>
                </a:lnTo>
                <a:lnTo>
                  <a:pt x="162194" y="3359"/>
                </a:lnTo>
                <a:lnTo>
                  <a:pt x="162035" y="2928"/>
                </a:lnTo>
                <a:lnTo>
                  <a:pt x="161831" y="2519"/>
                </a:lnTo>
                <a:lnTo>
                  <a:pt x="161581" y="2111"/>
                </a:lnTo>
                <a:lnTo>
                  <a:pt x="161309" y="1748"/>
                </a:lnTo>
                <a:lnTo>
                  <a:pt x="160991" y="1407"/>
                </a:lnTo>
                <a:lnTo>
                  <a:pt x="160651" y="1090"/>
                </a:lnTo>
                <a:lnTo>
                  <a:pt x="160288" y="817"/>
                </a:lnTo>
                <a:lnTo>
                  <a:pt x="159902" y="568"/>
                </a:lnTo>
                <a:lnTo>
                  <a:pt x="159471" y="364"/>
                </a:lnTo>
                <a:lnTo>
                  <a:pt x="159040" y="205"/>
                </a:lnTo>
                <a:lnTo>
                  <a:pt x="158563" y="91"/>
                </a:lnTo>
                <a:lnTo>
                  <a:pt x="158087" y="23"/>
                </a:lnTo>
                <a:lnTo>
                  <a:pt x="157610" y="1"/>
                </a:lnTo>
                <a:close/>
              </a:path>
            </a:pathLst>
          </a:cu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1" name="Google Shape;81;p16"/>
          <p:cNvSpPr txBox="1"/>
          <p:nvPr>
            <p:ph type="title"/>
          </p:nvPr>
        </p:nvSpPr>
        <p:spPr>
          <a:xfrm>
            <a:off x="646500" y="1092800"/>
            <a:ext cx="7665300" cy="2055300"/>
          </a:xfrm>
          <a:prstGeom prst="rect">
            <a:avLst/>
          </a:prstGeom>
        </p:spPr>
        <p:txBody>
          <a:bodyPr anchorCtr="0" anchor="t" bIns="91425" lIns="0" spcFirstLastPara="1" rIns="91425" wrap="square" tIns="0">
            <a:noAutofit/>
          </a:bodyPr>
          <a:lstStyle>
            <a:lvl1pPr lvl="0">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82" name="Google Shape;82;p16"/>
          <p:cNvSpPr txBox="1"/>
          <p:nvPr>
            <p:ph idx="1" type="subTitle"/>
          </p:nvPr>
        </p:nvSpPr>
        <p:spPr>
          <a:xfrm>
            <a:off x="646500" y="642900"/>
            <a:ext cx="5994000" cy="361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pic>
        <p:nvPicPr>
          <p:cNvPr descr="A red amoeba-like shape" id="83" name="Google Shape;83;p16"/>
          <p:cNvPicPr preferRelativeResize="0"/>
          <p:nvPr/>
        </p:nvPicPr>
        <p:blipFill>
          <a:blip r:embed="rId2">
            <a:alphaModFix/>
          </a:blip>
          <a:stretch>
            <a:fillRect/>
          </a:stretch>
        </p:blipFill>
        <p:spPr>
          <a:xfrm>
            <a:off x="7822110" y="3868621"/>
            <a:ext cx="729001" cy="7490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p:cSld name="BLANK_1_1_1_1_1_1_2">
    <p:spTree>
      <p:nvGrpSpPr>
        <p:cNvPr id="84" name="Shape 84"/>
        <p:cNvGrpSpPr/>
        <p:nvPr/>
      </p:nvGrpSpPr>
      <p:grpSpPr>
        <a:xfrm>
          <a:off x="0" y="0"/>
          <a:ext cx="0" cy="0"/>
          <a:chOff x="0" y="0"/>
          <a:chExt cx="0" cy="0"/>
        </a:xfrm>
      </p:grpSpPr>
      <p:sp>
        <p:nvSpPr>
          <p:cNvPr id="85" name="Google Shape;85;p17"/>
          <p:cNvSpPr/>
          <p:nvPr/>
        </p:nvSpPr>
        <p:spPr>
          <a:xfrm>
            <a:off x="284700" y="286200"/>
            <a:ext cx="1348200" cy="4397400"/>
          </a:xfrm>
          <a:prstGeom prst="roundRect">
            <a:avLst>
              <a:gd fmla="val 50000" name="adj"/>
            </a:avLst>
          </a:prstGeom>
          <a:gradFill>
            <a:gsLst>
              <a:gs pos="0">
                <a:schemeClr val="dk1"/>
              </a:gs>
              <a:gs pos="60000">
                <a:schemeClr val="accent6"/>
              </a:gs>
              <a:gs pos="100000">
                <a:schemeClr val="accent4"/>
              </a:gs>
            </a:gsLst>
            <a:path path="circle">
              <a:fillToRect b="50%" l="50%" r="50%" t="50%"/>
            </a:path>
            <a:tileRect/>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86" name="Google Shape;86;p17"/>
          <p:cNvSpPr/>
          <p:nvPr/>
        </p:nvSpPr>
        <p:spPr>
          <a:xfrm>
            <a:off x="1632700" y="286200"/>
            <a:ext cx="842400" cy="12648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87" name="Google Shape;87;p17"/>
          <p:cNvSpPr/>
          <p:nvPr/>
        </p:nvSpPr>
        <p:spPr>
          <a:xfrm>
            <a:off x="1632700" y="1551100"/>
            <a:ext cx="842400" cy="849000"/>
          </a:xfrm>
          <a:prstGeom prst="flowChartConnector">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88" name="Google Shape;88;p17"/>
          <p:cNvSpPr/>
          <p:nvPr/>
        </p:nvSpPr>
        <p:spPr>
          <a:xfrm>
            <a:off x="1632703" y="2399874"/>
            <a:ext cx="842400" cy="22839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89" name="Google Shape;89;p17"/>
          <p:cNvSpPr/>
          <p:nvPr/>
        </p:nvSpPr>
        <p:spPr>
          <a:xfrm>
            <a:off x="2475100" y="286200"/>
            <a:ext cx="6384000" cy="4397400"/>
          </a:xfrm>
          <a:prstGeom prst="roundRect">
            <a:avLst>
              <a:gd fmla="val 12865" name="adj"/>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90" name="Google Shape;90;p17"/>
          <p:cNvSpPr txBox="1"/>
          <p:nvPr>
            <p:ph type="title"/>
          </p:nvPr>
        </p:nvSpPr>
        <p:spPr>
          <a:xfrm>
            <a:off x="2836900" y="1750850"/>
            <a:ext cx="5667300" cy="2559600"/>
          </a:xfrm>
          <a:prstGeom prst="rect">
            <a:avLst/>
          </a:prstGeom>
        </p:spPr>
        <p:txBody>
          <a:bodyPr anchorCtr="0" anchor="b" bIns="91425" lIns="91425" spcFirstLastPara="1" rIns="91425" wrap="square" tIns="91425">
            <a:no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defRPr>
            </a:lvl2pPr>
            <a:lvl3pPr lvl="2">
              <a:spcBef>
                <a:spcPts val="0"/>
              </a:spcBef>
              <a:spcAft>
                <a:spcPts val="0"/>
              </a:spcAft>
              <a:buNone/>
              <a:defRPr sz="2400">
                <a:solidFill>
                  <a:schemeClr val="lt2"/>
                </a:solidFill>
              </a:defRPr>
            </a:lvl3pPr>
            <a:lvl4pPr lvl="3">
              <a:spcBef>
                <a:spcPts val="0"/>
              </a:spcBef>
              <a:spcAft>
                <a:spcPts val="0"/>
              </a:spcAft>
              <a:buNone/>
              <a:defRPr sz="2400">
                <a:solidFill>
                  <a:schemeClr val="lt2"/>
                </a:solidFill>
              </a:defRPr>
            </a:lvl4pPr>
            <a:lvl5pPr lvl="4">
              <a:spcBef>
                <a:spcPts val="0"/>
              </a:spcBef>
              <a:spcAft>
                <a:spcPts val="0"/>
              </a:spcAft>
              <a:buNone/>
              <a:defRPr sz="2400">
                <a:solidFill>
                  <a:schemeClr val="lt2"/>
                </a:solidFill>
              </a:defRPr>
            </a:lvl5pPr>
            <a:lvl6pPr lvl="5">
              <a:spcBef>
                <a:spcPts val="0"/>
              </a:spcBef>
              <a:spcAft>
                <a:spcPts val="0"/>
              </a:spcAft>
              <a:buNone/>
              <a:defRPr sz="2400">
                <a:solidFill>
                  <a:schemeClr val="lt2"/>
                </a:solidFill>
              </a:defRPr>
            </a:lvl6pPr>
            <a:lvl7pPr lvl="6">
              <a:spcBef>
                <a:spcPts val="0"/>
              </a:spcBef>
              <a:spcAft>
                <a:spcPts val="0"/>
              </a:spcAft>
              <a:buNone/>
              <a:defRPr sz="2400">
                <a:solidFill>
                  <a:schemeClr val="lt2"/>
                </a:solidFill>
              </a:defRPr>
            </a:lvl7pPr>
            <a:lvl8pPr lvl="7">
              <a:spcBef>
                <a:spcPts val="0"/>
              </a:spcBef>
              <a:spcAft>
                <a:spcPts val="0"/>
              </a:spcAft>
              <a:buNone/>
              <a:defRPr sz="2400">
                <a:solidFill>
                  <a:schemeClr val="lt2"/>
                </a:solidFill>
              </a:defRPr>
            </a:lvl8pPr>
            <a:lvl9pPr lvl="8">
              <a:spcBef>
                <a:spcPts val="0"/>
              </a:spcBef>
              <a:spcAft>
                <a:spcPts val="0"/>
              </a:spcAft>
              <a:buNone/>
              <a:defRPr sz="2400">
                <a:solidFill>
                  <a:schemeClr val="lt2"/>
                </a:solidFill>
              </a:defRPr>
            </a:lvl9pPr>
          </a:lstStyle>
          <a:p/>
        </p:txBody>
      </p:sp>
      <p:sp>
        <p:nvSpPr>
          <p:cNvPr id="91" name="Google Shape;91;p17"/>
          <p:cNvSpPr txBox="1"/>
          <p:nvPr>
            <p:ph idx="1" type="subTitle"/>
          </p:nvPr>
        </p:nvSpPr>
        <p:spPr>
          <a:xfrm>
            <a:off x="2836900" y="648000"/>
            <a:ext cx="5667300" cy="2805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1pPr>
            <a:lvl2pPr lvl="1">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2pPr>
            <a:lvl3pPr lvl="2">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3pPr>
            <a:lvl4pPr lvl="3">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4pPr>
            <a:lvl5pPr lvl="4">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5pPr>
            <a:lvl6pPr lvl="5">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6pPr>
            <a:lvl7pPr lvl="6">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7pPr>
            <a:lvl8pPr lvl="7">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8pPr>
            <a:lvl9pPr lvl="8">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9pPr>
          </a:lstStyle>
          <a:p/>
        </p:txBody>
      </p:sp>
      <p:pic>
        <p:nvPicPr>
          <p:cNvPr descr="A blue egg shape" id="92" name="Google Shape;92;p17"/>
          <p:cNvPicPr preferRelativeResize="0"/>
          <p:nvPr/>
        </p:nvPicPr>
        <p:blipFill>
          <a:blip r:embed="rId2">
            <a:alphaModFix/>
          </a:blip>
          <a:stretch>
            <a:fillRect/>
          </a:stretch>
        </p:blipFill>
        <p:spPr>
          <a:xfrm rot="-696769">
            <a:off x="765154" y="2134845"/>
            <a:ext cx="387293" cy="673552"/>
          </a:xfrm>
          <a:prstGeom prst="rect">
            <a:avLst/>
          </a:prstGeom>
          <a:noFill/>
          <a:ln>
            <a:noFill/>
          </a:ln>
        </p:spPr>
      </p:pic>
      <p:pic>
        <p:nvPicPr>
          <p:cNvPr descr="A plastic raindrop" id="93" name="Google Shape;93;p17"/>
          <p:cNvPicPr preferRelativeResize="0"/>
          <p:nvPr/>
        </p:nvPicPr>
        <p:blipFill rotWithShape="1">
          <a:blip r:embed="rId3">
            <a:alphaModFix/>
          </a:blip>
          <a:srcRect b="-241" l="-13728" r="-13741" t="-251"/>
          <a:stretch/>
        </p:blipFill>
        <p:spPr>
          <a:xfrm>
            <a:off x="701325" y="3396379"/>
            <a:ext cx="514950" cy="741368"/>
          </a:xfrm>
          <a:prstGeom prst="rect">
            <a:avLst/>
          </a:prstGeom>
          <a:noFill/>
          <a:ln>
            <a:noFill/>
          </a:ln>
        </p:spPr>
      </p:pic>
      <p:pic>
        <p:nvPicPr>
          <p:cNvPr descr="A lightning shape" id="94" name="Google Shape;94;p17"/>
          <p:cNvPicPr preferRelativeResize="0"/>
          <p:nvPr/>
        </p:nvPicPr>
        <p:blipFill>
          <a:blip r:embed="rId4">
            <a:alphaModFix/>
          </a:blip>
          <a:stretch>
            <a:fillRect/>
          </a:stretch>
        </p:blipFill>
        <p:spPr>
          <a:xfrm>
            <a:off x="667900" y="792500"/>
            <a:ext cx="545426" cy="82415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2_2">
    <p:bg>
      <p:bgPr>
        <a:gradFill>
          <a:gsLst>
            <a:gs pos="0">
              <a:schemeClr val="dk1"/>
            </a:gs>
            <a:gs pos="50000">
              <a:schemeClr val="dk1"/>
            </a:gs>
            <a:gs pos="100000">
              <a:schemeClr val="accent1"/>
            </a:gs>
          </a:gsLst>
          <a:lin ang="2698631" scaled="0"/>
        </a:gradFill>
      </p:bgPr>
    </p:bg>
    <p:spTree>
      <p:nvGrpSpPr>
        <p:cNvPr id="95" name="Shape 95"/>
        <p:cNvGrpSpPr/>
        <p:nvPr/>
      </p:nvGrpSpPr>
      <p:grpSpPr>
        <a:xfrm>
          <a:off x="0" y="0"/>
          <a:ext cx="0" cy="0"/>
          <a:chOff x="0" y="0"/>
          <a:chExt cx="0" cy="0"/>
        </a:xfrm>
      </p:grpSpPr>
      <p:sp>
        <p:nvSpPr>
          <p:cNvPr id="96" name="Google Shape;96;p18"/>
          <p:cNvSpPr txBox="1"/>
          <p:nvPr>
            <p:ph type="title"/>
          </p:nvPr>
        </p:nvSpPr>
        <p:spPr>
          <a:xfrm>
            <a:off x="4665500" y="1626950"/>
            <a:ext cx="3838800" cy="2378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None/>
              <a:defRPr sz="2400">
                <a:solidFill>
                  <a:schemeClr val="lt2"/>
                </a:solidFill>
              </a:defRPr>
            </a:lvl1pPr>
            <a:lvl2pPr lvl="1">
              <a:spcBef>
                <a:spcPts val="0"/>
              </a:spcBef>
              <a:spcAft>
                <a:spcPts val="0"/>
              </a:spcAft>
              <a:buNone/>
              <a:defRPr sz="2400">
                <a:solidFill>
                  <a:schemeClr val="lt2"/>
                </a:solidFill>
              </a:defRPr>
            </a:lvl2pPr>
            <a:lvl3pPr lvl="2">
              <a:spcBef>
                <a:spcPts val="0"/>
              </a:spcBef>
              <a:spcAft>
                <a:spcPts val="0"/>
              </a:spcAft>
              <a:buNone/>
              <a:defRPr sz="2400">
                <a:solidFill>
                  <a:schemeClr val="lt2"/>
                </a:solidFill>
              </a:defRPr>
            </a:lvl3pPr>
            <a:lvl4pPr lvl="3">
              <a:spcBef>
                <a:spcPts val="0"/>
              </a:spcBef>
              <a:spcAft>
                <a:spcPts val="0"/>
              </a:spcAft>
              <a:buNone/>
              <a:defRPr sz="2400">
                <a:solidFill>
                  <a:schemeClr val="lt2"/>
                </a:solidFill>
              </a:defRPr>
            </a:lvl4pPr>
            <a:lvl5pPr lvl="4">
              <a:spcBef>
                <a:spcPts val="0"/>
              </a:spcBef>
              <a:spcAft>
                <a:spcPts val="0"/>
              </a:spcAft>
              <a:buNone/>
              <a:defRPr sz="2400">
                <a:solidFill>
                  <a:schemeClr val="lt2"/>
                </a:solidFill>
              </a:defRPr>
            </a:lvl5pPr>
            <a:lvl6pPr lvl="5">
              <a:spcBef>
                <a:spcPts val="0"/>
              </a:spcBef>
              <a:spcAft>
                <a:spcPts val="0"/>
              </a:spcAft>
              <a:buNone/>
              <a:defRPr sz="2400">
                <a:solidFill>
                  <a:schemeClr val="lt2"/>
                </a:solidFill>
              </a:defRPr>
            </a:lvl6pPr>
            <a:lvl7pPr lvl="6">
              <a:spcBef>
                <a:spcPts val="0"/>
              </a:spcBef>
              <a:spcAft>
                <a:spcPts val="0"/>
              </a:spcAft>
              <a:buNone/>
              <a:defRPr sz="2400">
                <a:solidFill>
                  <a:schemeClr val="lt2"/>
                </a:solidFill>
              </a:defRPr>
            </a:lvl7pPr>
            <a:lvl8pPr lvl="7">
              <a:spcBef>
                <a:spcPts val="0"/>
              </a:spcBef>
              <a:spcAft>
                <a:spcPts val="0"/>
              </a:spcAft>
              <a:buNone/>
              <a:defRPr sz="2400">
                <a:solidFill>
                  <a:schemeClr val="lt2"/>
                </a:solidFill>
              </a:defRPr>
            </a:lvl8pPr>
            <a:lvl9pPr lvl="8">
              <a:spcBef>
                <a:spcPts val="0"/>
              </a:spcBef>
              <a:spcAft>
                <a:spcPts val="0"/>
              </a:spcAft>
              <a:buNone/>
              <a:defRPr sz="2400">
                <a:solidFill>
                  <a:schemeClr val="lt2"/>
                </a:solidFill>
              </a:defRPr>
            </a:lvl9pPr>
          </a:lstStyle>
          <a:p/>
        </p:txBody>
      </p:sp>
      <p:sp>
        <p:nvSpPr>
          <p:cNvPr id="97" name="Google Shape;97;p18"/>
          <p:cNvSpPr/>
          <p:nvPr>
            <p:ph idx="2" type="pic"/>
          </p:nvPr>
        </p:nvSpPr>
        <p:spPr>
          <a:xfrm>
            <a:off x="284825" y="285750"/>
            <a:ext cx="4025400" cy="4571400"/>
          </a:xfrm>
          <a:prstGeom prst="roundRect">
            <a:avLst>
              <a:gd fmla="val 5439" name="adj"/>
            </a:avLst>
          </a:prstGeom>
          <a:noFill/>
          <a:ln>
            <a:noFill/>
          </a:ln>
        </p:spPr>
      </p:sp>
      <p:sp>
        <p:nvSpPr>
          <p:cNvPr id="98" name="Google Shape;98;p18"/>
          <p:cNvSpPr/>
          <p:nvPr/>
        </p:nvSpPr>
        <p:spPr>
          <a:xfrm>
            <a:off x="4665500" y="4423825"/>
            <a:ext cx="2190300" cy="433800"/>
          </a:xfrm>
          <a:prstGeom prst="roundRect">
            <a:avLst>
              <a:gd fmla="val 25651"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99" name="Google Shape;99;p18"/>
          <p:cNvSpPr txBox="1"/>
          <p:nvPr>
            <p:ph idx="1" type="subTitle"/>
          </p:nvPr>
        </p:nvSpPr>
        <p:spPr>
          <a:xfrm>
            <a:off x="4672275" y="4525375"/>
            <a:ext cx="2190300" cy="230700"/>
          </a:xfrm>
          <a:prstGeom prst="rect">
            <a:avLst/>
          </a:prstGeom>
        </p:spPr>
        <p:txBody>
          <a:bodyPr anchorCtr="0" anchor="ctr" bIns="91425" lIns="182875" spcFirstLastPara="1" rIns="91425" wrap="square" tIns="91425">
            <a:noAutofit/>
          </a:bodyPr>
          <a:lstStyle>
            <a:lvl1pPr lvl="0">
              <a:lnSpc>
                <a:spcPct val="85000"/>
              </a:lnSpc>
              <a:spcBef>
                <a:spcPts val="0"/>
              </a:spcBef>
              <a:spcAft>
                <a:spcPts val="0"/>
              </a:spcAft>
              <a:buNone/>
              <a:defRPr i="1" sz="1200">
                <a:latin typeface="Inter"/>
                <a:ea typeface="Inter"/>
                <a:cs typeface="Inter"/>
                <a:sym typeface="Inter"/>
              </a:defRPr>
            </a:lvl1pPr>
            <a:lvl2pPr lvl="1">
              <a:spcBef>
                <a:spcPts val="0"/>
              </a:spcBef>
              <a:spcAft>
                <a:spcPts val="0"/>
              </a:spcAft>
              <a:buClr>
                <a:schemeClr val="lt1"/>
              </a:buClr>
              <a:buSzPts val="1400"/>
              <a:buFont typeface="Inter"/>
              <a:buNone/>
              <a:defRPr i="1">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i="1">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i="1">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i="1">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i="1">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i="1">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i="1">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i="1">
                <a:solidFill>
                  <a:schemeClr val="lt1"/>
                </a:solidFill>
                <a:latin typeface="Inter"/>
                <a:ea typeface="Inter"/>
                <a:cs typeface="Inter"/>
                <a:sym typeface="Inter"/>
              </a:defRPr>
            </a:lvl9pPr>
          </a:lstStyle>
          <a:p/>
        </p:txBody>
      </p:sp>
      <p:pic>
        <p:nvPicPr>
          <p:cNvPr descr="A purple banana" id="100" name="Google Shape;100;p18"/>
          <p:cNvPicPr preferRelativeResize="0"/>
          <p:nvPr/>
        </p:nvPicPr>
        <p:blipFill>
          <a:blip r:embed="rId2">
            <a:alphaModFix/>
          </a:blip>
          <a:stretch>
            <a:fillRect/>
          </a:stretch>
        </p:blipFill>
        <p:spPr>
          <a:xfrm rot="-9290492">
            <a:off x="4494502" y="404207"/>
            <a:ext cx="529797" cy="708188"/>
          </a:xfrm>
          <a:prstGeom prst="rect">
            <a:avLst/>
          </a:prstGeom>
          <a:noFill/>
          <a:ln>
            <a:noFill/>
          </a:ln>
        </p:spPr>
      </p:pic>
      <p:pic>
        <p:nvPicPr>
          <p:cNvPr descr="A purple banana" id="101" name="Google Shape;101;p18"/>
          <p:cNvPicPr preferRelativeResize="0"/>
          <p:nvPr/>
        </p:nvPicPr>
        <p:blipFill>
          <a:blip r:embed="rId2">
            <a:alphaModFix/>
          </a:blip>
          <a:stretch>
            <a:fillRect/>
          </a:stretch>
        </p:blipFill>
        <p:spPr>
          <a:xfrm rot="-9290492">
            <a:off x="4909752" y="404207"/>
            <a:ext cx="529797" cy="70818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6">
  <p:cSld name="BLANK_1_1_1_1_1_1_2_2_1_1_1_1">
    <p:bg>
      <p:bgPr>
        <a:gradFill>
          <a:gsLst>
            <a:gs pos="0">
              <a:schemeClr val="dk1"/>
            </a:gs>
            <a:gs pos="73000">
              <a:schemeClr val="dk1"/>
            </a:gs>
            <a:gs pos="100000">
              <a:schemeClr val="accent4"/>
            </a:gs>
          </a:gsLst>
          <a:lin ang="8099331" scaled="0"/>
        </a:gradFill>
      </p:bgPr>
    </p:bg>
    <p:spTree>
      <p:nvGrpSpPr>
        <p:cNvPr id="102" name="Shape 102"/>
        <p:cNvGrpSpPr/>
        <p:nvPr/>
      </p:nvGrpSpPr>
      <p:grpSpPr>
        <a:xfrm>
          <a:off x="0" y="0"/>
          <a:ext cx="0" cy="0"/>
          <a:chOff x="0" y="0"/>
          <a:chExt cx="0" cy="0"/>
        </a:xfrm>
      </p:grpSpPr>
      <p:sp>
        <p:nvSpPr>
          <p:cNvPr id="103" name="Google Shape;103;p19"/>
          <p:cNvSpPr txBox="1"/>
          <p:nvPr>
            <p:ph type="title"/>
          </p:nvPr>
        </p:nvSpPr>
        <p:spPr>
          <a:xfrm>
            <a:off x="1500900" y="286200"/>
            <a:ext cx="7358400" cy="1913100"/>
          </a:xfrm>
          <a:prstGeom prst="rect">
            <a:avLst/>
          </a:prstGeom>
        </p:spPr>
        <p:txBody>
          <a:bodyPr anchorCtr="0" anchor="t" bIns="91425" lIns="91425" spcFirstLastPara="1" rIns="91425" wrap="square" tIns="91425">
            <a:noAutofit/>
          </a:bodyPr>
          <a:lstStyle>
            <a:lvl1pPr lvl="0">
              <a:spcBef>
                <a:spcPts val="0"/>
              </a:spcBef>
              <a:spcAft>
                <a:spcPts val="0"/>
              </a:spcAft>
              <a:buNone/>
              <a:defRPr sz="2800">
                <a:solidFill>
                  <a:schemeClr val="lt2"/>
                </a:solidFill>
              </a:defRPr>
            </a:lvl1pPr>
            <a:lvl2pPr lvl="1">
              <a:spcBef>
                <a:spcPts val="0"/>
              </a:spcBef>
              <a:spcAft>
                <a:spcPts val="0"/>
              </a:spcAft>
              <a:buNone/>
              <a:defRPr sz="2800">
                <a:solidFill>
                  <a:schemeClr val="lt2"/>
                </a:solidFill>
              </a:defRPr>
            </a:lvl2pPr>
            <a:lvl3pPr lvl="2">
              <a:spcBef>
                <a:spcPts val="0"/>
              </a:spcBef>
              <a:spcAft>
                <a:spcPts val="0"/>
              </a:spcAft>
              <a:buNone/>
              <a:defRPr sz="2800">
                <a:solidFill>
                  <a:schemeClr val="lt2"/>
                </a:solidFill>
              </a:defRPr>
            </a:lvl3pPr>
            <a:lvl4pPr lvl="3">
              <a:spcBef>
                <a:spcPts val="0"/>
              </a:spcBef>
              <a:spcAft>
                <a:spcPts val="0"/>
              </a:spcAft>
              <a:buNone/>
              <a:defRPr sz="2800">
                <a:solidFill>
                  <a:schemeClr val="lt2"/>
                </a:solidFill>
              </a:defRPr>
            </a:lvl4pPr>
            <a:lvl5pPr lvl="4">
              <a:spcBef>
                <a:spcPts val="0"/>
              </a:spcBef>
              <a:spcAft>
                <a:spcPts val="0"/>
              </a:spcAft>
              <a:buNone/>
              <a:defRPr sz="2800">
                <a:solidFill>
                  <a:schemeClr val="lt2"/>
                </a:solidFill>
              </a:defRPr>
            </a:lvl5pPr>
            <a:lvl6pPr lvl="5">
              <a:spcBef>
                <a:spcPts val="0"/>
              </a:spcBef>
              <a:spcAft>
                <a:spcPts val="0"/>
              </a:spcAft>
              <a:buNone/>
              <a:defRPr sz="2800">
                <a:solidFill>
                  <a:schemeClr val="lt2"/>
                </a:solidFill>
              </a:defRPr>
            </a:lvl6pPr>
            <a:lvl7pPr lvl="6">
              <a:spcBef>
                <a:spcPts val="0"/>
              </a:spcBef>
              <a:spcAft>
                <a:spcPts val="0"/>
              </a:spcAft>
              <a:buNone/>
              <a:defRPr sz="2800">
                <a:solidFill>
                  <a:schemeClr val="lt2"/>
                </a:solidFill>
              </a:defRPr>
            </a:lvl7pPr>
            <a:lvl8pPr lvl="7">
              <a:spcBef>
                <a:spcPts val="0"/>
              </a:spcBef>
              <a:spcAft>
                <a:spcPts val="0"/>
              </a:spcAft>
              <a:buNone/>
              <a:defRPr sz="2800">
                <a:solidFill>
                  <a:schemeClr val="lt2"/>
                </a:solidFill>
              </a:defRPr>
            </a:lvl8pPr>
            <a:lvl9pPr lvl="8">
              <a:spcBef>
                <a:spcPts val="0"/>
              </a:spcBef>
              <a:spcAft>
                <a:spcPts val="0"/>
              </a:spcAft>
              <a:buNone/>
              <a:defRPr sz="2800">
                <a:solidFill>
                  <a:schemeClr val="lt2"/>
                </a:solidFill>
              </a:defRPr>
            </a:lvl9pPr>
          </a:lstStyle>
          <a:p/>
        </p:txBody>
      </p:sp>
      <p:pic>
        <p:nvPicPr>
          <p:cNvPr descr="A blue amoeba shape" id="104" name="Google Shape;104;p19"/>
          <p:cNvPicPr preferRelativeResize="0"/>
          <p:nvPr/>
        </p:nvPicPr>
        <p:blipFill>
          <a:blip r:embed="rId2">
            <a:alphaModFix/>
          </a:blip>
          <a:stretch>
            <a:fillRect/>
          </a:stretch>
        </p:blipFill>
        <p:spPr>
          <a:xfrm>
            <a:off x="319125" y="307052"/>
            <a:ext cx="377224" cy="337023"/>
          </a:xfrm>
          <a:prstGeom prst="rect">
            <a:avLst/>
          </a:prstGeom>
          <a:noFill/>
          <a:ln>
            <a:noFill/>
          </a:ln>
        </p:spPr>
      </p:pic>
      <p:pic>
        <p:nvPicPr>
          <p:cNvPr descr="A turquoise amoeba shape" id="105" name="Google Shape;105;p19"/>
          <p:cNvPicPr preferRelativeResize="0"/>
          <p:nvPr/>
        </p:nvPicPr>
        <p:blipFill rotWithShape="1">
          <a:blip r:embed="rId3">
            <a:alphaModFix/>
          </a:blip>
          <a:srcRect b="0" l="-1461" r="0" t="0"/>
          <a:stretch/>
        </p:blipFill>
        <p:spPr>
          <a:xfrm flipH="1">
            <a:off x="344750" y="2024375"/>
            <a:ext cx="377224" cy="332176"/>
          </a:xfrm>
          <a:prstGeom prst="rect">
            <a:avLst/>
          </a:prstGeom>
          <a:noFill/>
          <a:ln>
            <a:noFill/>
          </a:ln>
        </p:spPr>
      </p:pic>
      <p:pic>
        <p:nvPicPr>
          <p:cNvPr descr="A pink amoeba shape" id="106" name="Google Shape;106;p19"/>
          <p:cNvPicPr preferRelativeResize="0"/>
          <p:nvPr/>
        </p:nvPicPr>
        <p:blipFill rotWithShape="1">
          <a:blip r:embed="rId4">
            <a:alphaModFix/>
          </a:blip>
          <a:srcRect b="39" l="0" r="0" t="29"/>
          <a:stretch/>
        </p:blipFill>
        <p:spPr>
          <a:xfrm>
            <a:off x="341638" y="1177024"/>
            <a:ext cx="332176" cy="31440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7">
  <p:cSld name="CUSTOM">
    <p:bg>
      <p:bgPr>
        <a:gradFill>
          <a:gsLst>
            <a:gs pos="0">
              <a:schemeClr val="dk1"/>
            </a:gs>
            <a:gs pos="50000">
              <a:schemeClr val="dk1"/>
            </a:gs>
            <a:gs pos="100000">
              <a:schemeClr val="accent4"/>
            </a:gs>
          </a:gsLst>
          <a:lin ang="8099331" scaled="0"/>
        </a:gradFill>
      </p:bgPr>
    </p:bg>
    <p:spTree>
      <p:nvGrpSpPr>
        <p:cNvPr id="107" name="Shape 107"/>
        <p:cNvGrpSpPr/>
        <p:nvPr/>
      </p:nvGrpSpPr>
      <p:grpSpPr>
        <a:xfrm>
          <a:off x="0" y="0"/>
          <a:ext cx="0" cy="0"/>
          <a:chOff x="0" y="0"/>
          <a:chExt cx="0" cy="0"/>
        </a:xfrm>
      </p:grpSpPr>
      <p:sp>
        <p:nvSpPr>
          <p:cNvPr id="108" name="Google Shape;108;p20"/>
          <p:cNvSpPr/>
          <p:nvPr/>
        </p:nvSpPr>
        <p:spPr>
          <a:xfrm rot="5400000">
            <a:off x="2246400" y="2615175"/>
            <a:ext cx="280800" cy="4204200"/>
          </a:xfrm>
          <a:prstGeom prst="roundRect">
            <a:avLst>
              <a:gd fmla="val 50000" name="adj"/>
            </a:avLst>
          </a:prstGeom>
          <a:gradFill>
            <a:gsLst>
              <a:gs pos="0">
                <a:schemeClr val="dk1"/>
              </a:gs>
              <a:gs pos="50000">
                <a:schemeClr val="dk1"/>
              </a:gs>
              <a:gs pos="100000">
                <a:schemeClr val="dk2"/>
              </a:gs>
            </a:gsLst>
            <a:lin ang="2698631" scaled="0"/>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09" name="Google Shape;109;p20"/>
          <p:cNvSpPr/>
          <p:nvPr/>
        </p:nvSpPr>
        <p:spPr>
          <a:xfrm rot="5400000">
            <a:off x="6512650" y="2836875"/>
            <a:ext cx="280800" cy="3760800"/>
          </a:xfrm>
          <a:prstGeom prst="roundRect">
            <a:avLst>
              <a:gd fmla="val 50000" name="adj"/>
            </a:avLst>
          </a:prstGeom>
          <a:gradFill>
            <a:gsLst>
              <a:gs pos="0">
                <a:schemeClr val="dk1"/>
              </a:gs>
              <a:gs pos="50000">
                <a:schemeClr val="dk1"/>
              </a:gs>
              <a:gs pos="100000">
                <a:schemeClr val="accent4"/>
              </a:gs>
            </a:gsLst>
            <a:lin ang="8100019" scaled="0"/>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10" name="Google Shape;110;p20"/>
          <p:cNvSpPr/>
          <p:nvPr/>
        </p:nvSpPr>
        <p:spPr>
          <a:xfrm>
            <a:off x="4488900" y="4576875"/>
            <a:ext cx="280800" cy="28080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descr="A polygonal shape" id="111" name="Google Shape;111;p20"/>
          <p:cNvSpPr/>
          <p:nvPr/>
        </p:nvSpPr>
        <p:spPr>
          <a:xfrm>
            <a:off x="8535412" y="4576875"/>
            <a:ext cx="324000" cy="280800"/>
          </a:xfrm>
          <a:prstGeom prst="hexagon">
            <a:avLst>
              <a:gd fmla="val 30206" name="adj"/>
              <a:gd fmla="val 115470" name="vf"/>
            </a:avLst>
          </a:prstGeom>
          <a:solidFill>
            <a:schemeClr val="accent4"/>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txBox="1"/>
          <p:nvPr>
            <p:ph type="title"/>
          </p:nvPr>
        </p:nvSpPr>
        <p:spPr>
          <a:xfrm>
            <a:off x="284700" y="286200"/>
            <a:ext cx="4191300" cy="1120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sz="5000">
                <a:solidFill>
                  <a:schemeClr val="lt2"/>
                </a:solidFill>
              </a:defRPr>
            </a:lvl1pPr>
            <a:lvl2pPr lvl="1">
              <a:lnSpc>
                <a:spcPct val="80000"/>
              </a:lnSpc>
              <a:spcBef>
                <a:spcPts val="0"/>
              </a:spcBef>
              <a:spcAft>
                <a:spcPts val="0"/>
              </a:spcAft>
              <a:buNone/>
              <a:defRPr sz="5000">
                <a:solidFill>
                  <a:schemeClr val="lt2"/>
                </a:solidFill>
              </a:defRPr>
            </a:lvl2pPr>
            <a:lvl3pPr lvl="2">
              <a:lnSpc>
                <a:spcPct val="80000"/>
              </a:lnSpc>
              <a:spcBef>
                <a:spcPts val="0"/>
              </a:spcBef>
              <a:spcAft>
                <a:spcPts val="0"/>
              </a:spcAft>
              <a:buNone/>
              <a:defRPr sz="5000">
                <a:solidFill>
                  <a:schemeClr val="lt2"/>
                </a:solidFill>
              </a:defRPr>
            </a:lvl3pPr>
            <a:lvl4pPr lvl="3">
              <a:lnSpc>
                <a:spcPct val="80000"/>
              </a:lnSpc>
              <a:spcBef>
                <a:spcPts val="0"/>
              </a:spcBef>
              <a:spcAft>
                <a:spcPts val="0"/>
              </a:spcAft>
              <a:buNone/>
              <a:defRPr sz="5000">
                <a:solidFill>
                  <a:schemeClr val="lt2"/>
                </a:solidFill>
              </a:defRPr>
            </a:lvl4pPr>
            <a:lvl5pPr lvl="4">
              <a:lnSpc>
                <a:spcPct val="80000"/>
              </a:lnSpc>
              <a:spcBef>
                <a:spcPts val="0"/>
              </a:spcBef>
              <a:spcAft>
                <a:spcPts val="0"/>
              </a:spcAft>
              <a:buNone/>
              <a:defRPr sz="5000">
                <a:solidFill>
                  <a:schemeClr val="lt2"/>
                </a:solidFill>
              </a:defRPr>
            </a:lvl5pPr>
            <a:lvl6pPr lvl="5">
              <a:lnSpc>
                <a:spcPct val="80000"/>
              </a:lnSpc>
              <a:spcBef>
                <a:spcPts val="0"/>
              </a:spcBef>
              <a:spcAft>
                <a:spcPts val="0"/>
              </a:spcAft>
              <a:buNone/>
              <a:defRPr sz="5000">
                <a:solidFill>
                  <a:schemeClr val="lt2"/>
                </a:solidFill>
              </a:defRPr>
            </a:lvl6pPr>
            <a:lvl7pPr lvl="6">
              <a:lnSpc>
                <a:spcPct val="80000"/>
              </a:lnSpc>
              <a:spcBef>
                <a:spcPts val="0"/>
              </a:spcBef>
              <a:spcAft>
                <a:spcPts val="0"/>
              </a:spcAft>
              <a:buNone/>
              <a:defRPr sz="5000">
                <a:solidFill>
                  <a:schemeClr val="lt2"/>
                </a:solidFill>
              </a:defRPr>
            </a:lvl7pPr>
            <a:lvl8pPr lvl="7">
              <a:lnSpc>
                <a:spcPct val="80000"/>
              </a:lnSpc>
              <a:spcBef>
                <a:spcPts val="0"/>
              </a:spcBef>
              <a:spcAft>
                <a:spcPts val="0"/>
              </a:spcAft>
              <a:buNone/>
              <a:defRPr sz="5000">
                <a:solidFill>
                  <a:schemeClr val="lt2"/>
                </a:solidFill>
              </a:defRPr>
            </a:lvl8pPr>
            <a:lvl9pPr lvl="8">
              <a:lnSpc>
                <a:spcPct val="80000"/>
              </a:lnSpc>
              <a:spcBef>
                <a:spcPts val="0"/>
              </a:spcBef>
              <a:spcAft>
                <a:spcPts val="0"/>
              </a:spcAft>
              <a:buNone/>
              <a:defRPr sz="5000">
                <a:solidFill>
                  <a:schemeClr val="lt2"/>
                </a:solidFill>
              </a:defRPr>
            </a:lvl9pPr>
          </a:lstStyle>
          <a:p/>
        </p:txBody>
      </p:sp>
      <p:pic>
        <p:nvPicPr>
          <p:cNvPr descr="A pink ball" id="113" name="Google Shape;113;p20"/>
          <p:cNvPicPr preferRelativeResize="0"/>
          <p:nvPr/>
        </p:nvPicPr>
        <p:blipFill rotWithShape="1">
          <a:blip r:embed="rId2">
            <a:alphaModFix/>
          </a:blip>
          <a:srcRect b="1653" l="0" r="0" t="1653"/>
          <a:stretch/>
        </p:blipFill>
        <p:spPr>
          <a:xfrm>
            <a:off x="288200" y="4579850"/>
            <a:ext cx="274800" cy="274800"/>
          </a:xfrm>
          <a:prstGeom prst="ellipse">
            <a:avLst/>
          </a:prstGeom>
          <a:noFill/>
          <a:ln>
            <a:noFill/>
          </a:ln>
        </p:spPr>
      </p:pic>
      <p:pic>
        <p:nvPicPr>
          <p:cNvPr descr="A purple ball" id="114" name="Google Shape;114;p20"/>
          <p:cNvPicPr preferRelativeResize="0"/>
          <p:nvPr/>
        </p:nvPicPr>
        <p:blipFill>
          <a:blip r:embed="rId3">
            <a:alphaModFix/>
          </a:blip>
          <a:stretch>
            <a:fillRect/>
          </a:stretch>
        </p:blipFill>
        <p:spPr>
          <a:xfrm>
            <a:off x="3760738" y="4579855"/>
            <a:ext cx="271200" cy="274840"/>
          </a:xfrm>
          <a:prstGeom prst="rect">
            <a:avLst/>
          </a:prstGeom>
          <a:noFill/>
          <a:ln>
            <a:noFill/>
          </a:ln>
        </p:spPr>
      </p:pic>
      <p:sp>
        <p:nvSpPr>
          <p:cNvPr id="115" name="Google Shape;115;p20"/>
          <p:cNvSpPr txBox="1"/>
          <p:nvPr>
            <p:ph idx="1" type="body"/>
          </p:nvPr>
        </p:nvSpPr>
        <p:spPr>
          <a:xfrm>
            <a:off x="4665500" y="286200"/>
            <a:ext cx="4191300" cy="857700"/>
          </a:xfrm>
          <a:prstGeom prst="rect">
            <a:avLst/>
          </a:prstGeom>
        </p:spPr>
        <p:txBody>
          <a:bodyPr anchorCtr="0" anchor="t" bIns="0" lIns="274300" spcFirstLastPara="1" rIns="274300"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8">
  <p:cSld name="CUSTOM_1">
    <p:bg>
      <p:bgPr>
        <a:gradFill>
          <a:gsLst>
            <a:gs pos="0">
              <a:schemeClr val="dk1"/>
            </a:gs>
            <a:gs pos="70000">
              <a:schemeClr val="dk1"/>
            </a:gs>
            <a:gs pos="100000">
              <a:schemeClr val="accent1"/>
            </a:gs>
          </a:gsLst>
          <a:lin ang="8099331" scaled="0"/>
        </a:gradFill>
      </p:bgPr>
    </p:bg>
    <p:spTree>
      <p:nvGrpSpPr>
        <p:cNvPr id="116" name="Shape 116"/>
        <p:cNvGrpSpPr/>
        <p:nvPr/>
      </p:nvGrpSpPr>
      <p:grpSpPr>
        <a:xfrm>
          <a:off x="0" y="0"/>
          <a:ext cx="0" cy="0"/>
          <a:chOff x="0" y="0"/>
          <a:chExt cx="0" cy="0"/>
        </a:xfrm>
      </p:grpSpPr>
      <p:pic>
        <p:nvPicPr>
          <p:cNvPr descr="A blue amoeba shape" id="117" name="Google Shape;117;p21"/>
          <p:cNvPicPr preferRelativeResize="0"/>
          <p:nvPr/>
        </p:nvPicPr>
        <p:blipFill rotWithShape="1">
          <a:blip r:embed="rId2">
            <a:alphaModFix/>
          </a:blip>
          <a:srcRect b="79" l="0" r="0" t="89"/>
          <a:stretch/>
        </p:blipFill>
        <p:spPr>
          <a:xfrm>
            <a:off x="7051650" y="1654225"/>
            <a:ext cx="1832297" cy="1742150"/>
          </a:xfrm>
          <a:prstGeom prst="rect">
            <a:avLst/>
          </a:prstGeom>
          <a:noFill/>
          <a:ln>
            <a:noFill/>
          </a:ln>
        </p:spPr>
      </p:pic>
      <p:pic>
        <p:nvPicPr>
          <p:cNvPr descr="A red amoeba shape" id="118" name="Google Shape;118;p21"/>
          <p:cNvPicPr preferRelativeResize="0"/>
          <p:nvPr/>
        </p:nvPicPr>
        <p:blipFill rotWithShape="1">
          <a:blip r:embed="rId3">
            <a:alphaModFix/>
          </a:blip>
          <a:srcRect b="0" l="0" r="0" t="40684"/>
          <a:stretch/>
        </p:blipFill>
        <p:spPr>
          <a:xfrm>
            <a:off x="7020650" y="-3268"/>
            <a:ext cx="1695500" cy="1033349"/>
          </a:xfrm>
          <a:prstGeom prst="rect">
            <a:avLst/>
          </a:prstGeom>
          <a:noFill/>
          <a:ln>
            <a:noFill/>
          </a:ln>
        </p:spPr>
      </p:pic>
      <p:cxnSp>
        <p:nvCxnSpPr>
          <p:cNvPr id="119" name="Google Shape;119;p21"/>
          <p:cNvCxnSpPr/>
          <p:nvPr/>
        </p:nvCxnSpPr>
        <p:spPr>
          <a:xfrm>
            <a:off x="279500" y="4246900"/>
            <a:ext cx="6390300" cy="0"/>
          </a:xfrm>
          <a:prstGeom prst="straightConnector1">
            <a:avLst/>
          </a:prstGeom>
          <a:noFill/>
          <a:ln cap="flat" cmpd="sng" w="9525">
            <a:solidFill>
              <a:schemeClr val="lt2"/>
            </a:solidFill>
            <a:prstDash val="solid"/>
            <a:round/>
            <a:headEnd len="med" w="med" type="none"/>
            <a:tailEnd len="med" w="med" type="none"/>
          </a:ln>
        </p:spPr>
      </p:cxnSp>
      <p:cxnSp>
        <p:nvCxnSpPr>
          <p:cNvPr id="120" name="Google Shape;120;p21"/>
          <p:cNvCxnSpPr/>
          <p:nvPr/>
        </p:nvCxnSpPr>
        <p:spPr>
          <a:xfrm>
            <a:off x="279500" y="286200"/>
            <a:ext cx="6390300" cy="0"/>
          </a:xfrm>
          <a:prstGeom prst="straightConnector1">
            <a:avLst/>
          </a:prstGeom>
          <a:noFill/>
          <a:ln cap="flat" cmpd="sng" w="9525">
            <a:solidFill>
              <a:schemeClr val="lt2"/>
            </a:solidFill>
            <a:prstDash val="solid"/>
            <a:round/>
            <a:headEnd len="med" w="med" type="none"/>
            <a:tailEnd len="med" w="med" type="none"/>
          </a:ln>
        </p:spPr>
      </p:cxnSp>
      <p:sp>
        <p:nvSpPr>
          <p:cNvPr id="121" name="Google Shape;121;p21"/>
          <p:cNvSpPr txBox="1"/>
          <p:nvPr>
            <p:ph type="title"/>
          </p:nvPr>
        </p:nvSpPr>
        <p:spPr>
          <a:xfrm>
            <a:off x="284700" y="591000"/>
            <a:ext cx="6390300" cy="1340700"/>
          </a:xfrm>
          <a:prstGeom prst="rect">
            <a:avLst/>
          </a:prstGeom>
        </p:spPr>
        <p:txBody>
          <a:bodyPr anchorCtr="0" anchor="t" bIns="91425" lIns="91425" spcFirstLastPara="1" rIns="91425" wrap="square" tIns="91425">
            <a:noAutofit/>
          </a:bodyPr>
          <a:lstStyle>
            <a:lvl1pPr lvl="0">
              <a:spcBef>
                <a:spcPts val="0"/>
              </a:spcBef>
              <a:spcAft>
                <a:spcPts val="0"/>
              </a:spcAft>
              <a:buNone/>
              <a:defRPr sz="3400">
                <a:solidFill>
                  <a:schemeClr val="lt2"/>
                </a:solidFill>
              </a:defRPr>
            </a:lvl1pPr>
            <a:lvl2pPr lvl="1">
              <a:spcBef>
                <a:spcPts val="0"/>
              </a:spcBef>
              <a:spcAft>
                <a:spcPts val="0"/>
              </a:spcAft>
              <a:buNone/>
              <a:defRPr sz="3400">
                <a:solidFill>
                  <a:schemeClr val="lt2"/>
                </a:solidFill>
              </a:defRPr>
            </a:lvl2pPr>
            <a:lvl3pPr lvl="2">
              <a:spcBef>
                <a:spcPts val="0"/>
              </a:spcBef>
              <a:spcAft>
                <a:spcPts val="0"/>
              </a:spcAft>
              <a:buNone/>
              <a:defRPr sz="3400">
                <a:solidFill>
                  <a:schemeClr val="lt2"/>
                </a:solidFill>
              </a:defRPr>
            </a:lvl3pPr>
            <a:lvl4pPr lvl="3">
              <a:spcBef>
                <a:spcPts val="0"/>
              </a:spcBef>
              <a:spcAft>
                <a:spcPts val="0"/>
              </a:spcAft>
              <a:buNone/>
              <a:defRPr sz="3400">
                <a:solidFill>
                  <a:schemeClr val="lt2"/>
                </a:solidFill>
              </a:defRPr>
            </a:lvl4pPr>
            <a:lvl5pPr lvl="4">
              <a:spcBef>
                <a:spcPts val="0"/>
              </a:spcBef>
              <a:spcAft>
                <a:spcPts val="0"/>
              </a:spcAft>
              <a:buNone/>
              <a:defRPr sz="3400">
                <a:solidFill>
                  <a:schemeClr val="lt2"/>
                </a:solidFill>
              </a:defRPr>
            </a:lvl5pPr>
            <a:lvl6pPr lvl="5">
              <a:spcBef>
                <a:spcPts val="0"/>
              </a:spcBef>
              <a:spcAft>
                <a:spcPts val="0"/>
              </a:spcAft>
              <a:buNone/>
              <a:defRPr sz="3400">
                <a:solidFill>
                  <a:schemeClr val="lt2"/>
                </a:solidFill>
              </a:defRPr>
            </a:lvl6pPr>
            <a:lvl7pPr lvl="6">
              <a:spcBef>
                <a:spcPts val="0"/>
              </a:spcBef>
              <a:spcAft>
                <a:spcPts val="0"/>
              </a:spcAft>
              <a:buNone/>
              <a:defRPr sz="3400">
                <a:solidFill>
                  <a:schemeClr val="lt2"/>
                </a:solidFill>
              </a:defRPr>
            </a:lvl7pPr>
            <a:lvl8pPr lvl="7">
              <a:spcBef>
                <a:spcPts val="0"/>
              </a:spcBef>
              <a:spcAft>
                <a:spcPts val="0"/>
              </a:spcAft>
              <a:buNone/>
              <a:defRPr sz="3400">
                <a:solidFill>
                  <a:schemeClr val="lt2"/>
                </a:solidFill>
              </a:defRPr>
            </a:lvl8pPr>
            <a:lvl9pPr lvl="8">
              <a:spcBef>
                <a:spcPts val="0"/>
              </a:spcBef>
              <a:spcAft>
                <a:spcPts val="0"/>
              </a:spcAft>
              <a:buNone/>
              <a:defRPr sz="3400">
                <a:solidFill>
                  <a:schemeClr val="lt2"/>
                </a:solidFill>
              </a:defRPr>
            </a:lvl9pPr>
          </a:lstStyle>
          <a:p/>
        </p:txBody>
      </p:sp>
      <p:sp>
        <p:nvSpPr>
          <p:cNvPr id="122" name="Google Shape;122;p21"/>
          <p:cNvSpPr txBox="1"/>
          <p:nvPr>
            <p:ph idx="1" type="subTitle"/>
          </p:nvPr>
        </p:nvSpPr>
        <p:spPr>
          <a:xfrm>
            <a:off x="284700" y="4404749"/>
            <a:ext cx="45177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1400"/>
              <a:buFont typeface="Inter"/>
              <a:buNone/>
              <a:defRPr>
                <a:latin typeface="Inter"/>
                <a:ea typeface="Inter"/>
                <a:cs typeface="Inter"/>
                <a:sym typeface="Inter"/>
              </a:defRPr>
            </a:lvl1pPr>
            <a:lvl2pPr lvl="1">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pic>
        <p:nvPicPr>
          <p:cNvPr descr="A gray amoeba shape" id="123" name="Google Shape;123;p21"/>
          <p:cNvPicPr preferRelativeResize="0"/>
          <p:nvPr/>
        </p:nvPicPr>
        <p:blipFill rotWithShape="1">
          <a:blip r:embed="rId4">
            <a:alphaModFix/>
          </a:blip>
          <a:srcRect b="48535" l="0" r="0" t="0"/>
          <a:stretch/>
        </p:blipFill>
        <p:spPr>
          <a:xfrm>
            <a:off x="7020650" y="4250167"/>
            <a:ext cx="1695500" cy="8966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9">
  <p:cSld name="CUSTOM_2">
    <p:bg>
      <p:bgPr>
        <a:gradFill>
          <a:gsLst>
            <a:gs pos="0">
              <a:schemeClr val="dk1"/>
            </a:gs>
            <a:gs pos="50000">
              <a:schemeClr val="dk1"/>
            </a:gs>
            <a:gs pos="100000">
              <a:schemeClr val="accent1"/>
            </a:gs>
          </a:gsLst>
          <a:lin ang="8099331" scaled="0"/>
        </a:gradFill>
      </p:bgPr>
    </p:bg>
    <p:spTree>
      <p:nvGrpSpPr>
        <p:cNvPr id="124" name="Shape 124"/>
        <p:cNvGrpSpPr/>
        <p:nvPr/>
      </p:nvGrpSpPr>
      <p:grpSpPr>
        <a:xfrm>
          <a:off x="0" y="0"/>
          <a:ext cx="0" cy="0"/>
          <a:chOff x="0" y="0"/>
          <a:chExt cx="0" cy="0"/>
        </a:xfrm>
      </p:grpSpPr>
      <p:sp>
        <p:nvSpPr>
          <p:cNvPr id="125" name="Google Shape;125;p22"/>
          <p:cNvSpPr/>
          <p:nvPr/>
        </p:nvSpPr>
        <p:spPr>
          <a:xfrm flipH="1" rot="10800000">
            <a:off x="284700" y="286200"/>
            <a:ext cx="8574600" cy="4571100"/>
          </a:xfrm>
          <a:prstGeom prst="roundRect">
            <a:avLst>
              <a:gd fmla="val 5116" name="adj"/>
            </a:avLst>
          </a:prstGeom>
          <a:gradFill>
            <a:gsLst>
              <a:gs pos="0">
                <a:schemeClr val="dk1"/>
              </a:gs>
              <a:gs pos="50000">
                <a:schemeClr val="dk1"/>
              </a:gs>
              <a:gs pos="100000">
                <a:schemeClr val="accent4"/>
              </a:gs>
            </a:gsLst>
            <a:lin ang="8100019" scaled="0"/>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26" name="Google Shape;126;p22"/>
          <p:cNvSpPr txBox="1"/>
          <p:nvPr>
            <p:ph type="title"/>
          </p:nvPr>
        </p:nvSpPr>
        <p:spPr>
          <a:xfrm>
            <a:off x="665700" y="591000"/>
            <a:ext cx="6009300" cy="1340700"/>
          </a:xfrm>
          <a:prstGeom prst="rect">
            <a:avLst/>
          </a:prstGeom>
        </p:spPr>
        <p:txBody>
          <a:bodyPr anchorCtr="0" anchor="t" bIns="91425" lIns="91425" spcFirstLastPara="1" rIns="91425" wrap="square" tIns="91425">
            <a:noAutofit/>
          </a:bodyPr>
          <a:lstStyle>
            <a:lvl1pPr lvl="0">
              <a:spcBef>
                <a:spcPts val="0"/>
              </a:spcBef>
              <a:spcAft>
                <a:spcPts val="0"/>
              </a:spcAft>
              <a:buNone/>
              <a:defRPr sz="3800">
                <a:solidFill>
                  <a:schemeClr val="lt2"/>
                </a:solidFill>
              </a:defRPr>
            </a:lvl1pPr>
            <a:lvl2pPr lvl="1">
              <a:spcBef>
                <a:spcPts val="0"/>
              </a:spcBef>
              <a:spcAft>
                <a:spcPts val="0"/>
              </a:spcAft>
              <a:buNone/>
              <a:defRPr sz="3800">
                <a:solidFill>
                  <a:schemeClr val="lt2"/>
                </a:solidFill>
              </a:defRPr>
            </a:lvl2pPr>
            <a:lvl3pPr lvl="2">
              <a:spcBef>
                <a:spcPts val="0"/>
              </a:spcBef>
              <a:spcAft>
                <a:spcPts val="0"/>
              </a:spcAft>
              <a:buNone/>
              <a:defRPr sz="3800">
                <a:solidFill>
                  <a:schemeClr val="lt2"/>
                </a:solidFill>
              </a:defRPr>
            </a:lvl3pPr>
            <a:lvl4pPr lvl="3">
              <a:spcBef>
                <a:spcPts val="0"/>
              </a:spcBef>
              <a:spcAft>
                <a:spcPts val="0"/>
              </a:spcAft>
              <a:buNone/>
              <a:defRPr sz="3800">
                <a:solidFill>
                  <a:schemeClr val="lt2"/>
                </a:solidFill>
              </a:defRPr>
            </a:lvl4pPr>
            <a:lvl5pPr lvl="4">
              <a:spcBef>
                <a:spcPts val="0"/>
              </a:spcBef>
              <a:spcAft>
                <a:spcPts val="0"/>
              </a:spcAft>
              <a:buNone/>
              <a:defRPr sz="3800">
                <a:solidFill>
                  <a:schemeClr val="lt2"/>
                </a:solidFill>
              </a:defRPr>
            </a:lvl5pPr>
            <a:lvl6pPr lvl="5">
              <a:spcBef>
                <a:spcPts val="0"/>
              </a:spcBef>
              <a:spcAft>
                <a:spcPts val="0"/>
              </a:spcAft>
              <a:buNone/>
              <a:defRPr sz="3800">
                <a:solidFill>
                  <a:schemeClr val="lt2"/>
                </a:solidFill>
              </a:defRPr>
            </a:lvl6pPr>
            <a:lvl7pPr lvl="6">
              <a:spcBef>
                <a:spcPts val="0"/>
              </a:spcBef>
              <a:spcAft>
                <a:spcPts val="0"/>
              </a:spcAft>
              <a:buNone/>
              <a:defRPr sz="3800">
                <a:solidFill>
                  <a:schemeClr val="lt2"/>
                </a:solidFill>
              </a:defRPr>
            </a:lvl7pPr>
            <a:lvl8pPr lvl="7">
              <a:spcBef>
                <a:spcPts val="0"/>
              </a:spcBef>
              <a:spcAft>
                <a:spcPts val="0"/>
              </a:spcAft>
              <a:buNone/>
              <a:defRPr sz="3800">
                <a:solidFill>
                  <a:schemeClr val="lt2"/>
                </a:solidFill>
              </a:defRPr>
            </a:lvl8pPr>
            <a:lvl9pPr lvl="8">
              <a:spcBef>
                <a:spcPts val="0"/>
              </a:spcBef>
              <a:spcAft>
                <a:spcPts val="0"/>
              </a:spcAft>
              <a:buNone/>
              <a:defRPr sz="3800">
                <a:solidFill>
                  <a:schemeClr val="lt2"/>
                </a:solidFill>
              </a:defRPr>
            </a:lvl9pPr>
          </a:lstStyle>
          <a:p/>
        </p:txBody>
      </p:sp>
      <p:pic>
        <p:nvPicPr>
          <p:cNvPr descr="A blue starfish shape" id="127" name="Google Shape;127;p22"/>
          <p:cNvPicPr preferRelativeResize="0"/>
          <p:nvPr/>
        </p:nvPicPr>
        <p:blipFill rotWithShape="1">
          <a:blip r:embed="rId2">
            <a:alphaModFix/>
          </a:blip>
          <a:srcRect b="49" l="0" r="36507" t="28704"/>
          <a:stretch/>
        </p:blipFill>
        <p:spPr>
          <a:xfrm>
            <a:off x="7510550" y="1"/>
            <a:ext cx="1633449" cy="1840901"/>
          </a:xfrm>
          <a:prstGeom prst="rect">
            <a:avLst/>
          </a:prstGeom>
          <a:noFill/>
          <a:ln>
            <a:noFill/>
          </a:ln>
        </p:spPr>
      </p:pic>
      <p:pic>
        <p:nvPicPr>
          <p:cNvPr descr="A purple triangle" id="128" name="Google Shape;128;p22"/>
          <p:cNvPicPr preferRelativeResize="0"/>
          <p:nvPr/>
        </p:nvPicPr>
        <p:blipFill rotWithShape="1">
          <a:blip r:embed="rId3">
            <a:alphaModFix/>
          </a:blip>
          <a:srcRect b="0" l="28114" r="0" t="0"/>
          <a:stretch/>
        </p:blipFill>
        <p:spPr>
          <a:xfrm>
            <a:off x="-14884" y="3068750"/>
            <a:ext cx="1059049" cy="145425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4 Steps">
  <p:cSld name="BLANK_1_1_1_1_1_1_2_1">
    <p:bg>
      <p:bgPr>
        <a:gradFill>
          <a:gsLst>
            <a:gs pos="0">
              <a:schemeClr val="dk1"/>
            </a:gs>
            <a:gs pos="50000">
              <a:schemeClr val="dk1"/>
            </a:gs>
            <a:gs pos="100000">
              <a:schemeClr val="dk2"/>
            </a:gs>
          </a:gsLst>
          <a:lin ang="2698631" scaled="0"/>
        </a:gradFill>
      </p:bgPr>
    </p:bg>
    <p:spTree>
      <p:nvGrpSpPr>
        <p:cNvPr id="129" name="Shape 129"/>
        <p:cNvGrpSpPr/>
        <p:nvPr/>
      </p:nvGrpSpPr>
      <p:grpSpPr>
        <a:xfrm>
          <a:off x="0" y="0"/>
          <a:ext cx="0" cy="0"/>
          <a:chOff x="0" y="0"/>
          <a:chExt cx="0" cy="0"/>
        </a:xfrm>
      </p:grpSpPr>
      <p:sp>
        <p:nvSpPr>
          <p:cNvPr id="130" name="Google Shape;130;p23"/>
          <p:cNvSpPr txBox="1"/>
          <p:nvPr>
            <p:ph idx="1" type="subTitle"/>
          </p:nvPr>
        </p:nvSpPr>
        <p:spPr>
          <a:xfrm>
            <a:off x="278075" y="2237650"/>
            <a:ext cx="737100" cy="690000"/>
          </a:xfrm>
          <a:prstGeom prst="rect">
            <a:avLst/>
          </a:prstGeom>
        </p:spPr>
        <p:txBody>
          <a:bodyPr anchorCtr="0" anchor="t" bIns="118850" lIns="118850" spcFirstLastPara="1" rIns="91425" wrap="square" tIns="91425">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p:txBody>
      </p:sp>
      <p:sp>
        <p:nvSpPr>
          <p:cNvPr id="131" name="Google Shape;131;p23"/>
          <p:cNvSpPr txBox="1"/>
          <p:nvPr>
            <p:ph idx="2" type="subTitle"/>
          </p:nvPr>
        </p:nvSpPr>
        <p:spPr>
          <a:xfrm>
            <a:off x="2421138" y="2237650"/>
            <a:ext cx="737100" cy="690000"/>
          </a:xfrm>
          <a:prstGeom prst="rect">
            <a:avLst/>
          </a:prstGeom>
        </p:spPr>
        <p:txBody>
          <a:bodyPr anchorCtr="0" anchor="t" bIns="118850" lIns="118850" spcFirstLastPara="1" rIns="91425" wrap="square" tIns="91425">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p:txBody>
      </p:sp>
      <p:sp>
        <p:nvSpPr>
          <p:cNvPr id="132" name="Google Shape;132;p23"/>
          <p:cNvSpPr txBox="1"/>
          <p:nvPr>
            <p:ph idx="3" type="subTitle"/>
          </p:nvPr>
        </p:nvSpPr>
        <p:spPr>
          <a:xfrm>
            <a:off x="4564188" y="2237650"/>
            <a:ext cx="737100" cy="690000"/>
          </a:xfrm>
          <a:prstGeom prst="rect">
            <a:avLst/>
          </a:prstGeom>
        </p:spPr>
        <p:txBody>
          <a:bodyPr anchorCtr="0" anchor="t" bIns="118850" lIns="118850" spcFirstLastPara="1" rIns="91425" wrap="square" tIns="91425">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p:txBody>
      </p:sp>
      <p:sp>
        <p:nvSpPr>
          <p:cNvPr id="133" name="Google Shape;133;p23"/>
          <p:cNvSpPr txBox="1"/>
          <p:nvPr>
            <p:ph idx="4" type="subTitle"/>
          </p:nvPr>
        </p:nvSpPr>
        <p:spPr>
          <a:xfrm>
            <a:off x="6707238" y="2237650"/>
            <a:ext cx="737100" cy="690000"/>
          </a:xfrm>
          <a:prstGeom prst="rect">
            <a:avLst/>
          </a:prstGeom>
        </p:spPr>
        <p:txBody>
          <a:bodyPr anchorCtr="0" anchor="t" bIns="118850" lIns="118850" spcFirstLastPara="1" rIns="91425" wrap="square" tIns="91425">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p:txBody>
      </p:sp>
      <p:sp>
        <p:nvSpPr>
          <p:cNvPr id="134" name="Google Shape;134;p23"/>
          <p:cNvSpPr txBox="1"/>
          <p:nvPr>
            <p:ph idx="5" type="body"/>
          </p:nvPr>
        </p:nvSpPr>
        <p:spPr>
          <a:xfrm>
            <a:off x="284525" y="2927650"/>
            <a:ext cx="2142900" cy="1886100"/>
          </a:xfrm>
          <a:prstGeom prst="rect">
            <a:avLst/>
          </a:prstGeom>
        </p:spPr>
        <p:txBody>
          <a:bodyPr anchorCtr="0" anchor="t" bIns="0" lIns="182875" spcFirstLastPara="1" rIns="18287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35" name="Google Shape;135;p23"/>
          <p:cNvSpPr txBox="1"/>
          <p:nvPr>
            <p:ph idx="6" type="body"/>
          </p:nvPr>
        </p:nvSpPr>
        <p:spPr>
          <a:xfrm>
            <a:off x="4570825" y="2927650"/>
            <a:ext cx="2142900" cy="1886100"/>
          </a:xfrm>
          <a:prstGeom prst="rect">
            <a:avLst/>
          </a:prstGeom>
        </p:spPr>
        <p:txBody>
          <a:bodyPr anchorCtr="0" anchor="t" bIns="0" lIns="182875" spcFirstLastPara="1" rIns="18287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36" name="Google Shape;136;p23"/>
          <p:cNvSpPr txBox="1"/>
          <p:nvPr>
            <p:ph idx="7" type="body"/>
          </p:nvPr>
        </p:nvSpPr>
        <p:spPr>
          <a:xfrm>
            <a:off x="6713975" y="2927650"/>
            <a:ext cx="2142900" cy="1886100"/>
          </a:xfrm>
          <a:prstGeom prst="rect">
            <a:avLst/>
          </a:prstGeom>
        </p:spPr>
        <p:txBody>
          <a:bodyPr anchorCtr="0" anchor="t" bIns="0" lIns="182875" spcFirstLastPara="1" rIns="18287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37" name="Google Shape;137;p23"/>
          <p:cNvSpPr txBox="1"/>
          <p:nvPr>
            <p:ph idx="8" type="body"/>
          </p:nvPr>
        </p:nvSpPr>
        <p:spPr>
          <a:xfrm>
            <a:off x="2427675" y="2927650"/>
            <a:ext cx="2142900" cy="1886100"/>
          </a:xfrm>
          <a:prstGeom prst="rect">
            <a:avLst/>
          </a:prstGeom>
        </p:spPr>
        <p:txBody>
          <a:bodyPr anchorCtr="0" anchor="t" bIns="0" lIns="182875" spcFirstLastPara="1" rIns="182875" wrap="square" tIns="182875">
            <a:spAutoFit/>
          </a:bodyPr>
          <a:lstStyle>
            <a:lvl1pPr indent="-292100" lvl="0" marL="457200">
              <a:spcBef>
                <a:spcPts val="0"/>
              </a:spcBef>
              <a:spcAft>
                <a:spcPts val="0"/>
              </a:spcAft>
              <a:buClr>
                <a:schemeClr val="lt1"/>
              </a:buClr>
              <a:buSzPts val="1000"/>
              <a:buChar char="●"/>
              <a:defRPr sz="1000"/>
            </a:lvl1pPr>
            <a:lvl2pPr indent="-292100" lvl="1" marL="914400">
              <a:spcBef>
                <a:spcPts val="0"/>
              </a:spcBef>
              <a:spcAft>
                <a:spcPts val="0"/>
              </a:spcAft>
              <a:buClr>
                <a:schemeClr val="lt1"/>
              </a:buClr>
              <a:buSzPts val="1000"/>
              <a:buChar char="○"/>
              <a:defRPr sz="1000"/>
            </a:lvl2pPr>
            <a:lvl3pPr indent="-292100" lvl="2" marL="1371600">
              <a:spcBef>
                <a:spcPts val="0"/>
              </a:spcBef>
              <a:spcAft>
                <a:spcPts val="0"/>
              </a:spcAft>
              <a:buClr>
                <a:schemeClr val="lt1"/>
              </a:buClr>
              <a:buSzPts val="1000"/>
              <a:buChar char="■"/>
              <a:defRPr sz="1000"/>
            </a:lvl3pPr>
            <a:lvl4pPr indent="-292100" lvl="3" marL="1828800">
              <a:spcBef>
                <a:spcPts val="0"/>
              </a:spcBef>
              <a:spcAft>
                <a:spcPts val="0"/>
              </a:spcAft>
              <a:buClr>
                <a:schemeClr val="lt1"/>
              </a:buClr>
              <a:buSzPts val="1000"/>
              <a:buChar char="●"/>
              <a:defRPr sz="1000"/>
            </a:lvl4pPr>
            <a:lvl5pPr indent="-292100" lvl="4" marL="2286000">
              <a:spcBef>
                <a:spcPts val="0"/>
              </a:spcBef>
              <a:spcAft>
                <a:spcPts val="0"/>
              </a:spcAft>
              <a:buClr>
                <a:schemeClr val="lt1"/>
              </a:buClr>
              <a:buSzPts val="1000"/>
              <a:buChar char="○"/>
              <a:defRPr sz="1000"/>
            </a:lvl5pPr>
            <a:lvl6pPr indent="-292100" lvl="5" marL="2743200">
              <a:spcBef>
                <a:spcPts val="0"/>
              </a:spcBef>
              <a:spcAft>
                <a:spcPts val="0"/>
              </a:spcAft>
              <a:buClr>
                <a:schemeClr val="lt1"/>
              </a:buClr>
              <a:buSzPts val="1000"/>
              <a:buChar char="■"/>
              <a:defRPr sz="1000"/>
            </a:lvl6pPr>
            <a:lvl7pPr indent="-292100" lvl="6" marL="3200400">
              <a:spcBef>
                <a:spcPts val="0"/>
              </a:spcBef>
              <a:spcAft>
                <a:spcPts val="0"/>
              </a:spcAft>
              <a:buClr>
                <a:schemeClr val="lt1"/>
              </a:buClr>
              <a:buSzPts val="1000"/>
              <a:buChar char="●"/>
              <a:defRPr sz="1000"/>
            </a:lvl7pPr>
            <a:lvl8pPr indent="-292100" lvl="7" marL="3657600">
              <a:spcBef>
                <a:spcPts val="0"/>
              </a:spcBef>
              <a:spcAft>
                <a:spcPts val="0"/>
              </a:spcAft>
              <a:buClr>
                <a:schemeClr val="lt1"/>
              </a:buClr>
              <a:buSzPts val="1000"/>
              <a:buChar char="○"/>
              <a:defRPr sz="1000"/>
            </a:lvl8pPr>
            <a:lvl9pPr indent="-292100" lvl="8" marL="4114800">
              <a:spcBef>
                <a:spcPts val="0"/>
              </a:spcBef>
              <a:spcAft>
                <a:spcPts val="0"/>
              </a:spcAft>
              <a:buClr>
                <a:schemeClr val="lt1"/>
              </a:buClr>
              <a:buSzPts val="1000"/>
              <a:buChar char="■"/>
              <a:defRPr sz="1000"/>
            </a:lvl9pPr>
          </a:lstStyle>
          <a:p/>
        </p:txBody>
      </p:sp>
      <p:sp>
        <p:nvSpPr>
          <p:cNvPr id="138" name="Google Shape;138;p23"/>
          <p:cNvSpPr txBox="1"/>
          <p:nvPr>
            <p:ph type="title"/>
          </p:nvPr>
        </p:nvSpPr>
        <p:spPr>
          <a:xfrm>
            <a:off x="284525" y="186900"/>
            <a:ext cx="3925800" cy="11406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pic>
        <p:nvPicPr>
          <p:cNvPr descr="A gray amoeba shape" id="139" name="Google Shape;139;p23"/>
          <p:cNvPicPr preferRelativeResize="0"/>
          <p:nvPr/>
        </p:nvPicPr>
        <p:blipFill>
          <a:blip r:embed="rId2">
            <a:alphaModFix/>
          </a:blip>
          <a:stretch>
            <a:fillRect/>
          </a:stretch>
        </p:blipFill>
        <p:spPr>
          <a:xfrm>
            <a:off x="8124108" y="1813924"/>
            <a:ext cx="971676" cy="99842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s">
  <p:cSld name="BLANK_1_1_1_1_1_1_1_1_1_1_1_1">
    <p:bg>
      <p:bgPr>
        <a:gradFill>
          <a:gsLst>
            <a:gs pos="0">
              <a:schemeClr val="dk1"/>
            </a:gs>
            <a:gs pos="50000">
              <a:schemeClr val="dk1"/>
            </a:gs>
            <a:gs pos="100000">
              <a:schemeClr val="accent4"/>
            </a:gs>
          </a:gsLst>
          <a:lin ang="8099331" scaled="0"/>
        </a:gradFill>
      </p:bgPr>
    </p:bg>
    <p:spTree>
      <p:nvGrpSpPr>
        <p:cNvPr id="140" name="Shape 140"/>
        <p:cNvGrpSpPr/>
        <p:nvPr/>
      </p:nvGrpSpPr>
      <p:grpSpPr>
        <a:xfrm>
          <a:off x="0" y="0"/>
          <a:ext cx="0" cy="0"/>
          <a:chOff x="0" y="0"/>
          <a:chExt cx="0" cy="0"/>
        </a:xfrm>
      </p:grpSpPr>
      <p:sp>
        <p:nvSpPr>
          <p:cNvPr id="141" name="Google Shape;141;p24"/>
          <p:cNvSpPr/>
          <p:nvPr/>
        </p:nvSpPr>
        <p:spPr>
          <a:xfrm>
            <a:off x="284700" y="286200"/>
            <a:ext cx="4029600" cy="4571400"/>
          </a:xfrm>
          <a:prstGeom prst="roundRect">
            <a:avLst>
              <a:gd fmla="val 9099"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pic>
        <p:nvPicPr>
          <p:cNvPr descr="A blue square" id="142" name="Google Shape;142;p24"/>
          <p:cNvPicPr preferRelativeResize="0"/>
          <p:nvPr/>
        </p:nvPicPr>
        <p:blipFill rotWithShape="1">
          <a:blip r:embed="rId2">
            <a:alphaModFix/>
          </a:blip>
          <a:srcRect b="-12048" l="26923" r="-15052" t="-12036"/>
          <a:stretch/>
        </p:blipFill>
        <p:spPr>
          <a:xfrm>
            <a:off x="291750" y="3494275"/>
            <a:ext cx="516850" cy="737175"/>
          </a:xfrm>
          <a:prstGeom prst="rect">
            <a:avLst/>
          </a:prstGeom>
          <a:noFill/>
          <a:ln>
            <a:noFill/>
          </a:ln>
        </p:spPr>
      </p:pic>
      <p:sp>
        <p:nvSpPr>
          <p:cNvPr id="143" name="Google Shape;143;p24"/>
          <p:cNvSpPr txBox="1"/>
          <p:nvPr>
            <p:ph idx="1" type="body"/>
          </p:nvPr>
        </p:nvSpPr>
        <p:spPr>
          <a:xfrm>
            <a:off x="4618950" y="1797750"/>
            <a:ext cx="2073300" cy="18804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44" name="Google Shape;144;p24"/>
          <p:cNvSpPr txBox="1"/>
          <p:nvPr>
            <p:ph type="title"/>
          </p:nvPr>
        </p:nvSpPr>
        <p:spPr>
          <a:xfrm>
            <a:off x="4618950" y="198100"/>
            <a:ext cx="4240200" cy="1140600"/>
          </a:xfrm>
          <a:prstGeom prst="rect">
            <a:avLst/>
          </a:prstGeom>
        </p:spPr>
        <p:txBody>
          <a:bodyPr anchorCtr="0" anchor="t" bIns="91425" lIns="0" spcFirstLastPara="1" rIns="91425" wrap="square" tIns="91425">
            <a:no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145" name="Google Shape;145;p24"/>
          <p:cNvSpPr txBox="1"/>
          <p:nvPr>
            <p:ph idx="2" type="body"/>
          </p:nvPr>
        </p:nvSpPr>
        <p:spPr>
          <a:xfrm>
            <a:off x="6786000" y="1797750"/>
            <a:ext cx="2073300" cy="2127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800"/>
              </a:spcBef>
              <a:spcAft>
                <a:spcPts val="0"/>
              </a:spcAft>
              <a:buClr>
                <a:schemeClr val="lt1"/>
              </a:buClr>
              <a:buSzPts val="1000"/>
              <a:buFont typeface="Inter"/>
              <a:buChar char="○"/>
              <a:defRPr sz="1000"/>
            </a:lvl2pPr>
            <a:lvl3pPr indent="-292100" lvl="2" marL="1371600">
              <a:spcBef>
                <a:spcPts val="800"/>
              </a:spcBef>
              <a:spcAft>
                <a:spcPts val="0"/>
              </a:spcAft>
              <a:buClr>
                <a:schemeClr val="lt1"/>
              </a:buClr>
              <a:buSzPts val="1000"/>
              <a:buFont typeface="Inter"/>
              <a:buChar char="■"/>
              <a:defRPr sz="1000"/>
            </a:lvl3pPr>
            <a:lvl4pPr indent="-292100" lvl="3" marL="1828800">
              <a:spcBef>
                <a:spcPts val="800"/>
              </a:spcBef>
              <a:spcAft>
                <a:spcPts val="0"/>
              </a:spcAft>
              <a:buClr>
                <a:schemeClr val="lt1"/>
              </a:buClr>
              <a:buSzPts val="1000"/>
              <a:buFont typeface="Inter"/>
              <a:buChar char="●"/>
              <a:defRPr sz="1000"/>
            </a:lvl4pPr>
            <a:lvl5pPr indent="-292100" lvl="4" marL="2286000">
              <a:spcBef>
                <a:spcPts val="800"/>
              </a:spcBef>
              <a:spcAft>
                <a:spcPts val="0"/>
              </a:spcAft>
              <a:buClr>
                <a:schemeClr val="lt1"/>
              </a:buClr>
              <a:buSzPts val="1000"/>
              <a:buFont typeface="Inter"/>
              <a:buChar char="○"/>
              <a:defRPr sz="1000"/>
            </a:lvl5pPr>
            <a:lvl6pPr indent="-292100" lvl="5" marL="2743200">
              <a:spcBef>
                <a:spcPts val="800"/>
              </a:spcBef>
              <a:spcAft>
                <a:spcPts val="0"/>
              </a:spcAft>
              <a:buClr>
                <a:schemeClr val="lt1"/>
              </a:buClr>
              <a:buSzPts val="1000"/>
              <a:buFont typeface="Inter"/>
              <a:buChar char="■"/>
              <a:defRPr sz="1000"/>
            </a:lvl6pPr>
            <a:lvl7pPr indent="-292100" lvl="6" marL="3200400">
              <a:spcBef>
                <a:spcPts val="800"/>
              </a:spcBef>
              <a:spcAft>
                <a:spcPts val="0"/>
              </a:spcAft>
              <a:buClr>
                <a:schemeClr val="lt1"/>
              </a:buClr>
              <a:buSzPts val="1000"/>
              <a:buFont typeface="Inter"/>
              <a:buChar char="●"/>
              <a:defRPr sz="1000"/>
            </a:lvl7pPr>
            <a:lvl8pPr indent="-292100" lvl="7" marL="3657600">
              <a:spcBef>
                <a:spcPts val="800"/>
              </a:spcBef>
              <a:spcAft>
                <a:spcPts val="0"/>
              </a:spcAft>
              <a:buClr>
                <a:schemeClr val="lt1"/>
              </a:buClr>
              <a:buSzPts val="1000"/>
              <a:buFont typeface="Inter"/>
              <a:buChar char="○"/>
              <a:defRPr sz="1000"/>
            </a:lvl8pPr>
            <a:lvl9pPr indent="-292100" lvl="8" marL="4114800">
              <a:spcBef>
                <a:spcPts val="800"/>
              </a:spcBef>
              <a:spcAft>
                <a:spcPts val="800"/>
              </a:spcAft>
              <a:buClr>
                <a:schemeClr val="lt1"/>
              </a:buClr>
              <a:buSzPts val="1000"/>
              <a:buFont typeface="Inter"/>
              <a:buChar char="■"/>
              <a:defRPr sz="1000"/>
            </a:lvl9pPr>
          </a:lstStyle>
          <a:p/>
        </p:txBody>
      </p:sp>
      <p:pic>
        <p:nvPicPr>
          <p:cNvPr descr="A purple amoeba shape" id="146" name="Google Shape;146;p24"/>
          <p:cNvPicPr preferRelativeResize="0"/>
          <p:nvPr/>
        </p:nvPicPr>
        <p:blipFill>
          <a:blip r:embed="rId3">
            <a:alphaModFix/>
          </a:blip>
          <a:stretch>
            <a:fillRect/>
          </a:stretch>
        </p:blipFill>
        <p:spPr>
          <a:xfrm>
            <a:off x="1183026" y="1414850"/>
            <a:ext cx="2232949" cy="2313800"/>
          </a:xfrm>
          <a:prstGeom prst="rect">
            <a:avLst/>
          </a:prstGeom>
          <a:noFill/>
          <a:ln>
            <a:noFill/>
          </a:ln>
        </p:spPr>
      </p:pic>
      <p:pic>
        <p:nvPicPr>
          <p:cNvPr descr="A red ball" id="147" name="Google Shape;147;p24"/>
          <p:cNvPicPr preferRelativeResize="0"/>
          <p:nvPr/>
        </p:nvPicPr>
        <p:blipFill>
          <a:blip r:embed="rId4">
            <a:alphaModFix/>
          </a:blip>
          <a:stretch>
            <a:fillRect/>
          </a:stretch>
        </p:blipFill>
        <p:spPr>
          <a:xfrm>
            <a:off x="3332375" y="1158725"/>
            <a:ext cx="411375" cy="4254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2 points">
  <p:cSld name="BLANK_1_1_1_1_1_1_1_1_1_1_1_1_2">
    <p:spTree>
      <p:nvGrpSpPr>
        <p:cNvPr id="148" name="Shape 148"/>
        <p:cNvGrpSpPr/>
        <p:nvPr/>
      </p:nvGrpSpPr>
      <p:grpSpPr>
        <a:xfrm>
          <a:off x="0" y="0"/>
          <a:ext cx="0" cy="0"/>
          <a:chOff x="0" y="0"/>
          <a:chExt cx="0" cy="0"/>
        </a:xfrm>
      </p:grpSpPr>
      <p:sp>
        <p:nvSpPr>
          <p:cNvPr id="149" name="Google Shape;149;p25"/>
          <p:cNvSpPr txBox="1"/>
          <p:nvPr>
            <p:ph idx="1" type="subTitle"/>
          </p:nvPr>
        </p:nvSpPr>
        <p:spPr>
          <a:xfrm>
            <a:off x="2553150" y="3197375"/>
            <a:ext cx="1677900" cy="898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p:txBody>
      </p:sp>
      <p:sp>
        <p:nvSpPr>
          <p:cNvPr id="150" name="Google Shape;150;p25"/>
          <p:cNvSpPr txBox="1"/>
          <p:nvPr>
            <p:ph idx="2" type="subTitle"/>
          </p:nvPr>
        </p:nvSpPr>
        <p:spPr>
          <a:xfrm>
            <a:off x="6840450" y="3197375"/>
            <a:ext cx="1673700" cy="898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p:txBody>
      </p:sp>
      <p:sp>
        <p:nvSpPr>
          <p:cNvPr id="151" name="Google Shape;151;p25"/>
          <p:cNvSpPr txBox="1"/>
          <p:nvPr>
            <p:ph type="title"/>
          </p:nvPr>
        </p:nvSpPr>
        <p:spPr>
          <a:xfrm>
            <a:off x="284525" y="186900"/>
            <a:ext cx="3925800" cy="14763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152" name="Google Shape;152;p25"/>
          <p:cNvSpPr txBox="1"/>
          <p:nvPr>
            <p:ph idx="3" type="subTitle"/>
          </p:nvPr>
        </p:nvSpPr>
        <p:spPr>
          <a:xfrm>
            <a:off x="301750" y="905925"/>
            <a:ext cx="5643000" cy="6603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p:txBody>
      </p:sp>
      <p:sp>
        <p:nvSpPr>
          <p:cNvPr id="153" name="Google Shape;153;p25"/>
          <p:cNvSpPr txBox="1"/>
          <p:nvPr>
            <p:ph idx="4" type="body"/>
          </p:nvPr>
        </p:nvSpPr>
        <p:spPr>
          <a:xfrm>
            <a:off x="2553150" y="4096150"/>
            <a:ext cx="1673700" cy="660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54" name="Google Shape;154;p25"/>
          <p:cNvSpPr txBox="1"/>
          <p:nvPr>
            <p:ph idx="5" type="body"/>
          </p:nvPr>
        </p:nvSpPr>
        <p:spPr>
          <a:xfrm>
            <a:off x="6840450" y="4096150"/>
            <a:ext cx="1673700" cy="660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800"/>
              </a:spcBef>
              <a:spcAft>
                <a:spcPts val="0"/>
              </a:spcAft>
              <a:buClr>
                <a:schemeClr val="lt1"/>
              </a:buClr>
              <a:buSzPts val="1000"/>
              <a:buFont typeface="Inter"/>
              <a:buChar char="○"/>
              <a:defRPr sz="1000"/>
            </a:lvl2pPr>
            <a:lvl3pPr indent="-292100" lvl="2" marL="1371600">
              <a:spcBef>
                <a:spcPts val="800"/>
              </a:spcBef>
              <a:spcAft>
                <a:spcPts val="0"/>
              </a:spcAft>
              <a:buClr>
                <a:schemeClr val="lt1"/>
              </a:buClr>
              <a:buSzPts val="1000"/>
              <a:buFont typeface="Inter"/>
              <a:buChar char="■"/>
              <a:defRPr sz="1000"/>
            </a:lvl3pPr>
            <a:lvl4pPr indent="-292100" lvl="3" marL="1828800">
              <a:spcBef>
                <a:spcPts val="800"/>
              </a:spcBef>
              <a:spcAft>
                <a:spcPts val="0"/>
              </a:spcAft>
              <a:buClr>
                <a:schemeClr val="lt1"/>
              </a:buClr>
              <a:buSzPts val="1000"/>
              <a:buFont typeface="Inter"/>
              <a:buChar char="●"/>
              <a:defRPr sz="1000"/>
            </a:lvl4pPr>
            <a:lvl5pPr indent="-292100" lvl="4" marL="2286000">
              <a:spcBef>
                <a:spcPts val="800"/>
              </a:spcBef>
              <a:spcAft>
                <a:spcPts val="0"/>
              </a:spcAft>
              <a:buClr>
                <a:schemeClr val="lt1"/>
              </a:buClr>
              <a:buSzPts val="1000"/>
              <a:buFont typeface="Inter"/>
              <a:buChar char="○"/>
              <a:defRPr sz="1000"/>
            </a:lvl5pPr>
            <a:lvl6pPr indent="-292100" lvl="5" marL="2743200">
              <a:spcBef>
                <a:spcPts val="800"/>
              </a:spcBef>
              <a:spcAft>
                <a:spcPts val="0"/>
              </a:spcAft>
              <a:buClr>
                <a:schemeClr val="lt1"/>
              </a:buClr>
              <a:buSzPts val="1000"/>
              <a:buFont typeface="Inter"/>
              <a:buChar char="■"/>
              <a:defRPr sz="1000"/>
            </a:lvl6pPr>
            <a:lvl7pPr indent="-292100" lvl="6" marL="3200400">
              <a:spcBef>
                <a:spcPts val="800"/>
              </a:spcBef>
              <a:spcAft>
                <a:spcPts val="0"/>
              </a:spcAft>
              <a:buClr>
                <a:schemeClr val="lt1"/>
              </a:buClr>
              <a:buSzPts val="1000"/>
              <a:buFont typeface="Inter"/>
              <a:buChar char="●"/>
              <a:defRPr sz="1000"/>
            </a:lvl7pPr>
            <a:lvl8pPr indent="-292100" lvl="7" marL="3657600">
              <a:spcBef>
                <a:spcPts val="800"/>
              </a:spcBef>
              <a:spcAft>
                <a:spcPts val="0"/>
              </a:spcAft>
              <a:buClr>
                <a:schemeClr val="lt1"/>
              </a:buClr>
              <a:buSzPts val="1000"/>
              <a:buFont typeface="Inter"/>
              <a:buChar char="○"/>
              <a:defRPr sz="1000"/>
            </a:lvl8pPr>
            <a:lvl9pPr indent="-292100" lvl="8" marL="4114800">
              <a:spcBef>
                <a:spcPts val="800"/>
              </a:spcBef>
              <a:spcAft>
                <a:spcPts val="800"/>
              </a:spcAft>
              <a:buClr>
                <a:schemeClr val="lt1"/>
              </a:buClr>
              <a:buSzPts val="1000"/>
              <a:buFont typeface="Inter"/>
              <a:buChar char="■"/>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3 points">
  <p:cSld name="BLANK_1_1_1_1_1_1_1_1_1_1_1_1_2_1">
    <p:spTree>
      <p:nvGrpSpPr>
        <p:cNvPr id="155" name="Shape 155"/>
        <p:cNvGrpSpPr/>
        <p:nvPr/>
      </p:nvGrpSpPr>
      <p:grpSpPr>
        <a:xfrm>
          <a:off x="0" y="0"/>
          <a:ext cx="0" cy="0"/>
          <a:chOff x="0" y="0"/>
          <a:chExt cx="0" cy="0"/>
        </a:xfrm>
      </p:grpSpPr>
      <p:sp>
        <p:nvSpPr>
          <p:cNvPr id="156" name="Google Shape;156;p26"/>
          <p:cNvSpPr txBox="1"/>
          <p:nvPr>
            <p:ph type="title"/>
          </p:nvPr>
        </p:nvSpPr>
        <p:spPr>
          <a:xfrm>
            <a:off x="284525" y="186900"/>
            <a:ext cx="4380900" cy="17448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157" name="Google Shape;157;p26"/>
          <p:cNvSpPr txBox="1"/>
          <p:nvPr>
            <p:ph idx="1" type="subTitle"/>
          </p:nvPr>
        </p:nvSpPr>
        <p:spPr>
          <a:xfrm>
            <a:off x="301750" y="4197161"/>
            <a:ext cx="4176600" cy="660300"/>
          </a:xfrm>
          <a:prstGeom prst="rect">
            <a:avLst/>
          </a:prstGeom>
        </p:spPr>
        <p:txBody>
          <a:bodyPr anchorCtr="0" anchor="b" bIns="0" lIns="0" spcFirstLastPara="1" rIns="0" wrap="square" tIns="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p:txBody>
      </p:sp>
      <p:sp>
        <p:nvSpPr>
          <p:cNvPr id="158" name="Google Shape;158;p26"/>
          <p:cNvSpPr txBox="1"/>
          <p:nvPr>
            <p:ph idx="2" type="subTitle"/>
          </p:nvPr>
        </p:nvSpPr>
        <p:spPr>
          <a:xfrm>
            <a:off x="6125775" y="292450"/>
            <a:ext cx="2733600" cy="339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59" name="Google Shape;159;p26"/>
          <p:cNvSpPr txBox="1"/>
          <p:nvPr>
            <p:ph idx="3" type="body"/>
          </p:nvPr>
        </p:nvSpPr>
        <p:spPr>
          <a:xfrm>
            <a:off x="6125775" y="631800"/>
            <a:ext cx="2733600" cy="660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60" name="Google Shape;160;p26"/>
          <p:cNvSpPr txBox="1"/>
          <p:nvPr>
            <p:ph idx="4" type="subTitle"/>
          </p:nvPr>
        </p:nvSpPr>
        <p:spPr>
          <a:xfrm>
            <a:off x="6125775" y="1873550"/>
            <a:ext cx="2733600" cy="339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61" name="Google Shape;161;p26"/>
          <p:cNvSpPr txBox="1"/>
          <p:nvPr>
            <p:ph idx="5" type="body"/>
          </p:nvPr>
        </p:nvSpPr>
        <p:spPr>
          <a:xfrm>
            <a:off x="6125775" y="2212900"/>
            <a:ext cx="2733600" cy="660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62" name="Google Shape;162;p26"/>
          <p:cNvSpPr txBox="1"/>
          <p:nvPr>
            <p:ph idx="6" type="subTitle"/>
          </p:nvPr>
        </p:nvSpPr>
        <p:spPr>
          <a:xfrm>
            <a:off x="6132150" y="3454650"/>
            <a:ext cx="2733600" cy="339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63" name="Google Shape;163;p26"/>
          <p:cNvSpPr txBox="1"/>
          <p:nvPr>
            <p:ph idx="7" type="body"/>
          </p:nvPr>
        </p:nvSpPr>
        <p:spPr>
          <a:xfrm>
            <a:off x="6132150" y="3794000"/>
            <a:ext cx="2733600" cy="660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nd 2 points">
  <p:cSld name="BLANK_1_1_1_1_1_1_1_1_1_1_1_1_2_1_1">
    <p:spTree>
      <p:nvGrpSpPr>
        <p:cNvPr id="164" name="Shape 164"/>
        <p:cNvGrpSpPr/>
        <p:nvPr/>
      </p:nvGrpSpPr>
      <p:grpSpPr>
        <a:xfrm>
          <a:off x="0" y="0"/>
          <a:ext cx="0" cy="0"/>
          <a:chOff x="0" y="0"/>
          <a:chExt cx="0" cy="0"/>
        </a:xfrm>
      </p:grpSpPr>
      <p:sp>
        <p:nvSpPr>
          <p:cNvPr id="165" name="Google Shape;165;p27"/>
          <p:cNvSpPr txBox="1"/>
          <p:nvPr>
            <p:ph idx="1" type="subTitle"/>
          </p:nvPr>
        </p:nvSpPr>
        <p:spPr>
          <a:xfrm>
            <a:off x="6565775" y="2638275"/>
            <a:ext cx="2196300" cy="898800"/>
          </a:xfrm>
          <a:prstGeom prst="rect">
            <a:avLst/>
          </a:prstGeom>
        </p:spPr>
        <p:txBody>
          <a:bodyPr anchorCtr="0" anchor="t" bIns="0" lIns="0" spcFirstLastPara="1" rIns="0" wrap="square" tIns="0">
            <a:noAutofit/>
          </a:bodyPr>
          <a:lstStyle>
            <a:lvl1pPr lvl="0"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p:txBody>
      </p:sp>
      <p:sp>
        <p:nvSpPr>
          <p:cNvPr id="166" name="Google Shape;166;p27"/>
          <p:cNvSpPr txBox="1"/>
          <p:nvPr>
            <p:ph idx="2" type="body"/>
          </p:nvPr>
        </p:nvSpPr>
        <p:spPr>
          <a:xfrm>
            <a:off x="6568540" y="3537050"/>
            <a:ext cx="2190900" cy="660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167" name="Google Shape;167;p27"/>
          <p:cNvSpPr txBox="1"/>
          <p:nvPr>
            <p:ph idx="3" type="subTitle"/>
          </p:nvPr>
        </p:nvSpPr>
        <p:spPr>
          <a:xfrm>
            <a:off x="4174100" y="2638275"/>
            <a:ext cx="2196300" cy="898800"/>
          </a:xfrm>
          <a:prstGeom prst="rect">
            <a:avLst/>
          </a:prstGeom>
        </p:spPr>
        <p:txBody>
          <a:bodyPr anchorCtr="0" anchor="t" bIns="0" lIns="0" spcFirstLastPara="1" rIns="0" wrap="square" tIns="0">
            <a:noAutofit/>
          </a:bodyPr>
          <a:lstStyle>
            <a:lvl1pPr lvl="0"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1pPr>
            <a:lvl2pPr lvl="1"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2pPr>
            <a:lvl3pPr lvl="2"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3pPr>
            <a:lvl4pPr lvl="3"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4pPr>
            <a:lvl5pPr lvl="4"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5pPr>
            <a:lvl6pPr lvl="5"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6pPr>
            <a:lvl7pPr lvl="6"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7pPr>
            <a:lvl8pPr lvl="7"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8pPr>
            <a:lvl9pPr lvl="8"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9pPr>
          </a:lstStyle>
          <a:p/>
        </p:txBody>
      </p:sp>
      <p:sp>
        <p:nvSpPr>
          <p:cNvPr id="168" name="Google Shape;168;p27"/>
          <p:cNvSpPr txBox="1"/>
          <p:nvPr>
            <p:ph idx="4" type="body"/>
          </p:nvPr>
        </p:nvSpPr>
        <p:spPr>
          <a:xfrm>
            <a:off x="4176815" y="3537050"/>
            <a:ext cx="2190900" cy="660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169" name="Google Shape;169;p27"/>
          <p:cNvSpPr txBox="1"/>
          <p:nvPr>
            <p:ph idx="5" type="subTitle"/>
          </p:nvPr>
        </p:nvSpPr>
        <p:spPr>
          <a:xfrm>
            <a:off x="4076625" y="4430750"/>
            <a:ext cx="2391300" cy="4266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1pPr>
            <a:lvl2pPr lvl="1"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2pPr>
            <a:lvl3pPr lvl="2"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3pPr>
            <a:lvl4pPr lvl="3"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4pPr>
            <a:lvl5pPr lvl="4"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5pPr>
            <a:lvl6pPr lvl="5"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6pPr>
            <a:lvl7pPr lvl="6"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7pPr>
            <a:lvl8pPr lvl="7"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8pPr>
            <a:lvl9pPr lvl="8"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9pPr>
          </a:lstStyle>
          <a:p/>
        </p:txBody>
      </p:sp>
      <p:sp>
        <p:nvSpPr>
          <p:cNvPr id="170" name="Google Shape;170;p27"/>
          <p:cNvSpPr txBox="1"/>
          <p:nvPr>
            <p:ph idx="6" type="subTitle"/>
          </p:nvPr>
        </p:nvSpPr>
        <p:spPr>
          <a:xfrm>
            <a:off x="6468150" y="4430750"/>
            <a:ext cx="2391300" cy="426600"/>
          </a:xfrm>
          <a:prstGeom prst="rect">
            <a:avLst/>
          </a:prstGeom>
        </p:spPr>
        <p:txBody>
          <a:bodyPr anchorCtr="0" anchor="t" bIns="0" lIns="0" spcFirstLastPara="1" rIns="0" wrap="square" tIns="0">
            <a:noAutofit/>
          </a:bodyPr>
          <a:lstStyle>
            <a:lvl1pPr lvl="0"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2pPr>
            <a:lvl3pPr lvl="2"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3pPr>
            <a:lvl4pPr lvl="3"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4pPr>
            <a:lvl5pPr lvl="4"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5pPr>
            <a:lvl6pPr lvl="5"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6pPr>
            <a:lvl7pPr lvl="6"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7pPr>
            <a:lvl8pPr lvl="7"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8pPr>
            <a:lvl9pPr lvl="8"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9pPr>
          </a:lstStyle>
          <a:p/>
        </p:txBody>
      </p:sp>
      <p:sp>
        <p:nvSpPr>
          <p:cNvPr id="171" name="Google Shape;171;p27"/>
          <p:cNvSpPr txBox="1"/>
          <p:nvPr>
            <p:ph type="title"/>
          </p:nvPr>
        </p:nvSpPr>
        <p:spPr>
          <a:xfrm>
            <a:off x="284525" y="186900"/>
            <a:ext cx="8574900" cy="15639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172" name="Google Shape;172;p27"/>
          <p:cNvSpPr txBox="1"/>
          <p:nvPr>
            <p:ph idx="7" type="subTitle"/>
          </p:nvPr>
        </p:nvSpPr>
        <p:spPr>
          <a:xfrm>
            <a:off x="296400" y="1882975"/>
            <a:ext cx="3572100" cy="6603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p:txBody>
      </p:sp>
      <p:sp>
        <p:nvSpPr>
          <p:cNvPr id="173" name="Google Shape;173;p27"/>
          <p:cNvSpPr txBox="1"/>
          <p:nvPr>
            <p:ph idx="8" type="body"/>
          </p:nvPr>
        </p:nvSpPr>
        <p:spPr>
          <a:xfrm>
            <a:off x="284525" y="2707850"/>
            <a:ext cx="3572100" cy="2149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74" name="Google Shape;174;p27"/>
          <p:cNvSpPr txBox="1"/>
          <p:nvPr>
            <p:ph idx="9" type="subTitle"/>
          </p:nvPr>
        </p:nvSpPr>
        <p:spPr>
          <a:xfrm>
            <a:off x="4076575" y="1882975"/>
            <a:ext cx="4443900" cy="437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400"/>
              <a:buFont typeface="Fredoka Medium"/>
              <a:buNone/>
              <a:defRPr>
                <a:latin typeface="Fredoka Medium"/>
                <a:ea typeface="Fredoka Medium"/>
                <a:cs typeface="Fredoka Medium"/>
                <a:sym typeface="Fredoka Medium"/>
              </a:defRPr>
            </a:lvl1pPr>
            <a:lvl2pPr lvl="1">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p:cSld name="BLANK_1_1_1_1_1_1_1_1_1_1_1_1_1_2">
    <p:spTree>
      <p:nvGrpSpPr>
        <p:cNvPr id="175" name="Shape 175"/>
        <p:cNvGrpSpPr/>
        <p:nvPr/>
      </p:nvGrpSpPr>
      <p:grpSpPr>
        <a:xfrm>
          <a:off x="0" y="0"/>
          <a:ext cx="0" cy="0"/>
          <a:chOff x="0" y="0"/>
          <a:chExt cx="0" cy="0"/>
        </a:xfrm>
      </p:grpSpPr>
      <p:sp>
        <p:nvSpPr>
          <p:cNvPr id="176" name="Google Shape;176;p28"/>
          <p:cNvSpPr/>
          <p:nvPr/>
        </p:nvSpPr>
        <p:spPr>
          <a:xfrm>
            <a:off x="7481100" y="286200"/>
            <a:ext cx="1378200" cy="1515300"/>
          </a:xfrm>
          <a:prstGeom prst="roundRect">
            <a:avLst>
              <a:gd fmla="val 34561" name="adj"/>
            </a:avLst>
          </a:prstGeom>
          <a:gradFill>
            <a:gsLst>
              <a:gs pos="0">
                <a:schemeClr val="dk1"/>
              </a:gs>
              <a:gs pos="50000">
                <a:schemeClr val="dk1"/>
              </a:gs>
              <a:gs pos="100000">
                <a:schemeClr val="accent4"/>
              </a:gs>
            </a:gsLst>
            <a:lin ang="8099331"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77" name="Google Shape;177;p28"/>
          <p:cNvSpPr/>
          <p:nvPr/>
        </p:nvSpPr>
        <p:spPr>
          <a:xfrm>
            <a:off x="4525250" y="2132675"/>
            <a:ext cx="4334118" cy="2724738"/>
          </a:xfrm>
          <a:custGeom>
            <a:rect b="b" l="l" r="r" t="t"/>
            <a:pathLst>
              <a:path extrusionOk="0" h="37241" w="60284">
                <a:moveTo>
                  <a:pt x="3498" y="1"/>
                </a:moveTo>
                <a:lnTo>
                  <a:pt x="3312" y="18"/>
                </a:lnTo>
                <a:lnTo>
                  <a:pt x="3108" y="35"/>
                </a:lnTo>
                <a:lnTo>
                  <a:pt x="2904" y="69"/>
                </a:lnTo>
                <a:lnTo>
                  <a:pt x="2717" y="120"/>
                </a:lnTo>
                <a:lnTo>
                  <a:pt x="2530" y="171"/>
                </a:lnTo>
                <a:lnTo>
                  <a:pt x="2344" y="239"/>
                </a:lnTo>
                <a:lnTo>
                  <a:pt x="2157" y="307"/>
                </a:lnTo>
                <a:lnTo>
                  <a:pt x="1987" y="391"/>
                </a:lnTo>
                <a:lnTo>
                  <a:pt x="1817" y="493"/>
                </a:lnTo>
                <a:lnTo>
                  <a:pt x="1647" y="595"/>
                </a:lnTo>
                <a:lnTo>
                  <a:pt x="1495" y="697"/>
                </a:lnTo>
                <a:lnTo>
                  <a:pt x="1342" y="816"/>
                </a:lnTo>
                <a:lnTo>
                  <a:pt x="1189" y="952"/>
                </a:lnTo>
                <a:lnTo>
                  <a:pt x="1053" y="1088"/>
                </a:lnTo>
                <a:lnTo>
                  <a:pt x="917" y="1224"/>
                </a:lnTo>
                <a:lnTo>
                  <a:pt x="798" y="1376"/>
                </a:lnTo>
                <a:lnTo>
                  <a:pt x="679" y="1529"/>
                </a:lnTo>
                <a:lnTo>
                  <a:pt x="578" y="1682"/>
                </a:lnTo>
                <a:lnTo>
                  <a:pt x="476" y="1852"/>
                </a:lnTo>
                <a:lnTo>
                  <a:pt x="357" y="2039"/>
                </a:lnTo>
                <a:lnTo>
                  <a:pt x="289" y="2208"/>
                </a:lnTo>
                <a:lnTo>
                  <a:pt x="204" y="2395"/>
                </a:lnTo>
                <a:lnTo>
                  <a:pt x="153" y="2582"/>
                </a:lnTo>
                <a:lnTo>
                  <a:pt x="102" y="2786"/>
                </a:lnTo>
                <a:lnTo>
                  <a:pt x="51" y="2990"/>
                </a:lnTo>
                <a:lnTo>
                  <a:pt x="34" y="3193"/>
                </a:lnTo>
                <a:lnTo>
                  <a:pt x="17" y="3397"/>
                </a:lnTo>
                <a:lnTo>
                  <a:pt x="0" y="3601"/>
                </a:lnTo>
                <a:lnTo>
                  <a:pt x="0" y="33641"/>
                </a:lnTo>
                <a:lnTo>
                  <a:pt x="17" y="33998"/>
                </a:lnTo>
                <a:lnTo>
                  <a:pt x="85" y="34354"/>
                </a:lnTo>
                <a:lnTo>
                  <a:pt x="170" y="34711"/>
                </a:lnTo>
                <a:lnTo>
                  <a:pt x="289" y="35033"/>
                </a:lnTo>
                <a:lnTo>
                  <a:pt x="442" y="35356"/>
                </a:lnTo>
                <a:lnTo>
                  <a:pt x="629" y="35645"/>
                </a:lnTo>
                <a:lnTo>
                  <a:pt x="849" y="35933"/>
                </a:lnTo>
                <a:lnTo>
                  <a:pt x="1070" y="36188"/>
                </a:lnTo>
                <a:lnTo>
                  <a:pt x="1325" y="36409"/>
                </a:lnTo>
                <a:lnTo>
                  <a:pt x="1613" y="36613"/>
                </a:lnTo>
                <a:lnTo>
                  <a:pt x="1902" y="36799"/>
                </a:lnTo>
                <a:lnTo>
                  <a:pt x="2225" y="36952"/>
                </a:lnTo>
                <a:lnTo>
                  <a:pt x="2547" y="37071"/>
                </a:lnTo>
                <a:lnTo>
                  <a:pt x="2887" y="37156"/>
                </a:lnTo>
                <a:lnTo>
                  <a:pt x="3244" y="37224"/>
                </a:lnTo>
                <a:lnTo>
                  <a:pt x="3617" y="37241"/>
                </a:lnTo>
                <a:lnTo>
                  <a:pt x="56684" y="37241"/>
                </a:lnTo>
                <a:lnTo>
                  <a:pt x="57057" y="37224"/>
                </a:lnTo>
                <a:lnTo>
                  <a:pt x="57414" y="37156"/>
                </a:lnTo>
                <a:lnTo>
                  <a:pt x="57754" y="37071"/>
                </a:lnTo>
                <a:lnTo>
                  <a:pt x="58076" y="36952"/>
                </a:lnTo>
                <a:lnTo>
                  <a:pt x="58399" y="36799"/>
                </a:lnTo>
                <a:lnTo>
                  <a:pt x="58688" y="36613"/>
                </a:lnTo>
                <a:lnTo>
                  <a:pt x="58976" y="36409"/>
                </a:lnTo>
                <a:lnTo>
                  <a:pt x="59231" y="36188"/>
                </a:lnTo>
                <a:lnTo>
                  <a:pt x="59452" y="35933"/>
                </a:lnTo>
                <a:lnTo>
                  <a:pt x="59672" y="35645"/>
                </a:lnTo>
                <a:lnTo>
                  <a:pt x="59842" y="35356"/>
                </a:lnTo>
                <a:lnTo>
                  <a:pt x="59995" y="35033"/>
                </a:lnTo>
                <a:lnTo>
                  <a:pt x="60114" y="34711"/>
                </a:lnTo>
                <a:lnTo>
                  <a:pt x="60199" y="34354"/>
                </a:lnTo>
                <a:lnTo>
                  <a:pt x="60267" y="33998"/>
                </a:lnTo>
                <a:lnTo>
                  <a:pt x="60284" y="33641"/>
                </a:lnTo>
                <a:lnTo>
                  <a:pt x="60284" y="14316"/>
                </a:lnTo>
                <a:lnTo>
                  <a:pt x="60267" y="13994"/>
                </a:lnTo>
                <a:lnTo>
                  <a:pt x="60216" y="13688"/>
                </a:lnTo>
                <a:lnTo>
                  <a:pt x="60148" y="13382"/>
                </a:lnTo>
                <a:lnTo>
                  <a:pt x="60063" y="13077"/>
                </a:lnTo>
                <a:lnTo>
                  <a:pt x="59944" y="12805"/>
                </a:lnTo>
                <a:lnTo>
                  <a:pt x="59808" y="12533"/>
                </a:lnTo>
                <a:lnTo>
                  <a:pt x="59638" y="12278"/>
                </a:lnTo>
                <a:lnTo>
                  <a:pt x="59469" y="12024"/>
                </a:lnTo>
                <a:lnTo>
                  <a:pt x="59265" y="11803"/>
                </a:lnTo>
                <a:lnTo>
                  <a:pt x="59044" y="11599"/>
                </a:lnTo>
                <a:lnTo>
                  <a:pt x="58806" y="11412"/>
                </a:lnTo>
                <a:lnTo>
                  <a:pt x="58552" y="11243"/>
                </a:lnTo>
                <a:lnTo>
                  <a:pt x="58280" y="11090"/>
                </a:lnTo>
                <a:lnTo>
                  <a:pt x="57991" y="10954"/>
                </a:lnTo>
                <a:lnTo>
                  <a:pt x="57703" y="10852"/>
                </a:lnTo>
                <a:lnTo>
                  <a:pt x="57397" y="10784"/>
                </a:lnTo>
                <a:lnTo>
                  <a:pt x="4330" y="86"/>
                </a:lnTo>
                <a:lnTo>
                  <a:pt x="4127" y="35"/>
                </a:lnTo>
                <a:lnTo>
                  <a:pt x="3906" y="18"/>
                </a:lnTo>
                <a:lnTo>
                  <a:pt x="3702" y="1"/>
                </a:lnTo>
                <a:close/>
              </a:path>
            </a:pathLst>
          </a:cu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78" name="Google Shape;178;p28"/>
          <p:cNvSpPr/>
          <p:nvPr/>
        </p:nvSpPr>
        <p:spPr>
          <a:xfrm>
            <a:off x="284650" y="2526600"/>
            <a:ext cx="4240500" cy="2331000"/>
          </a:xfrm>
          <a:prstGeom prst="roundRect">
            <a:avLst>
              <a:gd fmla="val 17948"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79" name="Google Shape;179;p28"/>
          <p:cNvSpPr/>
          <p:nvPr/>
        </p:nvSpPr>
        <p:spPr>
          <a:xfrm>
            <a:off x="284700" y="286200"/>
            <a:ext cx="7196400" cy="1515300"/>
          </a:xfrm>
          <a:prstGeom prst="roundRect">
            <a:avLst>
              <a:gd fmla="val 27953"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80" name="Google Shape;180;p28"/>
          <p:cNvSpPr/>
          <p:nvPr/>
        </p:nvSpPr>
        <p:spPr>
          <a:xfrm>
            <a:off x="284650" y="1801500"/>
            <a:ext cx="2120400" cy="7251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81" name="Google Shape;181;p28"/>
          <p:cNvSpPr/>
          <p:nvPr/>
        </p:nvSpPr>
        <p:spPr>
          <a:xfrm>
            <a:off x="2404853" y="1801500"/>
            <a:ext cx="2120400" cy="7251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82" name="Google Shape;182;p28"/>
          <p:cNvSpPr/>
          <p:nvPr/>
        </p:nvSpPr>
        <p:spPr>
          <a:xfrm>
            <a:off x="4525100" y="1801500"/>
            <a:ext cx="4334113" cy="1124758"/>
          </a:xfrm>
          <a:custGeom>
            <a:rect b="b" l="l" r="r" t="t"/>
            <a:pathLst>
              <a:path extrusionOk="0" h="74772" w="285750">
                <a:moveTo>
                  <a:pt x="9573" y="0"/>
                </a:moveTo>
                <a:lnTo>
                  <a:pt x="9083" y="38"/>
                </a:lnTo>
                <a:lnTo>
                  <a:pt x="8555" y="113"/>
                </a:lnTo>
                <a:lnTo>
                  <a:pt x="8065" y="188"/>
                </a:lnTo>
                <a:lnTo>
                  <a:pt x="7575" y="302"/>
                </a:lnTo>
                <a:lnTo>
                  <a:pt x="7085" y="452"/>
                </a:lnTo>
                <a:lnTo>
                  <a:pt x="6633" y="603"/>
                </a:lnTo>
                <a:lnTo>
                  <a:pt x="6181" y="791"/>
                </a:lnTo>
                <a:lnTo>
                  <a:pt x="5729" y="980"/>
                </a:lnTo>
                <a:lnTo>
                  <a:pt x="5276" y="1206"/>
                </a:lnTo>
                <a:lnTo>
                  <a:pt x="4862" y="1432"/>
                </a:lnTo>
                <a:lnTo>
                  <a:pt x="4447" y="1696"/>
                </a:lnTo>
                <a:lnTo>
                  <a:pt x="4070" y="1997"/>
                </a:lnTo>
                <a:lnTo>
                  <a:pt x="3693" y="2299"/>
                </a:lnTo>
                <a:lnTo>
                  <a:pt x="3317" y="2600"/>
                </a:lnTo>
                <a:lnTo>
                  <a:pt x="2977" y="2940"/>
                </a:lnTo>
                <a:lnTo>
                  <a:pt x="2638" y="3279"/>
                </a:lnTo>
                <a:lnTo>
                  <a:pt x="2299" y="3656"/>
                </a:lnTo>
                <a:lnTo>
                  <a:pt x="1997" y="4033"/>
                </a:lnTo>
                <a:lnTo>
                  <a:pt x="1734" y="4447"/>
                </a:lnTo>
                <a:lnTo>
                  <a:pt x="1470" y="4862"/>
                </a:lnTo>
                <a:lnTo>
                  <a:pt x="1206" y="5276"/>
                </a:lnTo>
                <a:lnTo>
                  <a:pt x="1018" y="5691"/>
                </a:lnTo>
                <a:lnTo>
                  <a:pt x="791" y="6143"/>
                </a:lnTo>
                <a:lnTo>
                  <a:pt x="603" y="6595"/>
                </a:lnTo>
                <a:lnTo>
                  <a:pt x="452" y="7085"/>
                </a:lnTo>
                <a:lnTo>
                  <a:pt x="339" y="7575"/>
                </a:lnTo>
                <a:lnTo>
                  <a:pt x="226" y="8065"/>
                </a:lnTo>
                <a:lnTo>
                  <a:pt x="113" y="8555"/>
                </a:lnTo>
                <a:lnTo>
                  <a:pt x="75" y="9045"/>
                </a:lnTo>
                <a:lnTo>
                  <a:pt x="38" y="9573"/>
                </a:lnTo>
                <a:lnTo>
                  <a:pt x="0" y="10063"/>
                </a:lnTo>
                <a:lnTo>
                  <a:pt x="38" y="10967"/>
                </a:lnTo>
                <a:lnTo>
                  <a:pt x="151" y="11834"/>
                </a:lnTo>
                <a:lnTo>
                  <a:pt x="339" y="12701"/>
                </a:lnTo>
                <a:lnTo>
                  <a:pt x="603" y="13530"/>
                </a:lnTo>
                <a:lnTo>
                  <a:pt x="942" y="14321"/>
                </a:lnTo>
                <a:lnTo>
                  <a:pt x="1319" y="15075"/>
                </a:lnTo>
                <a:lnTo>
                  <a:pt x="1771" y="15791"/>
                </a:lnTo>
                <a:lnTo>
                  <a:pt x="2261" y="16469"/>
                </a:lnTo>
                <a:lnTo>
                  <a:pt x="2827" y="17110"/>
                </a:lnTo>
                <a:lnTo>
                  <a:pt x="3467" y="17675"/>
                </a:lnTo>
                <a:lnTo>
                  <a:pt x="4108" y="18203"/>
                </a:lnTo>
                <a:lnTo>
                  <a:pt x="4824" y="18693"/>
                </a:lnTo>
                <a:lnTo>
                  <a:pt x="5578" y="19108"/>
                </a:lnTo>
                <a:lnTo>
                  <a:pt x="6369" y="19447"/>
                </a:lnTo>
                <a:lnTo>
                  <a:pt x="7198" y="19748"/>
                </a:lnTo>
                <a:lnTo>
                  <a:pt x="8065" y="19974"/>
                </a:lnTo>
                <a:lnTo>
                  <a:pt x="273614" y="74546"/>
                </a:lnTo>
                <a:lnTo>
                  <a:pt x="274218" y="74659"/>
                </a:lnTo>
                <a:lnTo>
                  <a:pt x="274783" y="74734"/>
                </a:lnTo>
                <a:lnTo>
                  <a:pt x="275348" y="74772"/>
                </a:lnTo>
                <a:lnTo>
                  <a:pt x="275951" y="74772"/>
                </a:lnTo>
                <a:lnTo>
                  <a:pt x="276516" y="74734"/>
                </a:lnTo>
                <a:lnTo>
                  <a:pt x="277044" y="74659"/>
                </a:lnTo>
                <a:lnTo>
                  <a:pt x="277609" y="74584"/>
                </a:lnTo>
                <a:lnTo>
                  <a:pt x="278137" y="74433"/>
                </a:lnTo>
                <a:lnTo>
                  <a:pt x="278702" y="74282"/>
                </a:lnTo>
                <a:lnTo>
                  <a:pt x="279192" y="74131"/>
                </a:lnTo>
                <a:lnTo>
                  <a:pt x="279720" y="73905"/>
                </a:lnTo>
                <a:lnTo>
                  <a:pt x="280210" y="73679"/>
                </a:lnTo>
                <a:lnTo>
                  <a:pt x="280700" y="73415"/>
                </a:lnTo>
                <a:lnTo>
                  <a:pt x="281152" y="73114"/>
                </a:lnTo>
                <a:lnTo>
                  <a:pt x="281604" y="72812"/>
                </a:lnTo>
                <a:lnTo>
                  <a:pt x="282019" y="72473"/>
                </a:lnTo>
                <a:lnTo>
                  <a:pt x="282433" y="72134"/>
                </a:lnTo>
                <a:lnTo>
                  <a:pt x="282848" y="71757"/>
                </a:lnTo>
                <a:lnTo>
                  <a:pt x="283225" y="71342"/>
                </a:lnTo>
                <a:lnTo>
                  <a:pt x="283564" y="70928"/>
                </a:lnTo>
                <a:lnTo>
                  <a:pt x="283903" y="70513"/>
                </a:lnTo>
                <a:lnTo>
                  <a:pt x="284205" y="70061"/>
                </a:lnTo>
                <a:lnTo>
                  <a:pt x="284469" y="69571"/>
                </a:lnTo>
                <a:lnTo>
                  <a:pt x="284732" y="69081"/>
                </a:lnTo>
                <a:lnTo>
                  <a:pt x="284959" y="68591"/>
                </a:lnTo>
                <a:lnTo>
                  <a:pt x="285147" y="68064"/>
                </a:lnTo>
                <a:lnTo>
                  <a:pt x="285335" y="67536"/>
                </a:lnTo>
                <a:lnTo>
                  <a:pt x="285486" y="66971"/>
                </a:lnTo>
                <a:lnTo>
                  <a:pt x="285599" y="66405"/>
                </a:lnTo>
                <a:lnTo>
                  <a:pt x="285675" y="65840"/>
                </a:lnTo>
                <a:lnTo>
                  <a:pt x="285712" y="65275"/>
                </a:lnTo>
                <a:lnTo>
                  <a:pt x="285750" y="64672"/>
                </a:lnTo>
                <a:lnTo>
                  <a:pt x="285750" y="10063"/>
                </a:lnTo>
                <a:lnTo>
                  <a:pt x="285712" y="9573"/>
                </a:lnTo>
                <a:lnTo>
                  <a:pt x="285675" y="9045"/>
                </a:lnTo>
                <a:lnTo>
                  <a:pt x="285637" y="8555"/>
                </a:lnTo>
                <a:lnTo>
                  <a:pt x="285524" y="8065"/>
                </a:lnTo>
                <a:lnTo>
                  <a:pt x="285411" y="7575"/>
                </a:lnTo>
                <a:lnTo>
                  <a:pt x="285298" y="7085"/>
                </a:lnTo>
                <a:lnTo>
                  <a:pt x="285147" y="6595"/>
                </a:lnTo>
                <a:lnTo>
                  <a:pt x="284959" y="6143"/>
                </a:lnTo>
                <a:lnTo>
                  <a:pt x="284732" y="5691"/>
                </a:lnTo>
                <a:lnTo>
                  <a:pt x="284544" y="5276"/>
                </a:lnTo>
                <a:lnTo>
                  <a:pt x="284280" y="4862"/>
                </a:lnTo>
                <a:lnTo>
                  <a:pt x="284016" y="4447"/>
                </a:lnTo>
                <a:lnTo>
                  <a:pt x="283753" y="4033"/>
                </a:lnTo>
                <a:lnTo>
                  <a:pt x="283451" y="3656"/>
                </a:lnTo>
                <a:lnTo>
                  <a:pt x="283112" y="3279"/>
                </a:lnTo>
                <a:lnTo>
                  <a:pt x="282773" y="2940"/>
                </a:lnTo>
                <a:lnTo>
                  <a:pt x="282433" y="2600"/>
                </a:lnTo>
                <a:lnTo>
                  <a:pt x="282057" y="2299"/>
                </a:lnTo>
                <a:lnTo>
                  <a:pt x="281680" y="1997"/>
                </a:lnTo>
                <a:lnTo>
                  <a:pt x="281303" y="1696"/>
                </a:lnTo>
                <a:lnTo>
                  <a:pt x="280888" y="1432"/>
                </a:lnTo>
                <a:lnTo>
                  <a:pt x="280474" y="1206"/>
                </a:lnTo>
                <a:lnTo>
                  <a:pt x="280021" y="980"/>
                </a:lnTo>
                <a:lnTo>
                  <a:pt x="279569" y="791"/>
                </a:lnTo>
                <a:lnTo>
                  <a:pt x="279117" y="603"/>
                </a:lnTo>
                <a:lnTo>
                  <a:pt x="278665" y="452"/>
                </a:lnTo>
                <a:lnTo>
                  <a:pt x="278175" y="302"/>
                </a:lnTo>
                <a:lnTo>
                  <a:pt x="277685" y="188"/>
                </a:lnTo>
                <a:lnTo>
                  <a:pt x="277195" y="113"/>
                </a:lnTo>
                <a:lnTo>
                  <a:pt x="276667" y="38"/>
                </a:lnTo>
                <a:lnTo>
                  <a:pt x="276177" y="0"/>
                </a:lnTo>
                <a:close/>
              </a:path>
            </a:pathLst>
          </a:cu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83" name="Google Shape;183;p28"/>
          <p:cNvSpPr txBox="1"/>
          <p:nvPr>
            <p:ph type="title"/>
          </p:nvPr>
        </p:nvSpPr>
        <p:spPr>
          <a:xfrm>
            <a:off x="592850" y="286200"/>
            <a:ext cx="6082200" cy="15111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lt2"/>
                </a:solidFill>
              </a:defRPr>
            </a:lvl1pPr>
            <a:lvl2pPr lvl="1">
              <a:lnSpc>
                <a:spcPct val="85000"/>
              </a:lnSpc>
              <a:spcBef>
                <a:spcPts val="0"/>
              </a:spcBef>
              <a:spcAft>
                <a:spcPts val="0"/>
              </a:spcAft>
              <a:buNone/>
              <a:defRPr sz="4800">
                <a:solidFill>
                  <a:schemeClr val="lt2"/>
                </a:solidFill>
              </a:defRPr>
            </a:lvl2pPr>
            <a:lvl3pPr lvl="2">
              <a:lnSpc>
                <a:spcPct val="85000"/>
              </a:lnSpc>
              <a:spcBef>
                <a:spcPts val="0"/>
              </a:spcBef>
              <a:spcAft>
                <a:spcPts val="0"/>
              </a:spcAft>
              <a:buNone/>
              <a:defRPr sz="4800">
                <a:solidFill>
                  <a:schemeClr val="lt2"/>
                </a:solidFill>
              </a:defRPr>
            </a:lvl3pPr>
            <a:lvl4pPr lvl="3">
              <a:lnSpc>
                <a:spcPct val="85000"/>
              </a:lnSpc>
              <a:spcBef>
                <a:spcPts val="0"/>
              </a:spcBef>
              <a:spcAft>
                <a:spcPts val="0"/>
              </a:spcAft>
              <a:buNone/>
              <a:defRPr sz="4800">
                <a:solidFill>
                  <a:schemeClr val="lt2"/>
                </a:solidFill>
              </a:defRPr>
            </a:lvl4pPr>
            <a:lvl5pPr lvl="4">
              <a:lnSpc>
                <a:spcPct val="85000"/>
              </a:lnSpc>
              <a:spcBef>
                <a:spcPts val="0"/>
              </a:spcBef>
              <a:spcAft>
                <a:spcPts val="0"/>
              </a:spcAft>
              <a:buNone/>
              <a:defRPr sz="4800">
                <a:solidFill>
                  <a:schemeClr val="lt2"/>
                </a:solidFill>
              </a:defRPr>
            </a:lvl5pPr>
            <a:lvl6pPr lvl="5">
              <a:lnSpc>
                <a:spcPct val="85000"/>
              </a:lnSpc>
              <a:spcBef>
                <a:spcPts val="0"/>
              </a:spcBef>
              <a:spcAft>
                <a:spcPts val="0"/>
              </a:spcAft>
              <a:buNone/>
              <a:defRPr sz="4800">
                <a:solidFill>
                  <a:schemeClr val="lt2"/>
                </a:solidFill>
              </a:defRPr>
            </a:lvl6pPr>
            <a:lvl7pPr lvl="6">
              <a:lnSpc>
                <a:spcPct val="85000"/>
              </a:lnSpc>
              <a:spcBef>
                <a:spcPts val="0"/>
              </a:spcBef>
              <a:spcAft>
                <a:spcPts val="0"/>
              </a:spcAft>
              <a:buNone/>
              <a:defRPr sz="4800">
                <a:solidFill>
                  <a:schemeClr val="lt2"/>
                </a:solidFill>
              </a:defRPr>
            </a:lvl7pPr>
            <a:lvl8pPr lvl="7">
              <a:lnSpc>
                <a:spcPct val="85000"/>
              </a:lnSpc>
              <a:spcBef>
                <a:spcPts val="0"/>
              </a:spcBef>
              <a:spcAft>
                <a:spcPts val="0"/>
              </a:spcAft>
              <a:buNone/>
              <a:defRPr sz="4800">
                <a:solidFill>
                  <a:schemeClr val="lt2"/>
                </a:solidFill>
              </a:defRPr>
            </a:lvl8pPr>
            <a:lvl9pPr lvl="8">
              <a:lnSpc>
                <a:spcPct val="85000"/>
              </a:lnSpc>
              <a:spcBef>
                <a:spcPts val="0"/>
              </a:spcBef>
              <a:spcAft>
                <a:spcPts val="0"/>
              </a:spcAft>
              <a:buNone/>
              <a:defRPr sz="4800">
                <a:solidFill>
                  <a:schemeClr val="lt2"/>
                </a:solidFill>
              </a:defRPr>
            </a:lvl9pPr>
          </a:lstStyle>
          <a:p/>
        </p:txBody>
      </p:sp>
      <p:sp>
        <p:nvSpPr>
          <p:cNvPr id="184" name="Google Shape;184;p28"/>
          <p:cNvSpPr txBox="1"/>
          <p:nvPr>
            <p:ph idx="1" type="body"/>
          </p:nvPr>
        </p:nvSpPr>
        <p:spPr>
          <a:xfrm>
            <a:off x="592850" y="2773025"/>
            <a:ext cx="2796600" cy="19323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Inter"/>
              <a:buChar char="●"/>
              <a:defRPr/>
            </a:lvl1pPr>
            <a:lvl2pPr indent="-304800" lvl="1" marL="914400">
              <a:spcBef>
                <a:spcPts val="0"/>
              </a:spcBef>
              <a:spcAft>
                <a:spcPts val="0"/>
              </a:spcAft>
              <a:buClr>
                <a:schemeClr val="lt1"/>
              </a:buClr>
              <a:buSzPts val="1200"/>
              <a:buFont typeface="Inter"/>
              <a:buChar char="○"/>
              <a:defRPr/>
            </a:lvl2pPr>
            <a:lvl3pPr indent="-304800" lvl="2" marL="1371600">
              <a:spcBef>
                <a:spcPts val="0"/>
              </a:spcBef>
              <a:spcAft>
                <a:spcPts val="0"/>
              </a:spcAft>
              <a:buClr>
                <a:schemeClr val="lt1"/>
              </a:buClr>
              <a:buSzPts val="1200"/>
              <a:buFont typeface="Inter"/>
              <a:buChar char="■"/>
              <a:defRPr/>
            </a:lvl3pPr>
            <a:lvl4pPr indent="-304800" lvl="3" marL="1828800">
              <a:spcBef>
                <a:spcPts val="0"/>
              </a:spcBef>
              <a:spcAft>
                <a:spcPts val="0"/>
              </a:spcAft>
              <a:buClr>
                <a:schemeClr val="lt1"/>
              </a:buClr>
              <a:buSzPts val="1200"/>
              <a:buFont typeface="Inter"/>
              <a:buChar char="●"/>
              <a:defRPr/>
            </a:lvl4pPr>
            <a:lvl5pPr indent="-304800" lvl="4" marL="2286000">
              <a:spcBef>
                <a:spcPts val="0"/>
              </a:spcBef>
              <a:spcAft>
                <a:spcPts val="0"/>
              </a:spcAft>
              <a:buClr>
                <a:schemeClr val="lt1"/>
              </a:buClr>
              <a:buSzPts val="1200"/>
              <a:buFont typeface="Inter"/>
              <a:buChar char="○"/>
              <a:defRPr/>
            </a:lvl5pPr>
            <a:lvl6pPr indent="-304800" lvl="5" marL="2743200">
              <a:spcBef>
                <a:spcPts val="0"/>
              </a:spcBef>
              <a:spcAft>
                <a:spcPts val="0"/>
              </a:spcAft>
              <a:buClr>
                <a:schemeClr val="lt1"/>
              </a:buClr>
              <a:buSzPts val="1200"/>
              <a:buFont typeface="Inter"/>
              <a:buChar char="■"/>
              <a:defRPr/>
            </a:lvl6pPr>
            <a:lvl7pPr indent="-304800" lvl="6" marL="3200400">
              <a:spcBef>
                <a:spcPts val="0"/>
              </a:spcBef>
              <a:spcAft>
                <a:spcPts val="0"/>
              </a:spcAft>
              <a:buClr>
                <a:schemeClr val="lt1"/>
              </a:buClr>
              <a:buSzPts val="1200"/>
              <a:buFont typeface="Inter"/>
              <a:buChar char="●"/>
              <a:defRPr/>
            </a:lvl7pPr>
            <a:lvl8pPr indent="-304800" lvl="7" marL="3657600">
              <a:spcBef>
                <a:spcPts val="0"/>
              </a:spcBef>
              <a:spcAft>
                <a:spcPts val="0"/>
              </a:spcAft>
              <a:buClr>
                <a:schemeClr val="lt1"/>
              </a:buClr>
              <a:buSzPts val="1200"/>
              <a:buFont typeface="Inter"/>
              <a:buChar char="○"/>
              <a:defRPr/>
            </a:lvl8pPr>
            <a:lvl9pPr indent="-304800" lvl="8" marL="4114800">
              <a:spcBef>
                <a:spcPts val="0"/>
              </a:spcBef>
              <a:spcAft>
                <a:spcPts val="0"/>
              </a:spcAft>
              <a:buClr>
                <a:schemeClr val="lt1"/>
              </a:buClr>
              <a:buSzPts val="1200"/>
              <a:buFont typeface="Inter"/>
              <a:buChar char="■"/>
              <a:defRPr/>
            </a:lvl9pPr>
          </a:lstStyle>
          <a:p/>
        </p:txBody>
      </p:sp>
      <p:sp>
        <p:nvSpPr>
          <p:cNvPr id="185" name="Google Shape;185;p28"/>
          <p:cNvSpPr txBox="1"/>
          <p:nvPr>
            <p:ph idx="2" type="subTitle"/>
          </p:nvPr>
        </p:nvSpPr>
        <p:spPr>
          <a:xfrm>
            <a:off x="4771575" y="3832425"/>
            <a:ext cx="3356700" cy="401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Fredoka Medium"/>
              <a:buNone/>
              <a:defRPr sz="1600">
                <a:latin typeface="Fredoka Medium"/>
                <a:ea typeface="Fredoka Medium"/>
                <a:cs typeface="Fredoka Medium"/>
                <a:sym typeface="Fredoka Medium"/>
              </a:defRPr>
            </a:lvl1pPr>
            <a:lvl2pPr lvl="1">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9pPr>
          </a:lstStyle>
          <a:p/>
        </p:txBody>
      </p:sp>
      <p:pic>
        <p:nvPicPr>
          <p:cNvPr descr="A blue pill shape" id="186" name="Google Shape;186;p28"/>
          <p:cNvPicPr preferRelativeResize="0"/>
          <p:nvPr/>
        </p:nvPicPr>
        <p:blipFill>
          <a:blip r:embed="rId2">
            <a:alphaModFix/>
          </a:blip>
          <a:stretch>
            <a:fillRect/>
          </a:stretch>
        </p:blipFill>
        <p:spPr>
          <a:xfrm rot="776260">
            <a:off x="8591150" y="288500"/>
            <a:ext cx="188300" cy="357200"/>
          </a:xfrm>
          <a:prstGeom prst="rect">
            <a:avLst/>
          </a:prstGeom>
          <a:noFill/>
          <a:ln>
            <a:noFill/>
          </a:ln>
        </p:spPr>
      </p:pic>
      <p:pic>
        <p:nvPicPr>
          <p:cNvPr descr="A purple triangle" id="187" name="Google Shape;187;p28"/>
          <p:cNvPicPr preferRelativeResize="0"/>
          <p:nvPr/>
        </p:nvPicPr>
        <p:blipFill>
          <a:blip r:embed="rId3">
            <a:alphaModFix/>
          </a:blip>
          <a:stretch>
            <a:fillRect/>
          </a:stretch>
        </p:blipFill>
        <p:spPr>
          <a:xfrm>
            <a:off x="7802908" y="679199"/>
            <a:ext cx="734580" cy="725099"/>
          </a:xfrm>
          <a:prstGeom prst="rect">
            <a:avLst/>
          </a:prstGeom>
          <a:noFill/>
          <a:ln>
            <a:noFill/>
          </a:ln>
        </p:spPr>
      </p:pic>
    </p:spTree>
  </p:cSld>
  <p:clrMapOvr>
    <a:masterClrMapping/>
  </p:clrMapOvr>
  <p:extLst>
    <p:ext uri="{DCECCB84-F9BA-43D5-87BE-67443E8EF086}">
      <p15:sldGuideLst>
        <p15:guide id="1" pos="285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p:cSld name="BLANK_1_1_1_1_1_1_1_1_1_1_1_1_1_1_2">
    <p:spTree>
      <p:nvGrpSpPr>
        <p:cNvPr id="188" name="Shape 188"/>
        <p:cNvGrpSpPr/>
        <p:nvPr/>
      </p:nvGrpSpPr>
      <p:grpSpPr>
        <a:xfrm>
          <a:off x="0" y="0"/>
          <a:ext cx="0" cy="0"/>
          <a:chOff x="0" y="0"/>
          <a:chExt cx="0" cy="0"/>
        </a:xfrm>
      </p:grpSpPr>
      <p:sp>
        <p:nvSpPr>
          <p:cNvPr id="189" name="Google Shape;189;p29"/>
          <p:cNvSpPr txBox="1"/>
          <p:nvPr>
            <p:ph idx="1" type="subTitle"/>
          </p:nvPr>
        </p:nvSpPr>
        <p:spPr>
          <a:xfrm>
            <a:off x="1380050" y="1931750"/>
            <a:ext cx="1644300" cy="379500"/>
          </a:xfrm>
          <a:prstGeom prst="rect">
            <a:avLst/>
          </a:prstGeom>
        </p:spPr>
        <p:txBody>
          <a:bodyPr anchorCtr="0" anchor="t" bIns="0" lIns="0" spcFirstLastPara="1" rIns="0" wrap="square" tIns="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p:txBody>
      </p:sp>
      <p:sp>
        <p:nvSpPr>
          <p:cNvPr id="190" name="Google Shape;190;p29"/>
          <p:cNvSpPr txBox="1"/>
          <p:nvPr>
            <p:ph idx="2" type="subTitle"/>
          </p:nvPr>
        </p:nvSpPr>
        <p:spPr>
          <a:xfrm>
            <a:off x="1380050" y="2969075"/>
            <a:ext cx="1644300" cy="379500"/>
          </a:xfrm>
          <a:prstGeom prst="rect">
            <a:avLst/>
          </a:prstGeom>
        </p:spPr>
        <p:txBody>
          <a:bodyPr anchorCtr="0" anchor="t" bIns="0" lIns="0" spcFirstLastPara="1" rIns="0" wrap="square" tIns="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p:txBody>
      </p:sp>
      <p:sp>
        <p:nvSpPr>
          <p:cNvPr id="191" name="Google Shape;191;p29"/>
          <p:cNvSpPr txBox="1"/>
          <p:nvPr>
            <p:ph idx="3" type="subTitle"/>
          </p:nvPr>
        </p:nvSpPr>
        <p:spPr>
          <a:xfrm>
            <a:off x="1380050" y="4006400"/>
            <a:ext cx="1644300" cy="379500"/>
          </a:xfrm>
          <a:prstGeom prst="rect">
            <a:avLst/>
          </a:prstGeom>
        </p:spPr>
        <p:txBody>
          <a:bodyPr anchorCtr="0" anchor="t" bIns="0" lIns="0" spcFirstLastPara="1" rIns="0" wrap="square" tIns="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p:txBody>
      </p:sp>
      <p:sp>
        <p:nvSpPr>
          <p:cNvPr id="192" name="Google Shape;192;p29"/>
          <p:cNvSpPr txBox="1"/>
          <p:nvPr>
            <p:ph type="title"/>
          </p:nvPr>
        </p:nvSpPr>
        <p:spPr>
          <a:xfrm>
            <a:off x="284700" y="286200"/>
            <a:ext cx="6424200" cy="1022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lt2"/>
                </a:solidFill>
              </a:defRPr>
            </a:lvl2pPr>
            <a:lvl3pPr lvl="2">
              <a:lnSpc>
                <a:spcPct val="115000"/>
              </a:lnSpc>
              <a:spcBef>
                <a:spcPts val="0"/>
              </a:spcBef>
              <a:spcAft>
                <a:spcPts val="0"/>
              </a:spcAft>
              <a:buNone/>
              <a:defRPr sz="3600">
                <a:solidFill>
                  <a:schemeClr val="lt2"/>
                </a:solidFill>
              </a:defRPr>
            </a:lvl3pPr>
            <a:lvl4pPr lvl="3">
              <a:lnSpc>
                <a:spcPct val="115000"/>
              </a:lnSpc>
              <a:spcBef>
                <a:spcPts val="0"/>
              </a:spcBef>
              <a:spcAft>
                <a:spcPts val="0"/>
              </a:spcAft>
              <a:buNone/>
              <a:defRPr sz="3600">
                <a:solidFill>
                  <a:schemeClr val="lt2"/>
                </a:solidFill>
              </a:defRPr>
            </a:lvl4pPr>
            <a:lvl5pPr lvl="4">
              <a:lnSpc>
                <a:spcPct val="115000"/>
              </a:lnSpc>
              <a:spcBef>
                <a:spcPts val="0"/>
              </a:spcBef>
              <a:spcAft>
                <a:spcPts val="0"/>
              </a:spcAft>
              <a:buNone/>
              <a:defRPr sz="3600">
                <a:solidFill>
                  <a:schemeClr val="lt2"/>
                </a:solidFill>
              </a:defRPr>
            </a:lvl5pPr>
            <a:lvl6pPr lvl="5">
              <a:lnSpc>
                <a:spcPct val="115000"/>
              </a:lnSpc>
              <a:spcBef>
                <a:spcPts val="0"/>
              </a:spcBef>
              <a:spcAft>
                <a:spcPts val="0"/>
              </a:spcAft>
              <a:buNone/>
              <a:defRPr sz="3600">
                <a:solidFill>
                  <a:schemeClr val="lt2"/>
                </a:solidFill>
              </a:defRPr>
            </a:lvl6pPr>
            <a:lvl7pPr lvl="6">
              <a:lnSpc>
                <a:spcPct val="115000"/>
              </a:lnSpc>
              <a:spcBef>
                <a:spcPts val="0"/>
              </a:spcBef>
              <a:spcAft>
                <a:spcPts val="0"/>
              </a:spcAft>
              <a:buNone/>
              <a:defRPr sz="3600">
                <a:solidFill>
                  <a:schemeClr val="lt2"/>
                </a:solidFill>
              </a:defRPr>
            </a:lvl7pPr>
            <a:lvl8pPr lvl="7">
              <a:lnSpc>
                <a:spcPct val="115000"/>
              </a:lnSpc>
              <a:spcBef>
                <a:spcPts val="0"/>
              </a:spcBef>
              <a:spcAft>
                <a:spcPts val="0"/>
              </a:spcAft>
              <a:buNone/>
              <a:defRPr sz="3600">
                <a:solidFill>
                  <a:schemeClr val="lt2"/>
                </a:solidFill>
              </a:defRPr>
            </a:lvl8pPr>
            <a:lvl9pPr lvl="8">
              <a:lnSpc>
                <a:spcPct val="115000"/>
              </a:lnSpc>
              <a:spcBef>
                <a:spcPts val="0"/>
              </a:spcBef>
              <a:spcAft>
                <a:spcPts val="0"/>
              </a:spcAft>
              <a:buNone/>
              <a:defRPr sz="3600">
                <a:solidFill>
                  <a:schemeClr val="lt2"/>
                </a:solidFill>
              </a:defRPr>
            </a:lvl9pPr>
          </a:lstStyle>
          <a:p/>
        </p:txBody>
      </p:sp>
      <p:sp>
        <p:nvSpPr>
          <p:cNvPr id="193" name="Google Shape;193;p29"/>
          <p:cNvSpPr txBox="1"/>
          <p:nvPr>
            <p:ph idx="4" type="body"/>
          </p:nvPr>
        </p:nvSpPr>
        <p:spPr>
          <a:xfrm>
            <a:off x="3845375" y="1935325"/>
            <a:ext cx="4773900" cy="436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4" name="Google Shape;194;p29"/>
          <p:cNvSpPr txBox="1"/>
          <p:nvPr>
            <p:ph idx="5" type="body"/>
          </p:nvPr>
        </p:nvSpPr>
        <p:spPr>
          <a:xfrm>
            <a:off x="3845375" y="2969075"/>
            <a:ext cx="4773900" cy="436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5" name="Google Shape;195;p29"/>
          <p:cNvSpPr txBox="1"/>
          <p:nvPr>
            <p:ph idx="6" type="body"/>
          </p:nvPr>
        </p:nvSpPr>
        <p:spPr>
          <a:xfrm>
            <a:off x="3845375" y="4002825"/>
            <a:ext cx="4773900" cy="436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pic>
        <p:nvPicPr>
          <p:cNvPr descr="A blue starfish shape" id="196" name="Google Shape;196;p29"/>
          <p:cNvPicPr preferRelativeResize="0"/>
          <p:nvPr/>
        </p:nvPicPr>
        <p:blipFill rotWithShape="1">
          <a:blip r:embed="rId2">
            <a:alphaModFix/>
          </a:blip>
          <a:srcRect b="-2693" l="-13904" r="30089" t="33451"/>
          <a:stretch/>
        </p:blipFill>
        <p:spPr>
          <a:xfrm>
            <a:off x="7393375" y="0"/>
            <a:ext cx="1750624" cy="1452474"/>
          </a:xfrm>
          <a:prstGeom prst="rect">
            <a:avLst/>
          </a:prstGeom>
          <a:noFill/>
          <a:ln>
            <a:noFill/>
          </a:ln>
        </p:spPr>
      </p:pic>
      <p:pic>
        <p:nvPicPr>
          <p:cNvPr descr="A heart shape" id="197" name="Google Shape;197;p29"/>
          <p:cNvPicPr preferRelativeResize="0"/>
          <p:nvPr/>
        </p:nvPicPr>
        <p:blipFill>
          <a:blip r:embed="rId3">
            <a:alphaModFix/>
          </a:blip>
          <a:stretch>
            <a:fillRect/>
          </a:stretch>
        </p:blipFill>
        <p:spPr>
          <a:xfrm>
            <a:off x="6972625" y="837025"/>
            <a:ext cx="420749" cy="327149"/>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p:cSld name="BLANK_1_1_1_1_1_1_1_1_1_1_1_1_1_1_1_3">
    <p:spTree>
      <p:nvGrpSpPr>
        <p:cNvPr id="198" name="Shape 198"/>
        <p:cNvGrpSpPr/>
        <p:nvPr/>
      </p:nvGrpSpPr>
      <p:grpSpPr>
        <a:xfrm>
          <a:off x="0" y="0"/>
          <a:ext cx="0" cy="0"/>
          <a:chOff x="0" y="0"/>
          <a:chExt cx="0" cy="0"/>
        </a:xfrm>
      </p:grpSpPr>
      <p:sp>
        <p:nvSpPr>
          <p:cNvPr id="199" name="Google Shape;199;p30"/>
          <p:cNvSpPr txBox="1"/>
          <p:nvPr>
            <p:ph idx="1" type="subTitle"/>
          </p:nvPr>
        </p:nvSpPr>
        <p:spPr>
          <a:xfrm>
            <a:off x="460925" y="3007350"/>
            <a:ext cx="16017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Fredoka Medium"/>
              <a:buNone/>
              <a:defRPr>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00" name="Google Shape;200;p30"/>
          <p:cNvSpPr txBox="1"/>
          <p:nvPr>
            <p:ph idx="2" type="body"/>
          </p:nvPr>
        </p:nvSpPr>
        <p:spPr>
          <a:xfrm>
            <a:off x="460925" y="3492975"/>
            <a:ext cx="1614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1" name="Google Shape;201;p30"/>
          <p:cNvSpPr txBox="1"/>
          <p:nvPr>
            <p:ph type="title"/>
          </p:nvPr>
        </p:nvSpPr>
        <p:spPr>
          <a:xfrm>
            <a:off x="284700" y="286200"/>
            <a:ext cx="6424200" cy="1022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accen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p:txBody>
      </p:sp>
      <p:sp>
        <p:nvSpPr>
          <p:cNvPr id="202" name="Google Shape;202;p30"/>
          <p:cNvSpPr txBox="1"/>
          <p:nvPr>
            <p:ph idx="3" type="subTitle"/>
          </p:nvPr>
        </p:nvSpPr>
        <p:spPr>
          <a:xfrm>
            <a:off x="3024300" y="3007350"/>
            <a:ext cx="1782000" cy="3429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03" name="Google Shape;203;p30"/>
          <p:cNvSpPr txBox="1"/>
          <p:nvPr>
            <p:ph idx="4" type="body"/>
          </p:nvPr>
        </p:nvSpPr>
        <p:spPr>
          <a:xfrm>
            <a:off x="3024300" y="3492975"/>
            <a:ext cx="1796700" cy="1064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4" name="Google Shape;204;p30"/>
          <p:cNvSpPr txBox="1"/>
          <p:nvPr>
            <p:ph idx="5" type="subTitle"/>
          </p:nvPr>
        </p:nvSpPr>
        <p:spPr>
          <a:xfrm>
            <a:off x="3024300" y="4512275"/>
            <a:ext cx="1782000" cy="342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p:txBody>
      </p:sp>
      <p:sp>
        <p:nvSpPr>
          <p:cNvPr id="205" name="Google Shape;205;p30"/>
          <p:cNvSpPr txBox="1"/>
          <p:nvPr>
            <p:ph idx="6" type="subTitle"/>
          </p:nvPr>
        </p:nvSpPr>
        <p:spPr>
          <a:xfrm>
            <a:off x="5043450" y="3007350"/>
            <a:ext cx="1782000" cy="3429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06" name="Google Shape;206;p30"/>
          <p:cNvSpPr txBox="1"/>
          <p:nvPr>
            <p:ph idx="7" type="body"/>
          </p:nvPr>
        </p:nvSpPr>
        <p:spPr>
          <a:xfrm>
            <a:off x="5043450" y="3492975"/>
            <a:ext cx="1796700" cy="1064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7" name="Google Shape;207;p30"/>
          <p:cNvSpPr txBox="1"/>
          <p:nvPr>
            <p:ph idx="8" type="subTitle"/>
          </p:nvPr>
        </p:nvSpPr>
        <p:spPr>
          <a:xfrm>
            <a:off x="5043450" y="4512275"/>
            <a:ext cx="1782000" cy="342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p:txBody>
      </p:sp>
      <p:sp>
        <p:nvSpPr>
          <p:cNvPr id="208" name="Google Shape;208;p30"/>
          <p:cNvSpPr txBox="1"/>
          <p:nvPr>
            <p:ph idx="9" type="subTitle"/>
          </p:nvPr>
        </p:nvSpPr>
        <p:spPr>
          <a:xfrm>
            <a:off x="7062600" y="3007350"/>
            <a:ext cx="1782000" cy="3429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09" name="Google Shape;209;p30"/>
          <p:cNvSpPr txBox="1"/>
          <p:nvPr>
            <p:ph idx="13" type="body"/>
          </p:nvPr>
        </p:nvSpPr>
        <p:spPr>
          <a:xfrm>
            <a:off x="7062600" y="3492975"/>
            <a:ext cx="1796700" cy="1064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0" name="Google Shape;210;p30"/>
          <p:cNvSpPr txBox="1"/>
          <p:nvPr>
            <p:ph idx="14" type="subTitle"/>
          </p:nvPr>
        </p:nvSpPr>
        <p:spPr>
          <a:xfrm>
            <a:off x="7062600" y="4512275"/>
            <a:ext cx="1782000" cy="342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spTree>
      <p:nvGrpSpPr>
        <p:cNvPr id="211" name="Shape 211"/>
        <p:cNvGrpSpPr/>
        <p:nvPr/>
      </p:nvGrpSpPr>
      <p:grpSpPr>
        <a:xfrm>
          <a:off x="0" y="0"/>
          <a:ext cx="0" cy="0"/>
          <a:chOff x="0" y="0"/>
          <a:chExt cx="0" cy="0"/>
        </a:xfrm>
      </p:grpSpPr>
      <p:pic>
        <p:nvPicPr>
          <p:cNvPr descr="A red amoeba shape" id="212" name="Google Shape;212;p31"/>
          <p:cNvPicPr preferRelativeResize="0"/>
          <p:nvPr/>
        </p:nvPicPr>
        <p:blipFill rotWithShape="1">
          <a:blip r:embed="rId2">
            <a:alphaModFix/>
          </a:blip>
          <a:srcRect b="17857" l="22361" r="-13188" t="-5955"/>
          <a:stretch/>
        </p:blipFill>
        <p:spPr>
          <a:xfrm>
            <a:off x="1" y="4015675"/>
            <a:ext cx="1049101" cy="1127824"/>
          </a:xfrm>
          <a:prstGeom prst="rect">
            <a:avLst/>
          </a:prstGeom>
          <a:noFill/>
          <a:ln>
            <a:noFill/>
          </a:ln>
        </p:spPr>
      </p:pic>
      <p:pic>
        <p:nvPicPr>
          <p:cNvPr descr="A blue polygon" id="213" name="Google Shape;213;p31"/>
          <p:cNvPicPr preferRelativeResize="0"/>
          <p:nvPr/>
        </p:nvPicPr>
        <p:blipFill>
          <a:blip r:embed="rId3">
            <a:alphaModFix/>
          </a:blip>
          <a:stretch>
            <a:fillRect/>
          </a:stretch>
        </p:blipFill>
        <p:spPr>
          <a:xfrm>
            <a:off x="7931525" y="706700"/>
            <a:ext cx="1191500" cy="1169875"/>
          </a:xfrm>
          <a:prstGeom prst="rect">
            <a:avLst/>
          </a:prstGeom>
          <a:noFill/>
          <a:ln>
            <a:noFill/>
          </a:ln>
        </p:spPr>
      </p:pic>
      <p:sp>
        <p:nvSpPr>
          <p:cNvPr id="214" name="Google Shape;214;p31"/>
          <p:cNvSpPr txBox="1"/>
          <p:nvPr>
            <p:ph idx="1" type="body"/>
          </p:nvPr>
        </p:nvSpPr>
        <p:spPr>
          <a:xfrm>
            <a:off x="2630816" y="2772925"/>
            <a:ext cx="1732200" cy="1469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5" name="Google Shape;215;p31"/>
          <p:cNvSpPr txBox="1"/>
          <p:nvPr>
            <p:ph idx="2" type="body"/>
          </p:nvPr>
        </p:nvSpPr>
        <p:spPr>
          <a:xfrm>
            <a:off x="4791178" y="2772925"/>
            <a:ext cx="1732200" cy="1469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6" name="Google Shape;216;p31"/>
          <p:cNvSpPr txBox="1"/>
          <p:nvPr>
            <p:ph idx="3" type="subTitle"/>
          </p:nvPr>
        </p:nvSpPr>
        <p:spPr>
          <a:xfrm>
            <a:off x="463701" y="1326150"/>
            <a:ext cx="17181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17" name="Google Shape;217;p31"/>
          <p:cNvSpPr txBox="1"/>
          <p:nvPr>
            <p:ph type="title"/>
          </p:nvPr>
        </p:nvSpPr>
        <p:spPr>
          <a:xfrm>
            <a:off x="284700" y="286200"/>
            <a:ext cx="8571600" cy="471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p:txBody>
      </p:sp>
      <p:sp>
        <p:nvSpPr>
          <p:cNvPr id="218" name="Google Shape;218;p31"/>
          <p:cNvSpPr txBox="1"/>
          <p:nvPr>
            <p:ph idx="4" type="subTitle"/>
          </p:nvPr>
        </p:nvSpPr>
        <p:spPr>
          <a:xfrm>
            <a:off x="2630813" y="1326150"/>
            <a:ext cx="17181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19" name="Google Shape;219;p31"/>
          <p:cNvSpPr txBox="1"/>
          <p:nvPr>
            <p:ph idx="5" type="subTitle"/>
          </p:nvPr>
        </p:nvSpPr>
        <p:spPr>
          <a:xfrm>
            <a:off x="4791170" y="1326150"/>
            <a:ext cx="17181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20" name="Google Shape;220;p31"/>
          <p:cNvSpPr txBox="1"/>
          <p:nvPr>
            <p:ph idx="6" type="subTitle"/>
          </p:nvPr>
        </p:nvSpPr>
        <p:spPr>
          <a:xfrm>
            <a:off x="6958863" y="1326150"/>
            <a:ext cx="17181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21" name="Google Shape;221;p31"/>
          <p:cNvSpPr txBox="1"/>
          <p:nvPr>
            <p:ph idx="7" type="body"/>
          </p:nvPr>
        </p:nvSpPr>
        <p:spPr>
          <a:xfrm>
            <a:off x="463700" y="2772925"/>
            <a:ext cx="1732200" cy="1469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22" name="Google Shape;222;p31"/>
          <p:cNvSpPr txBox="1"/>
          <p:nvPr>
            <p:ph idx="8" type="body"/>
          </p:nvPr>
        </p:nvSpPr>
        <p:spPr>
          <a:xfrm>
            <a:off x="6958874" y="2772925"/>
            <a:ext cx="1732200" cy="1469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4">
    <p:spTree>
      <p:nvGrpSpPr>
        <p:cNvPr id="223" name="Shape 223"/>
        <p:cNvGrpSpPr/>
        <p:nvPr/>
      </p:nvGrpSpPr>
      <p:grpSpPr>
        <a:xfrm>
          <a:off x="0" y="0"/>
          <a:ext cx="0" cy="0"/>
          <a:chOff x="0" y="0"/>
          <a:chExt cx="0" cy="0"/>
        </a:xfrm>
      </p:grpSpPr>
      <p:sp>
        <p:nvSpPr>
          <p:cNvPr id="224" name="Google Shape;224;p32"/>
          <p:cNvSpPr txBox="1"/>
          <p:nvPr>
            <p:ph idx="1" type="body"/>
          </p:nvPr>
        </p:nvSpPr>
        <p:spPr>
          <a:xfrm>
            <a:off x="291300" y="3492975"/>
            <a:ext cx="2121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
        <p:nvSpPr>
          <p:cNvPr id="225" name="Google Shape;225;p32"/>
          <p:cNvSpPr txBox="1"/>
          <p:nvPr>
            <p:ph idx="2" type="body"/>
          </p:nvPr>
        </p:nvSpPr>
        <p:spPr>
          <a:xfrm>
            <a:off x="2404125" y="2676563"/>
            <a:ext cx="2121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
        <p:nvSpPr>
          <p:cNvPr id="226" name="Google Shape;226;p32"/>
          <p:cNvSpPr txBox="1"/>
          <p:nvPr>
            <p:ph idx="3" type="body"/>
          </p:nvPr>
        </p:nvSpPr>
        <p:spPr>
          <a:xfrm>
            <a:off x="4570800" y="1955675"/>
            <a:ext cx="2121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
        <p:nvSpPr>
          <p:cNvPr id="227" name="Google Shape;227;p32"/>
          <p:cNvSpPr txBox="1"/>
          <p:nvPr>
            <p:ph type="title"/>
          </p:nvPr>
        </p:nvSpPr>
        <p:spPr>
          <a:xfrm>
            <a:off x="284700" y="286200"/>
            <a:ext cx="6424200" cy="1022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accen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p:txBody>
      </p:sp>
      <p:sp>
        <p:nvSpPr>
          <p:cNvPr id="228" name="Google Shape;228;p32"/>
          <p:cNvSpPr txBox="1"/>
          <p:nvPr>
            <p:ph idx="4" type="subTitle"/>
          </p:nvPr>
        </p:nvSpPr>
        <p:spPr>
          <a:xfrm>
            <a:off x="463701" y="2795250"/>
            <a:ext cx="1718100" cy="3429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29" name="Google Shape;229;p32"/>
          <p:cNvSpPr txBox="1"/>
          <p:nvPr>
            <p:ph idx="5" type="subTitle"/>
          </p:nvPr>
        </p:nvSpPr>
        <p:spPr>
          <a:xfrm>
            <a:off x="2576526" y="1978838"/>
            <a:ext cx="1718100" cy="3429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30" name="Google Shape;230;p32"/>
          <p:cNvSpPr txBox="1"/>
          <p:nvPr>
            <p:ph idx="6" type="subTitle"/>
          </p:nvPr>
        </p:nvSpPr>
        <p:spPr>
          <a:xfrm>
            <a:off x="4743201" y="1257950"/>
            <a:ext cx="1718100" cy="3429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31" name="Google Shape;231;p32"/>
          <p:cNvSpPr txBox="1"/>
          <p:nvPr>
            <p:ph idx="7" type="subTitle"/>
          </p:nvPr>
        </p:nvSpPr>
        <p:spPr>
          <a:xfrm>
            <a:off x="6918276" y="481813"/>
            <a:ext cx="1718100" cy="3429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32" name="Google Shape;232;p32"/>
          <p:cNvSpPr txBox="1"/>
          <p:nvPr>
            <p:ph idx="8" type="body"/>
          </p:nvPr>
        </p:nvSpPr>
        <p:spPr>
          <a:xfrm>
            <a:off x="6745875" y="1179538"/>
            <a:ext cx="2121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_1">
    <p:bg>
      <p:bgPr>
        <a:gradFill>
          <a:gsLst>
            <a:gs pos="0">
              <a:schemeClr val="dk1"/>
            </a:gs>
            <a:gs pos="73000">
              <a:schemeClr val="dk1"/>
            </a:gs>
            <a:gs pos="100000">
              <a:schemeClr val="accent4"/>
            </a:gs>
          </a:gsLst>
          <a:lin ang="8099331" scaled="0"/>
        </a:gradFill>
      </p:bgPr>
    </p:bg>
    <p:spTree>
      <p:nvGrpSpPr>
        <p:cNvPr id="233" name="Shape 233"/>
        <p:cNvGrpSpPr/>
        <p:nvPr/>
      </p:nvGrpSpPr>
      <p:grpSpPr>
        <a:xfrm>
          <a:off x="0" y="0"/>
          <a:ext cx="0" cy="0"/>
          <a:chOff x="0" y="0"/>
          <a:chExt cx="0" cy="0"/>
        </a:xfrm>
      </p:grpSpPr>
      <p:sp>
        <p:nvSpPr>
          <p:cNvPr id="234" name="Google Shape;234;p33"/>
          <p:cNvSpPr txBox="1"/>
          <p:nvPr>
            <p:ph type="title"/>
          </p:nvPr>
        </p:nvSpPr>
        <p:spPr>
          <a:xfrm>
            <a:off x="284700" y="286200"/>
            <a:ext cx="4194000" cy="1464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lt2"/>
                </a:solidFill>
              </a:defRPr>
            </a:lvl2pPr>
            <a:lvl3pPr lvl="2">
              <a:lnSpc>
                <a:spcPct val="115000"/>
              </a:lnSpc>
              <a:spcBef>
                <a:spcPts val="0"/>
              </a:spcBef>
              <a:spcAft>
                <a:spcPts val="0"/>
              </a:spcAft>
              <a:buNone/>
              <a:defRPr sz="3600">
                <a:solidFill>
                  <a:schemeClr val="lt2"/>
                </a:solidFill>
              </a:defRPr>
            </a:lvl3pPr>
            <a:lvl4pPr lvl="3">
              <a:lnSpc>
                <a:spcPct val="115000"/>
              </a:lnSpc>
              <a:spcBef>
                <a:spcPts val="0"/>
              </a:spcBef>
              <a:spcAft>
                <a:spcPts val="0"/>
              </a:spcAft>
              <a:buNone/>
              <a:defRPr sz="3600">
                <a:solidFill>
                  <a:schemeClr val="lt2"/>
                </a:solidFill>
              </a:defRPr>
            </a:lvl4pPr>
            <a:lvl5pPr lvl="4">
              <a:lnSpc>
                <a:spcPct val="115000"/>
              </a:lnSpc>
              <a:spcBef>
                <a:spcPts val="0"/>
              </a:spcBef>
              <a:spcAft>
                <a:spcPts val="0"/>
              </a:spcAft>
              <a:buNone/>
              <a:defRPr sz="3600">
                <a:solidFill>
                  <a:schemeClr val="lt2"/>
                </a:solidFill>
              </a:defRPr>
            </a:lvl5pPr>
            <a:lvl6pPr lvl="5">
              <a:lnSpc>
                <a:spcPct val="115000"/>
              </a:lnSpc>
              <a:spcBef>
                <a:spcPts val="0"/>
              </a:spcBef>
              <a:spcAft>
                <a:spcPts val="0"/>
              </a:spcAft>
              <a:buNone/>
              <a:defRPr sz="3600">
                <a:solidFill>
                  <a:schemeClr val="lt2"/>
                </a:solidFill>
              </a:defRPr>
            </a:lvl6pPr>
            <a:lvl7pPr lvl="6">
              <a:lnSpc>
                <a:spcPct val="115000"/>
              </a:lnSpc>
              <a:spcBef>
                <a:spcPts val="0"/>
              </a:spcBef>
              <a:spcAft>
                <a:spcPts val="0"/>
              </a:spcAft>
              <a:buNone/>
              <a:defRPr sz="3600">
                <a:solidFill>
                  <a:schemeClr val="lt2"/>
                </a:solidFill>
              </a:defRPr>
            </a:lvl7pPr>
            <a:lvl8pPr lvl="7">
              <a:lnSpc>
                <a:spcPct val="115000"/>
              </a:lnSpc>
              <a:spcBef>
                <a:spcPts val="0"/>
              </a:spcBef>
              <a:spcAft>
                <a:spcPts val="0"/>
              </a:spcAft>
              <a:buNone/>
              <a:defRPr sz="3600">
                <a:solidFill>
                  <a:schemeClr val="lt2"/>
                </a:solidFill>
              </a:defRPr>
            </a:lvl8pPr>
            <a:lvl9pPr lvl="8">
              <a:lnSpc>
                <a:spcPct val="115000"/>
              </a:lnSpc>
              <a:spcBef>
                <a:spcPts val="0"/>
              </a:spcBef>
              <a:spcAft>
                <a:spcPts val="0"/>
              </a:spcAft>
              <a:buNone/>
              <a:defRPr sz="3600">
                <a:solidFill>
                  <a:schemeClr val="lt2"/>
                </a:solidFill>
              </a:defRPr>
            </a:lvl9pPr>
          </a:lstStyle>
          <a:p/>
        </p:txBody>
      </p:sp>
      <p:sp>
        <p:nvSpPr>
          <p:cNvPr id="235" name="Google Shape;235;p33"/>
          <p:cNvSpPr txBox="1"/>
          <p:nvPr>
            <p:ph idx="1" type="subTitle"/>
          </p:nvPr>
        </p:nvSpPr>
        <p:spPr>
          <a:xfrm>
            <a:off x="4845350" y="1113650"/>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236" name="Google Shape;236;p33"/>
          <p:cNvSpPr txBox="1"/>
          <p:nvPr>
            <p:ph idx="2" type="subTitle"/>
          </p:nvPr>
        </p:nvSpPr>
        <p:spPr>
          <a:xfrm>
            <a:off x="7036854" y="1113650"/>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237" name="Google Shape;237;p33"/>
          <p:cNvSpPr txBox="1"/>
          <p:nvPr>
            <p:ph idx="3" type="subTitle"/>
          </p:nvPr>
        </p:nvSpPr>
        <p:spPr>
          <a:xfrm>
            <a:off x="4845350" y="2766038"/>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238" name="Google Shape;238;p33"/>
          <p:cNvSpPr txBox="1"/>
          <p:nvPr>
            <p:ph idx="4" type="subTitle"/>
          </p:nvPr>
        </p:nvSpPr>
        <p:spPr>
          <a:xfrm>
            <a:off x="7036854" y="2766038"/>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239" name="Google Shape;239;p33"/>
          <p:cNvSpPr txBox="1"/>
          <p:nvPr>
            <p:ph idx="5" type="subTitle"/>
          </p:nvPr>
        </p:nvSpPr>
        <p:spPr>
          <a:xfrm>
            <a:off x="4845350" y="4253113"/>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240" name="Google Shape;240;p33"/>
          <p:cNvSpPr txBox="1"/>
          <p:nvPr>
            <p:ph idx="6" type="subTitle"/>
          </p:nvPr>
        </p:nvSpPr>
        <p:spPr>
          <a:xfrm>
            <a:off x="4786625" y="297699"/>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sp>
        <p:nvSpPr>
          <p:cNvPr id="241" name="Google Shape;241;p33"/>
          <p:cNvSpPr txBox="1"/>
          <p:nvPr>
            <p:ph idx="7" type="subTitle"/>
          </p:nvPr>
        </p:nvSpPr>
        <p:spPr>
          <a:xfrm>
            <a:off x="6978129" y="1950086"/>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sp>
        <p:nvSpPr>
          <p:cNvPr id="242" name="Google Shape;242;p33"/>
          <p:cNvSpPr txBox="1"/>
          <p:nvPr>
            <p:ph idx="8" type="subTitle"/>
          </p:nvPr>
        </p:nvSpPr>
        <p:spPr>
          <a:xfrm>
            <a:off x="4786625" y="1950086"/>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sp>
        <p:nvSpPr>
          <p:cNvPr id="243" name="Google Shape;243;p33"/>
          <p:cNvSpPr txBox="1"/>
          <p:nvPr>
            <p:ph idx="9" type="subTitle"/>
          </p:nvPr>
        </p:nvSpPr>
        <p:spPr>
          <a:xfrm>
            <a:off x="6978129" y="297699"/>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sp>
        <p:nvSpPr>
          <p:cNvPr id="244" name="Google Shape;244;p33"/>
          <p:cNvSpPr txBox="1"/>
          <p:nvPr>
            <p:ph idx="13" type="subTitle"/>
          </p:nvPr>
        </p:nvSpPr>
        <p:spPr>
          <a:xfrm>
            <a:off x="4786625" y="3577311"/>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pic>
        <p:nvPicPr>
          <p:cNvPr descr="A red lightning shape" id="245" name="Google Shape;245;p33"/>
          <p:cNvPicPr preferRelativeResize="0"/>
          <p:nvPr/>
        </p:nvPicPr>
        <p:blipFill rotWithShape="1">
          <a:blip r:embed="rId2">
            <a:alphaModFix/>
          </a:blip>
          <a:srcRect b="-6375" l="0" r="0" t="-7261"/>
          <a:stretch/>
        </p:blipFill>
        <p:spPr>
          <a:xfrm>
            <a:off x="284700" y="3229850"/>
            <a:ext cx="896951" cy="154032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p:cSld name="BLANK_1_1_1_1_1_1_1_1_1_1_1_1_1_1_1_1_1_3">
    <p:bg>
      <p:bgPr>
        <a:gradFill>
          <a:gsLst>
            <a:gs pos="0">
              <a:schemeClr val="dk1"/>
            </a:gs>
            <a:gs pos="73000">
              <a:schemeClr val="dk1"/>
            </a:gs>
            <a:gs pos="100000">
              <a:schemeClr val="accent4"/>
            </a:gs>
          </a:gsLst>
          <a:lin ang="8099331" scaled="0"/>
        </a:gradFill>
      </p:bgPr>
    </p:bg>
    <p:spTree>
      <p:nvGrpSpPr>
        <p:cNvPr id="246" name="Shape 246"/>
        <p:cNvGrpSpPr/>
        <p:nvPr/>
      </p:nvGrpSpPr>
      <p:grpSpPr>
        <a:xfrm>
          <a:off x="0" y="0"/>
          <a:ext cx="0" cy="0"/>
          <a:chOff x="0" y="0"/>
          <a:chExt cx="0" cy="0"/>
        </a:xfrm>
      </p:grpSpPr>
      <p:sp>
        <p:nvSpPr>
          <p:cNvPr id="247" name="Google Shape;247;p34"/>
          <p:cNvSpPr/>
          <p:nvPr/>
        </p:nvSpPr>
        <p:spPr>
          <a:xfrm rot="-5400000">
            <a:off x="4406950" y="1623800"/>
            <a:ext cx="1381200" cy="1340100"/>
          </a:xfrm>
          <a:prstGeom prst="roundRect">
            <a:avLst>
              <a:gd fmla="val 17211"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248" name="Google Shape;248;p34"/>
          <p:cNvSpPr txBox="1"/>
          <p:nvPr>
            <p:ph idx="1" type="body"/>
          </p:nvPr>
        </p:nvSpPr>
        <p:spPr>
          <a:xfrm>
            <a:off x="5944875" y="3768525"/>
            <a:ext cx="2739600" cy="915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9" name="Google Shape;249;p34"/>
          <p:cNvSpPr txBox="1"/>
          <p:nvPr>
            <p:ph idx="2" type="body"/>
          </p:nvPr>
        </p:nvSpPr>
        <p:spPr>
          <a:xfrm>
            <a:off x="5944875" y="2061100"/>
            <a:ext cx="2739600" cy="915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50" name="Google Shape;250;p34"/>
          <p:cNvSpPr/>
          <p:nvPr>
            <p:ph idx="3" type="pic"/>
          </p:nvPr>
        </p:nvSpPr>
        <p:spPr>
          <a:xfrm>
            <a:off x="4425400" y="1603550"/>
            <a:ext cx="1344300" cy="1380600"/>
          </a:xfrm>
          <a:prstGeom prst="roundRect">
            <a:avLst>
              <a:gd fmla="val 16947" name="adj"/>
            </a:avLst>
          </a:prstGeom>
          <a:noFill/>
          <a:ln>
            <a:noFill/>
          </a:ln>
        </p:spPr>
      </p:sp>
      <p:sp>
        <p:nvSpPr>
          <p:cNvPr id="251" name="Google Shape;251;p34"/>
          <p:cNvSpPr txBox="1"/>
          <p:nvPr>
            <p:ph idx="4" type="subTitle"/>
          </p:nvPr>
        </p:nvSpPr>
        <p:spPr>
          <a:xfrm>
            <a:off x="5944875" y="3339874"/>
            <a:ext cx="2717400" cy="342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1pPr>
            <a:lvl2pPr lvl="1">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2pPr>
            <a:lvl3pPr lvl="2">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3pPr>
            <a:lvl4pPr lvl="3">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4pPr>
            <a:lvl5pPr lvl="4">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5pPr>
            <a:lvl6pPr lvl="5">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6pPr>
            <a:lvl7pPr lvl="6">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7pPr>
            <a:lvl8pPr lvl="7">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8pPr>
            <a:lvl9pPr lvl="8">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9pPr>
          </a:lstStyle>
          <a:p/>
        </p:txBody>
      </p:sp>
      <p:sp>
        <p:nvSpPr>
          <p:cNvPr id="252" name="Google Shape;252;p34"/>
          <p:cNvSpPr txBox="1"/>
          <p:nvPr>
            <p:ph idx="5" type="subTitle"/>
          </p:nvPr>
        </p:nvSpPr>
        <p:spPr>
          <a:xfrm>
            <a:off x="5944875" y="1632449"/>
            <a:ext cx="2717400" cy="342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1pPr>
            <a:lvl2pPr lvl="1">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2pPr>
            <a:lvl3pPr lvl="2">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3pPr>
            <a:lvl4pPr lvl="3">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4pPr>
            <a:lvl5pPr lvl="4">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5pPr>
            <a:lvl6pPr lvl="5">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6pPr>
            <a:lvl7pPr lvl="6">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7pPr>
            <a:lvl8pPr lvl="7">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8pPr>
            <a:lvl9pPr lvl="8">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9pPr>
          </a:lstStyle>
          <a:p/>
        </p:txBody>
      </p:sp>
      <p:sp>
        <p:nvSpPr>
          <p:cNvPr id="253" name="Google Shape;253;p34"/>
          <p:cNvSpPr txBox="1"/>
          <p:nvPr>
            <p:ph type="title"/>
          </p:nvPr>
        </p:nvSpPr>
        <p:spPr>
          <a:xfrm>
            <a:off x="284700" y="286200"/>
            <a:ext cx="5660100" cy="1022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p:txBody>
      </p:sp>
      <p:sp>
        <p:nvSpPr>
          <p:cNvPr id="254" name="Google Shape;254;p34"/>
          <p:cNvSpPr txBox="1"/>
          <p:nvPr>
            <p:ph idx="6" type="body"/>
          </p:nvPr>
        </p:nvSpPr>
        <p:spPr>
          <a:xfrm>
            <a:off x="284700" y="1434450"/>
            <a:ext cx="3697800" cy="15420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Inter"/>
              <a:buChar char="●"/>
              <a:defRPr/>
            </a:lvl1pPr>
            <a:lvl2pPr indent="-292100" lvl="1" marL="914400">
              <a:spcBef>
                <a:spcPts val="0"/>
              </a:spcBef>
              <a:spcAft>
                <a:spcPts val="0"/>
              </a:spcAft>
              <a:buSzPts val="1000"/>
              <a:buFont typeface="Inter"/>
              <a:buChar char="○"/>
              <a:defRPr/>
            </a:lvl2pPr>
            <a:lvl3pPr indent="-292100" lvl="2" marL="1371600">
              <a:spcBef>
                <a:spcPts val="0"/>
              </a:spcBef>
              <a:spcAft>
                <a:spcPts val="0"/>
              </a:spcAft>
              <a:buSzPts val="1000"/>
              <a:buFont typeface="Inter"/>
              <a:buChar char="■"/>
              <a:defRPr/>
            </a:lvl3pPr>
            <a:lvl4pPr indent="-292100" lvl="3" marL="1828800">
              <a:spcBef>
                <a:spcPts val="0"/>
              </a:spcBef>
              <a:spcAft>
                <a:spcPts val="0"/>
              </a:spcAft>
              <a:buSzPts val="1000"/>
              <a:buFont typeface="Inter"/>
              <a:buChar char="●"/>
              <a:defRPr/>
            </a:lvl4pPr>
            <a:lvl5pPr indent="-292100" lvl="4" marL="2286000">
              <a:spcBef>
                <a:spcPts val="0"/>
              </a:spcBef>
              <a:spcAft>
                <a:spcPts val="0"/>
              </a:spcAft>
              <a:buSzPts val="1000"/>
              <a:buFont typeface="Inter"/>
              <a:buChar char="○"/>
              <a:defRPr/>
            </a:lvl5pPr>
            <a:lvl6pPr indent="-292100" lvl="5" marL="2743200">
              <a:spcBef>
                <a:spcPts val="0"/>
              </a:spcBef>
              <a:spcAft>
                <a:spcPts val="0"/>
              </a:spcAft>
              <a:buSzPts val="1000"/>
              <a:buFont typeface="Inter"/>
              <a:buChar char="■"/>
              <a:defRPr/>
            </a:lvl6pPr>
            <a:lvl7pPr indent="-292100" lvl="6" marL="3200400">
              <a:spcBef>
                <a:spcPts val="0"/>
              </a:spcBef>
              <a:spcAft>
                <a:spcPts val="0"/>
              </a:spcAft>
              <a:buSzPts val="1000"/>
              <a:buFont typeface="Inter"/>
              <a:buChar char="●"/>
              <a:defRPr/>
            </a:lvl7pPr>
            <a:lvl8pPr indent="-292100" lvl="7" marL="3657600">
              <a:spcBef>
                <a:spcPts val="0"/>
              </a:spcBef>
              <a:spcAft>
                <a:spcPts val="0"/>
              </a:spcAft>
              <a:buSzPts val="1000"/>
              <a:buFont typeface="Inter"/>
              <a:buChar char="○"/>
              <a:defRPr/>
            </a:lvl8pPr>
            <a:lvl9pPr indent="-292100" lvl="8" marL="4114800">
              <a:spcBef>
                <a:spcPts val="0"/>
              </a:spcBef>
              <a:spcAft>
                <a:spcPts val="0"/>
              </a:spcAft>
              <a:buSzPts val="1000"/>
              <a:buFont typeface="Inter"/>
              <a:buChar char="■"/>
              <a:defRPr/>
            </a:lvl9pPr>
          </a:lstStyle>
          <a:p/>
        </p:txBody>
      </p:sp>
      <p:sp>
        <p:nvSpPr>
          <p:cNvPr id="255" name="Google Shape;255;p34"/>
          <p:cNvSpPr/>
          <p:nvPr/>
        </p:nvSpPr>
        <p:spPr>
          <a:xfrm rot="-5400000">
            <a:off x="4406950" y="1623800"/>
            <a:ext cx="1381200" cy="1340100"/>
          </a:xfrm>
          <a:prstGeom prst="roundRect">
            <a:avLst>
              <a:gd fmla="val 17211"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256" name="Google Shape;256;p34"/>
          <p:cNvSpPr/>
          <p:nvPr/>
        </p:nvSpPr>
        <p:spPr>
          <a:xfrm rot="-5400000">
            <a:off x="4406950" y="3343627"/>
            <a:ext cx="1381200" cy="1340100"/>
          </a:xfrm>
          <a:prstGeom prst="roundRect">
            <a:avLst>
              <a:gd fmla="val 17211"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257" name="Google Shape;257;p34"/>
          <p:cNvSpPr/>
          <p:nvPr>
            <p:ph idx="7" type="pic"/>
          </p:nvPr>
        </p:nvSpPr>
        <p:spPr>
          <a:xfrm>
            <a:off x="4425400" y="3323377"/>
            <a:ext cx="1344300" cy="1380600"/>
          </a:xfrm>
          <a:prstGeom prst="roundRect">
            <a:avLst>
              <a:gd fmla="val 16947" name="adj"/>
            </a:avLst>
          </a:prstGeom>
          <a:noFill/>
          <a:ln>
            <a:noFill/>
          </a:ln>
        </p:spPr>
      </p:sp>
      <p:sp>
        <p:nvSpPr>
          <p:cNvPr id="258" name="Google Shape;258;p34"/>
          <p:cNvSpPr/>
          <p:nvPr/>
        </p:nvSpPr>
        <p:spPr>
          <a:xfrm rot="-5400000">
            <a:off x="4406950" y="3343627"/>
            <a:ext cx="1381200" cy="1340100"/>
          </a:xfrm>
          <a:prstGeom prst="roundRect">
            <a:avLst>
              <a:gd fmla="val 17211"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images">
  <p:cSld name="BLANK_1_1_1_1_1_1_1_1_1_1_1_1_1_1_1_1_1_1_2">
    <p:bg>
      <p:bgPr>
        <a:gradFill>
          <a:gsLst>
            <a:gs pos="0">
              <a:schemeClr val="dk1"/>
            </a:gs>
            <a:gs pos="50000">
              <a:schemeClr val="dk1"/>
            </a:gs>
            <a:gs pos="100000">
              <a:schemeClr val="accent1"/>
            </a:gs>
          </a:gsLst>
          <a:lin ang="8099331" scaled="0"/>
        </a:gradFill>
      </p:bgPr>
    </p:bg>
    <p:spTree>
      <p:nvGrpSpPr>
        <p:cNvPr id="259" name="Shape 259"/>
        <p:cNvGrpSpPr/>
        <p:nvPr/>
      </p:nvGrpSpPr>
      <p:grpSpPr>
        <a:xfrm>
          <a:off x="0" y="0"/>
          <a:ext cx="0" cy="0"/>
          <a:chOff x="0" y="0"/>
          <a:chExt cx="0" cy="0"/>
        </a:xfrm>
      </p:grpSpPr>
      <p:pic>
        <p:nvPicPr>
          <p:cNvPr descr="A green plus sign" id="260" name="Google Shape;260;p35"/>
          <p:cNvPicPr preferRelativeResize="0"/>
          <p:nvPr/>
        </p:nvPicPr>
        <p:blipFill>
          <a:blip r:embed="rId2">
            <a:alphaModFix/>
          </a:blip>
          <a:stretch>
            <a:fillRect/>
          </a:stretch>
        </p:blipFill>
        <p:spPr>
          <a:xfrm rot="-1647363">
            <a:off x="491571" y="3036533"/>
            <a:ext cx="1374058" cy="1415483"/>
          </a:xfrm>
          <a:prstGeom prst="rect">
            <a:avLst/>
          </a:prstGeom>
          <a:noFill/>
          <a:ln>
            <a:noFill/>
          </a:ln>
        </p:spPr>
      </p:pic>
      <p:sp>
        <p:nvSpPr>
          <p:cNvPr id="261" name="Google Shape;261;p35"/>
          <p:cNvSpPr txBox="1"/>
          <p:nvPr>
            <p:ph idx="1" type="body"/>
          </p:nvPr>
        </p:nvSpPr>
        <p:spPr>
          <a:xfrm>
            <a:off x="6363800" y="3637925"/>
            <a:ext cx="1640100" cy="1320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indent="-292100" lvl="1" marL="914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indent="-292100" lvl="2" marL="1371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indent="-292100" lvl="3" marL="1828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indent="-292100" lvl="4" marL="22860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indent="-292100" lvl="5" marL="2743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indent="-292100" lvl="6" marL="3200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indent="-292100" lvl="7" marL="3657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indent="-292100" lvl="8" marL="4114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p:txBody>
      </p:sp>
      <p:sp>
        <p:nvSpPr>
          <p:cNvPr id="262" name="Google Shape;262;p35"/>
          <p:cNvSpPr txBox="1"/>
          <p:nvPr>
            <p:ph idx="2" type="body"/>
          </p:nvPr>
        </p:nvSpPr>
        <p:spPr>
          <a:xfrm>
            <a:off x="1141050" y="3637925"/>
            <a:ext cx="1640100" cy="1320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indent="-292100" lvl="1" marL="914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indent="-292100" lvl="2" marL="1371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indent="-292100" lvl="3" marL="1828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indent="-292100" lvl="4" marL="22860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indent="-292100" lvl="5" marL="2743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indent="-292100" lvl="6" marL="3200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indent="-292100" lvl="7" marL="3657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indent="-292100" lvl="8" marL="4114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p:txBody>
      </p:sp>
      <p:sp>
        <p:nvSpPr>
          <p:cNvPr id="263" name="Google Shape;263;p35"/>
          <p:cNvSpPr txBox="1"/>
          <p:nvPr>
            <p:ph idx="3" type="body"/>
          </p:nvPr>
        </p:nvSpPr>
        <p:spPr>
          <a:xfrm>
            <a:off x="2881925" y="3637925"/>
            <a:ext cx="1640100" cy="1320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indent="-292100" lvl="1" marL="914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indent="-292100" lvl="2" marL="1371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indent="-292100" lvl="3" marL="1828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indent="-292100" lvl="4" marL="22860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indent="-292100" lvl="5" marL="2743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indent="-292100" lvl="6" marL="3200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indent="-292100" lvl="7" marL="3657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indent="-292100" lvl="8" marL="4114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p:txBody>
      </p:sp>
      <p:sp>
        <p:nvSpPr>
          <p:cNvPr id="264" name="Google Shape;264;p35"/>
          <p:cNvSpPr/>
          <p:nvPr>
            <p:ph idx="4" type="pic"/>
          </p:nvPr>
        </p:nvSpPr>
        <p:spPr>
          <a:xfrm>
            <a:off x="1241100" y="1523850"/>
            <a:ext cx="1440000" cy="1814100"/>
          </a:xfrm>
          <a:prstGeom prst="roundRect">
            <a:avLst>
              <a:gd fmla="val 12587" name="adj"/>
            </a:avLst>
          </a:prstGeom>
          <a:noFill/>
          <a:ln>
            <a:noFill/>
          </a:ln>
        </p:spPr>
      </p:sp>
      <p:sp>
        <p:nvSpPr>
          <p:cNvPr id="265" name="Google Shape;265;p35"/>
          <p:cNvSpPr/>
          <p:nvPr>
            <p:ph idx="5" type="pic"/>
          </p:nvPr>
        </p:nvSpPr>
        <p:spPr>
          <a:xfrm>
            <a:off x="2981975" y="1523850"/>
            <a:ext cx="1440000" cy="1814100"/>
          </a:xfrm>
          <a:prstGeom prst="roundRect">
            <a:avLst>
              <a:gd fmla="val 12587" name="adj"/>
            </a:avLst>
          </a:prstGeom>
          <a:noFill/>
          <a:ln>
            <a:noFill/>
          </a:ln>
        </p:spPr>
      </p:sp>
      <p:sp>
        <p:nvSpPr>
          <p:cNvPr id="266" name="Google Shape;266;p35"/>
          <p:cNvSpPr/>
          <p:nvPr>
            <p:ph idx="6" type="pic"/>
          </p:nvPr>
        </p:nvSpPr>
        <p:spPr>
          <a:xfrm>
            <a:off x="4722975" y="1523850"/>
            <a:ext cx="1440000" cy="1814100"/>
          </a:xfrm>
          <a:prstGeom prst="roundRect">
            <a:avLst>
              <a:gd fmla="val 12587" name="adj"/>
            </a:avLst>
          </a:prstGeom>
          <a:noFill/>
          <a:ln>
            <a:noFill/>
          </a:ln>
        </p:spPr>
      </p:sp>
      <p:sp>
        <p:nvSpPr>
          <p:cNvPr id="267" name="Google Shape;267;p35"/>
          <p:cNvSpPr/>
          <p:nvPr>
            <p:ph idx="7" type="pic"/>
          </p:nvPr>
        </p:nvSpPr>
        <p:spPr>
          <a:xfrm>
            <a:off x="6463850" y="1523850"/>
            <a:ext cx="1440000" cy="1814100"/>
          </a:xfrm>
          <a:prstGeom prst="roundRect">
            <a:avLst>
              <a:gd fmla="val 12587" name="adj"/>
            </a:avLst>
          </a:prstGeom>
          <a:noFill/>
          <a:ln>
            <a:noFill/>
          </a:ln>
        </p:spPr>
      </p:sp>
      <p:sp>
        <p:nvSpPr>
          <p:cNvPr id="268" name="Google Shape;268;p35"/>
          <p:cNvSpPr txBox="1"/>
          <p:nvPr>
            <p:ph idx="8" type="subTitle"/>
          </p:nvPr>
        </p:nvSpPr>
        <p:spPr>
          <a:xfrm>
            <a:off x="1141175" y="3489050"/>
            <a:ext cx="1640100" cy="1320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69" name="Google Shape;269;p35"/>
          <p:cNvSpPr txBox="1"/>
          <p:nvPr>
            <p:ph idx="9" type="subTitle"/>
          </p:nvPr>
        </p:nvSpPr>
        <p:spPr>
          <a:xfrm>
            <a:off x="2882050" y="3489050"/>
            <a:ext cx="1640100" cy="1320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70" name="Google Shape;270;p35"/>
          <p:cNvSpPr txBox="1"/>
          <p:nvPr>
            <p:ph idx="13" type="subTitle"/>
          </p:nvPr>
        </p:nvSpPr>
        <p:spPr>
          <a:xfrm>
            <a:off x="4623050" y="3489050"/>
            <a:ext cx="1640100" cy="1320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71" name="Google Shape;271;p35"/>
          <p:cNvSpPr txBox="1"/>
          <p:nvPr>
            <p:ph idx="14" type="subTitle"/>
          </p:nvPr>
        </p:nvSpPr>
        <p:spPr>
          <a:xfrm>
            <a:off x="6363925" y="3489050"/>
            <a:ext cx="1640100" cy="1320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72" name="Google Shape;272;p35"/>
          <p:cNvSpPr txBox="1"/>
          <p:nvPr>
            <p:ph type="title"/>
          </p:nvPr>
        </p:nvSpPr>
        <p:spPr>
          <a:xfrm>
            <a:off x="284525" y="186900"/>
            <a:ext cx="8574900" cy="12408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ards">
  <p:cSld name="BLANK_1_1_1_1_1_1_1_1_1_1_1_1_1_1_1_1_1_1_2_1">
    <p:spTree>
      <p:nvGrpSpPr>
        <p:cNvPr id="273" name="Shape 273"/>
        <p:cNvGrpSpPr/>
        <p:nvPr/>
      </p:nvGrpSpPr>
      <p:grpSpPr>
        <a:xfrm>
          <a:off x="0" y="0"/>
          <a:ext cx="0" cy="0"/>
          <a:chOff x="0" y="0"/>
          <a:chExt cx="0" cy="0"/>
        </a:xfrm>
      </p:grpSpPr>
      <p:sp>
        <p:nvSpPr>
          <p:cNvPr id="274" name="Google Shape;274;p36"/>
          <p:cNvSpPr txBox="1"/>
          <p:nvPr>
            <p:ph idx="1" type="body"/>
          </p:nvPr>
        </p:nvSpPr>
        <p:spPr>
          <a:xfrm>
            <a:off x="1733150" y="4155550"/>
            <a:ext cx="2191800" cy="4572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1"/>
              </a:buClr>
              <a:buSzPts val="900"/>
              <a:buFont typeface="Inter"/>
              <a:buChar char="●"/>
              <a:defRPr sz="900"/>
            </a:lvl1pPr>
            <a:lvl2pPr indent="-285750" lvl="1" marL="914400">
              <a:lnSpc>
                <a:spcPct val="115000"/>
              </a:lnSpc>
              <a:spcBef>
                <a:spcPts val="0"/>
              </a:spcBef>
              <a:spcAft>
                <a:spcPts val="0"/>
              </a:spcAft>
              <a:buClr>
                <a:schemeClr val="lt1"/>
              </a:buClr>
              <a:buSzPts val="900"/>
              <a:buFont typeface="Inter"/>
              <a:buChar char="○"/>
              <a:defRPr sz="900"/>
            </a:lvl2pPr>
            <a:lvl3pPr indent="-285750" lvl="2" marL="1371600">
              <a:lnSpc>
                <a:spcPct val="115000"/>
              </a:lnSpc>
              <a:spcBef>
                <a:spcPts val="0"/>
              </a:spcBef>
              <a:spcAft>
                <a:spcPts val="0"/>
              </a:spcAft>
              <a:buClr>
                <a:schemeClr val="lt1"/>
              </a:buClr>
              <a:buSzPts val="900"/>
              <a:buFont typeface="Inter"/>
              <a:buChar char="■"/>
              <a:defRPr sz="900"/>
            </a:lvl3pPr>
            <a:lvl4pPr indent="-285750" lvl="3" marL="1828800">
              <a:lnSpc>
                <a:spcPct val="115000"/>
              </a:lnSpc>
              <a:spcBef>
                <a:spcPts val="0"/>
              </a:spcBef>
              <a:spcAft>
                <a:spcPts val="0"/>
              </a:spcAft>
              <a:buClr>
                <a:schemeClr val="lt1"/>
              </a:buClr>
              <a:buSzPts val="900"/>
              <a:buFont typeface="Inter"/>
              <a:buChar char="●"/>
              <a:defRPr sz="900"/>
            </a:lvl4pPr>
            <a:lvl5pPr indent="-285750" lvl="4" marL="2286000">
              <a:lnSpc>
                <a:spcPct val="115000"/>
              </a:lnSpc>
              <a:spcBef>
                <a:spcPts val="0"/>
              </a:spcBef>
              <a:spcAft>
                <a:spcPts val="0"/>
              </a:spcAft>
              <a:buClr>
                <a:schemeClr val="lt1"/>
              </a:buClr>
              <a:buSzPts val="900"/>
              <a:buFont typeface="Inter"/>
              <a:buChar char="○"/>
              <a:defRPr sz="900"/>
            </a:lvl5pPr>
            <a:lvl6pPr indent="-285750" lvl="5" marL="2743200">
              <a:lnSpc>
                <a:spcPct val="115000"/>
              </a:lnSpc>
              <a:spcBef>
                <a:spcPts val="0"/>
              </a:spcBef>
              <a:spcAft>
                <a:spcPts val="0"/>
              </a:spcAft>
              <a:buClr>
                <a:schemeClr val="lt1"/>
              </a:buClr>
              <a:buSzPts val="900"/>
              <a:buFont typeface="Inter"/>
              <a:buChar char="■"/>
              <a:defRPr sz="900"/>
            </a:lvl6pPr>
            <a:lvl7pPr indent="-285750" lvl="6" marL="3200400">
              <a:lnSpc>
                <a:spcPct val="115000"/>
              </a:lnSpc>
              <a:spcBef>
                <a:spcPts val="0"/>
              </a:spcBef>
              <a:spcAft>
                <a:spcPts val="0"/>
              </a:spcAft>
              <a:buClr>
                <a:schemeClr val="lt1"/>
              </a:buClr>
              <a:buSzPts val="900"/>
              <a:buFont typeface="Inter"/>
              <a:buChar char="●"/>
              <a:defRPr sz="900"/>
            </a:lvl7pPr>
            <a:lvl8pPr indent="-285750" lvl="7" marL="3657600">
              <a:lnSpc>
                <a:spcPct val="115000"/>
              </a:lnSpc>
              <a:spcBef>
                <a:spcPts val="0"/>
              </a:spcBef>
              <a:spcAft>
                <a:spcPts val="0"/>
              </a:spcAft>
              <a:buClr>
                <a:schemeClr val="lt1"/>
              </a:buClr>
              <a:buSzPts val="900"/>
              <a:buFont typeface="Inter"/>
              <a:buChar char="○"/>
              <a:defRPr sz="900"/>
            </a:lvl8pPr>
            <a:lvl9pPr indent="-285750" lvl="8" marL="4114800">
              <a:lnSpc>
                <a:spcPct val="115000"/>
              </a:lnSpc>
              <a:spcBef>
                <a:spcPts val="0"/>
              </a:spcBef>
              <a:spcAft>
                <a:spcPts val="0"/>
              </a:spcAft>
              <a:buClr>
                <a:schemeClr val="lt1"/>
              </a:buClr>
              <a:buSzPts val="900"/>
              <a:buFont typeface="Inter"/>
              <a:buChar char="■"/>
              <a:defRPr sz="900"/>
            </a:lvl9pPr>
          </a:lstStyle>
          <a:p/>
        </p:txBody>
      </p:sp>
      <p:sp>
        <p:nvSpPr>
          <p:cNvPr id="275" name="Google Shape;275;p36"/>
          <p:cNvSpPr txBox="1"/>
          <p:nvPr>
            <p:ph idx="2" type="body"/>
          </p:nvPr>
        </p:nvSpPr>
        <p:spPr>
          <a:xfrm>
            <a:off x="6110950" y="4160950"/>
            <a:ext cx="2191800" cy="4572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1"/>
              </a:buClr>
              <a:buSzPts val="900"/>
              <a:buFont typeface="Inter"/>
              <a:buChar char="●"/>
              <a:defRPr sz="900"/>
            </a:lvl1pPr>
            <a:lvl2pPr indent="-285750" lvl="1" marL="914400">
              <a:lnSpc>
                <a:spcPct val="115000"/>
              </a:lnSpc>
              <a:spcBef>
                <a:spcPts val="0"/>
              </a:spcBef>
              <a:spcAft>
                <a:spcPts val="0"/>
              </a:spcAft>
              <a:buClr>
                <a:schemeClr val="lt1"/>
              </a:buClr>
              <a:buSzPts val="900"/>
              <a:buFont typeface="Inter"/>
              <a:buChar char="○"/>
              <a:defRPr sz="900"/>
            </a:lvl2pPr>
            <a:lvl3pPr indent="-285750" lvl="2" marL="1371600">
              <a:lnSpc>
                <a:spcPct val="115000"/>
              </a:lnSpc>
              <a:spcBef>
                <a:spcPts val="0"/>
              </a:spcBef>
              <a:spcAft>
                <a:spcPts val="0"/>
              </a:spcAft>
              <a:buClr>
                <a:schemeClr val="lt1"/>
              </a:buClr>
              <a:buSzPts val="900"/>
              <a:buFont typeface="Inter"/>
              <a:buChar char="■"/>
              <a:defRPr sz="900"/>
            </a:lvl3pPr>
            <a:lvl4pPr indent="-285750" lvl="3" marL="1828800">
              <a:lnSpc>
                <a:spcPct val="115000"/>
              </a:lnSpc>
              <a:spcBef>
                <a:spcPts val="0"/>
              </a:spcBef>
              <a:spcAft>
                <a:spcPts val="0"/>
              </a:spcAft>
              <a:buClr>
                <a:schemeClr val="lt1"/>
              </a:buClr>
              <a:buSzPts val="900"/>
              <a:buFont typeface="Inter"/>
              <a:buChar char="●"/>
              <a:defRPr sz="900"/>
            </a:lvl4pPr>
            <a:lvl5pPr indent="-285750" lvl="4" marL="2286000">
              <a:lnSpc>
                <a:spcPct val="115000"/>
              </a:lnSpc>
              <a:spcBef>
                <a:spcPts val="0"/>
              </a:spcBef>
              <a:spcAft>
                <a:spcPts val="0"/>
              </a:spcAft>
              <a:buClr>
                <a:schemeClr val="lt1"/>
              </a:buClr>
              <a:buSzPts val="900"/>
              <a:buFont typeface="Inter"/>
              <a:buChar char="○"/>
              <a:defRPr sz="900"/>
            </a:lvl5pPr>
            <a:lvl6pPr indent="-285750" lvl="5" marL="2743200">
              <a:lnSpc>
                <a:spcPct val="115000"/>
              </a:lnSpc>
              <a:spcBef>
                <a:spcPts val="0"/>
              </a:spcBef>
              <a:spcAft>
                <a:spcPts val="0"/>
              </a:spcAft>
              <a:buClr>
                <a:schemeClr val="lt1"/>
              </a:buClr>
              <a:buSzPts val="900"/>
              <a:buFont typeface="Inter"/>
              <a:buChar char="■"/>
              <a:defRPr sz="900"/>
            </a:lvl6pPr>
            <a:lvl7pPr indent="-285750" lvl="6" marL="3200400">
              <a:lnSpc>
                <a:spcPct val="115000"/>
              </a:lnSpc>
              <a:spcBef>
                <a:spcPts val="0"/>
              </a:spcBef>
              <a:spcAft>
                <a:spcPts val="0"/>
              </a:spcAft>
              <a:buClr>
                <a:schemeClr val="lt1"/>
              </a:buClr>
              <a:buSzPts val="900"/>
              <a:buFont typeface="Inter"/>
              <a:buChar char="●"/>
              <a:defRPr sz="900"/>
            </a:lvl7pPr>
            <a:lvl8pPr indent="-285750" lvl="7" marL="3657600">
              <a:lnSpc>
                <a:spcPct val="115000"/>
              </a:lnSpc>
              <a:spcBef>
                <a:spcPts val="0"/>
              </a:spcBef>
              <a:spcAft>
                <a:spcPts val="0"/>
              </a:spcAft>
              <a:buClr>
                <a:schemeClr val="lt1"/>
              </a:buClr>
              <a:buSzPts val="900"/>
              <a:buFont typeface="Inter"/>
              <a:buChar char="○"/>
              <a:defRPr sz="900"/>
            </a:lvl8pPr>
            <a:lvl9pPr indent="-285750" lvl="8" marL="4114800">
              <a:lnSpc>
                <a:spcPct val="115000"/>
              </a:lnSpc>
              <a:spcBef>
                <a:spcPts val="0"/>
              </a:spcBef>
              <a:spcAft>
                <a:spcPts val="0"/>
              </a:spcAft>
              <a:buClr>
                <a:schemeClr val="lt1"/>
              </a:buClr>
              <a:buSzPts val="900"/>
              <a:buFont typeface="Inter"/>
              <a:buChar char="■"/>
              <a:defRPr sz="900"/>
            </a:lvl9pPr>
          </a:lstStyle>
          <a:p/>
        </p:txBody>
      </p:sp>
      <p:sp>
        <p:nvSpPr>
          <p:cNvPr id="276" name="Google Shape;276;p36"/>
          <p:cNvSpPr txBox="1"/>
          <p:nvPr>
            <p:ph idx="3" type="body"/>
          </p:nvPr>
        </p:nvSpPr>
        <p:spPr>
          <a:xfrm>
            <a:off x="6110950" y="3753663"/>
            <a:ext cx="1640100" cy="13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indent="-292100" lvl="1" marL="914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indent="-292100" lvl="2" marL="1371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indent="-292100" lvl="3" marL="1828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indent="-292100" lvl="4" marL="22860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indent="-292100" lvl="5" marL="2743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indent="-292100" lvl="6" marL="3200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indent="-292100" lvl="7" marL="3657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indent="-292100" lvl="8" marL="4114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p:txBody>
      </p:sp>
      <p:sp>
        <p:nvSpPr>
          <p:cNvPr id="277" name="Google Shape;277;p36"/>
          <p:cNvSpPr txBox="1"/>
          <p:nvPr>
            <p:ph idx="4" type="subTitle"/>
          </p:nvPr>
        </p:nvSpPr>
        <p:spPr>
          <a:xfrm>
            <a:off x="6111075" y="1964438"/>
            <a:ext cx="1640100" cy="132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78" name="Google Shape;278;p36"/>
          <p:cNvSpPr txBox="1"/>
          <p:nvPr>
            <p:ph idx="5" type="body"/>
          </p:nvPr>
        </p:nvSpPr>
        <p:spPr>
          <a:xfrm>
            <a:off x="1733150" y="3748263"/>
            <a:ext cx="1640100" cy="13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indent="-292100" lvl="1" marL="914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indent="-292100" lvl="2" marL="1371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indent="-292100" lvl="3" marL="1828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indent="-292100" lvl="4" marL="22860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indent="-292100" lvl="5" marL="2743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indent="-292100" lvl="6" marL="3200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indent="-292100" lvl="7" marL="3657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indent="-292100" lvl="8" marL="4114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p:txBody>
      </p:sp>
      <p:sp>
        <p:nvSpPr>
          <p:cNvPr id="279" name="Google Shape;279;p36"/>
          <p:cNvSpPr txBox="1"/>
          <p:nvPr>
            <p:ph idx="6" type="subTitle"/>
          </p:nvPr>
        </p:nvSpPr>
        <p:spPr>
          <a:xfrm>
            <a:off x="1733275" y="1959038"/>
            <a:ext cx="1640100" cy="132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80" name="Google Shape;280;p36"/>
          <p:cNvSpPr txBox="1"/>
          <p:nvPr>
            <p:ph idx="7" type="body"/>
          </p:nvPr>
        </p:nvSpPr>
        <p:spPr>
          <a:xfrm>
            <a:off x="1733150" y="2107913"/>
            <a:ext cx="1640100" cy="132000"/>
          </a:xfrm>
          <a:prstGeom prst="rect">
            <a:avLst/>
          </a:prstGeom>
        </p:spPr>
        <p:txBody>
          <a:bodyPr anchorCtr="0" anchor="ctr" bIns="0" lIns="0" spcFirstLastPara="1" rIns="0" wrap="square" tIns="0">
            <a:spAutoFit/>
          </a:bodyPr>
          <a:lstStyle>
            <a:lvl1pPr indent="-292100" lvl="0" marL="457200">
              <a:spcBef>
                <a:spcPts val="0"/>
              </a:spcBef>
              <a:spcAft>
                <a:spcPts val="0"/>
              </a:spcAft>
              <a:buSzPts val="1000"/>
              <a:buFont typeface="Fredoka Medium"/>
              <a:buChar char="●"/>
              <a:defRPr sz="1000">
                <a:latin typeface="Fredoka Medium"/>
                <a:ea typeface="Fredoka Medium"/>
                <a:cs typeface="Fredoka Medium"/>
                <a:sym typeface="Fredoka Medium"/>
              </a:defRPr>
            </a:lvl1pPr>
            <a:lvl2pPr indent="-292100" lvl="1" marL="914400">
              <a:spcBef>
                <a:spcPts val="0"/>
              </a:spcBef>
              <a:spcAft>
                <a:spcPts val="0"/>
              </a:spcAft>
              <a:buSzPts val="1000"/>
              <a:buFont typeface="Fredoka Medium"/>
              <a:buChar char="○"/>
              <a:defRPr sz="1000">
                <a:latin typeface="Fredoka Medium"/>
                <a:ea typeface="Fredoka Medium"/>
                <a:cs typeface="Fredoka Medium"/>
                <a:sym typeface="Fredoka Medium"/>
              </a:defRPr>
            </a:lvl2pPr>
            <a:lvl3pPr indent="-292100" lvl="2" marL="1371600">
              <a:spcBef>
                <a:spcPts val="0"/>
              </a:spcBef>
              <a:spcAft>
                <a:spcPts val="0"/>
              </a:spcAft>
              <a:buSzPts val="1000"/>
              <a:buFont typeface="Fredoka Medium"/>
              <a:buChar char="■"/>
              <a:defRPr sz="1000">
                <a:latin typeface="Fredoka Medium"/>
                <a:ea typeface="Fredoka Medium"/>
                <a:cs typeface="Fredoka Medium"/>
                <a:sym typeface="Fredoka Medium"/>
              </a:defRPr>
            </a:lvl3pPr>
            <a:lvl4pPr indent="-292100" lvl="3" marL="1828800">
              <a:spcBef>
                <a:spcPts val="0"/>
              </a:spcBef>
              <a:spcAft>
                <a:spcPts val="0"/>
              </a:spcAft>
              <a:buSzPts val="1000"/>
              <a:buFont typeface="Fredoka Medium"/>
              <a:buChar char="●"/>
              <a:defRPr sz="1000">
                <a:latin typeface="Fredoka Medium"/>
                <a:ea typeface="Fredoka Medium"/>
                <a:cs typeface="Fredoka Medium"/>
                <a:sym typeface="Fredoka Medium"/>
              </a:defRPr>
            </a:lvl4pPr>
            <a:lvl5pPr indent="-292100" lvl="4" marL="2286000">
              <a:spcBef>
                <a:spcPts val="0"/>
              </a:spcBef>
              <a:spcAft>
                <a:spcPts val="0"/>
              </a:spcAft>
              <a:buSzPts val="1000"/>
              <a:buFont typeface="Fredoka Medium"/>
              <a:buChar char="○"/>
              <a:defRPr sz="1000">
                <a:latin typeface="Fredoka Medium"/>
                <a:ea typeface="Fredoka Medium"/>
                <a:cs typeface="Fredoka Medium"/>
                <a:sym typeface="Fredoka Medium"/>
              </a:defRPr>
            </a:lvl5pPr>
            <a:lvl6pPr indent="-292100" lvl="5" marL="2743200">
              <a:spcBef>
                <a:spcPts val="0"/>
              </a:spcBef>
              <a:spcAft>
                <a:spcPts val="0"/>
              </a:spcAft>
              <a:buSzPts val="1000"/>
              <a:buFont typeface="Fredoka Medium"/>
              <a:buChar char="■"/>
              <a:defRPr sz="1000">
                <a:latin typeface="Fredoka Medium"/>
                <a:ea typeface="Fredoka Medium"/>
                <a:cs typeface="Fredoka Medium"/>
                <a:sym typeface="Fredoka Medium"/>
              </a:defRPr>
            </a:lvl6pPr>
            <a:lvl7pPr indent="-292100" lvl="6" marL="3200400">
              <a:spcBef>
                <a:spcPts val="0"/>
              </a:spcBef>
              <a:spcAft>
                <a:spcPts val="0"/>
              </a:spcAft>
              <a:buSzPts val="1000"/>
              <a:buFont typeface="Fredoka Medium"/>
              <a:buChar char="●"/>
              <a:defRPr sz="1000">
                <a:latin typeface="Fredoka Medium"/>
                <a:ea typeface="Fredoka Medium"/>
                <a:cs typeface="Fredoka Medium"/>
                <a:sym typeface="Fredoka Medium"/>
              </a:defRPr>
            </a:lvl7pPr>
            <a:lvl8pPr indent="-292100" lvl="7" marL="3657600">
              <a:spcBef>
                <a:spcPts val="0"/>
              </a:spcBef>
              <a:spcAft>
                <a:spcPts val="0"/>
              </a:spcAft>
              <a:buSzPts val="1000"/>
              <a:buFont typeface="Fredoka Medium"/>
              <a:buChar char="○"/>
              <a:defRPr sz="1000">
                <a:latin typeface="Fredoka Medium"/>
                <a:ea typeface="Fredoka Medium"/>
                <a:cs typeface="Fredoka Medium"/>
                <a:sym typeface="Fredoka Medium"/>
              </a:defRPr>
            </a:lvl8pPr>
            <a:lvl9pPr indent="-292100" lvl="8" marL="4114800">
              <a:spcBef>
                <a:spcPts val="0"/>
              </a:spcBef>
              <a:spcAft>
                <a:spcPts val="0"/>
              </a:spcAft>
              <a:buSzPts val="1000"/>
              <a:buFont typeface="Fredoka Medium"/>
              <a:buChar char="■"/>
              <a:defRPr sz="1000">
                <a:latin typeface="Fredoka Medium"/>
                <a:ea typeface="Fredoka Medium"/>
                <a:cs typeface="Fredoka Medium"/>
                <a:sym typeface="Fredoka Medium"/>
              </a:defRPr>
            </a:lvl9pPr>
          </a:lstStyle>
          <a:p/>
        </p:txBody>
      </p:sp>
      <p:sp>
        <p:nvSpPr>
          <p:cNvPr id="281" name="Google Shape;281;p36"/>
          <p:cNvSpPr txBox="1"/>
          <p:nvPr>
            <p:ph idx="8" type="subTitle"/>
          </p:nvPr>
        </p:nvSpPr>
        <p:spPr>
          <a:xfrm>
            <a:off x="1733275" y="3599388"/>
            <a:ext cx="1640100" cy="132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82" name="Google Shape;282;p36"/>
          <p:cNvSpPr txBox="1"/>
          <p:nvPr>
            <p:ph idx="9" type="body"/>
          </p:nvPr>
        </p:nvSpPr>
        <p:spPr>
          <a:xfrm>
            <a:off x="6110950" y="2113313"/>
            <a:ext cx="1640100" cy="13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indent="-292100" lvl="1" marL="914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indent="-292100" lvl="2" marL="1371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indent="-292100" lvl="3" marL="1828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indent="-292100" lvl="4" marL="22860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indent="-292100" lvl="5" marL="2743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indent="-292100" lvl="6" marL="3200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indent="-292100" lvl="7" marL="3657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indent="-292100" lvl="8" marL="4114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p:txBody>
      </p:sp>
      <p:sp>
        <p:nvSpPr>
          <p:cNvPr id="283" name="Google Shape;283;p36"/>
          <p:cNvSpPr txBox="1"/>
          <p:nvPr>
            <p:ph idx="13" type="subTitle"/>
          </p:nvPr>
        </p:nvSpPr>
        <p:spPr>
          <a:xfrm>
            <a:off x="6111075" y="3604788"/>
            <a:ext cx="1640100" cy="132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84" name="Google Shape;284;p36"/>
          <p:cNvSpPr txBox="1"/>
          <p:nvPr>
            <p:ph type="title"/>
          </p:nvPr>
        </p:nvSpPr>
        <p:spPr>
          <a:xfrm>
            <a:off x="284525" y="186900"/>
            <a:ext cx="8574900" cy="12408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285" name="Google Shape;285;p36"/>
          <p:cNvSpPr txBox="1"/>
          <p:nvPr>
            <p:ph idx="14" type="body"/>
          </p:nvPr>
        </p:nvSpPr>
        <p:spPr>
          <a:xfrm>
            <a:off x="1733150" y="2515200"/>
            <a:ext cx="2191800" cy="4572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1"/>
              </a:buClr>
              <a:buSzPts val="900"/>
              <a:buFont typeface="Inter"/>
              <a:buChar char="●"/>
              <a:defRPr sz="900"/>
            </a:lvl1pPr>
            <a:lvl2pPr indent="-285750" lvl="1" marL="914400">
              <a:lnSpc>
                <a:spcPct val="115000"/>
              </a:lnSpc>
              <a:spcBef>
                <a:spcPts val="0"/>
              </a:spcBef>
              <a:spcAft>
                <a:spcPts val="0"/>
              </a:spcAft>
              <a:buClr>
                <a:schemeClr val="lt1"/>
              </a:buClr>
              <a:buSzPts val="900"/>
              <a:buFont typeface="Inter"/>
              <a:buChar char="○"/>
              <a:defRPr sz="900"/>
            </a:lvl2pPr>
            <a:lvl3pPr indent="-285750" lvl="2" marL="1371600">
              <a:lnSpc>
                <a:spcPct val="115000"/>
              </a:lnSpc>
              <a:spcBef>
                <a:spcPts val="0"/>
              </a:spcBef>
              <a:spcAft>
                <a:spcPts val="0"/>
              </a:spcAft>
              <a:buClr>
                <a:schemeClr val="lt1"/>
              </a:buClr>
              <a:buSzPts val="900"/>
              <a:buFont typeface="Inter"/>
              <a:buChar char="■"/>
              <a:defRPr sz="900"/>
            </a:lvl3pPr>
            <a:lvl4pPr indent="-285750" lvl="3" marL="1828800">
              <a:lnSpc>
                <a:spcPct val="115000"/>
              </a:lnSpc>
              <a:spcBef>
                <a:spcPts val="0"/>
              </a:spcBef>
              <a:spcAft>
                <a:spcPts val="0"/>
              </a:spcAft>
              <a:buClr>
                <a:schemeClr val="lt1"/>
              </a:buClr>
              <a:buSzPts val="900"/>
              <a:buFont typeface="Inter"/>
              <a:buChar char="●"/>
              <a:defRPr sz="900"/>
            </a:lvl4pPr>
            <a:lvl5pPr indent="-285750" lvl="4" marL="2286000">
              <a:lnSpc>
                <a:spcPct val="115000"/>
              </a:lnSpc>
              <a:spcBef>
                <a:spcPts val="0"/>
              </a:spcBef>
              <a:spcAft>
                <a:spcPts val="0"/>
              </a:spcAft>
              <a:buClr>
                <a:schemeClr val="lt1"/>
              </a:buClr>
              <a:buSzPts val="900"/>
              <a:buFont typeface="Inter"/>
              <a:buChar char="○"/>
              <a:defRPr sz="900"/>
            </a:lvl5pPr>
            <a:lvl6pPr indent="-285750" lvl="5" marL="2743200">
              <a:lnSpc>
                <a:spcPct val="115000"/>
              </a:lnSpc>
              <a:spcBef>
                <a:spcPts val="0"/>
              </a:spcBef>
              <a:spcAft>
                <a:spcPts val="0"/>
              </a:spcAft>
              <a:buClr>
                <a:schemeClr val="lt1"/>
              </a:buClr>
              <a:buSzPts val="900"/>
              <a:buFont typeface="Inter"/>
              <a:buChar char="■"/>
              <a:defRPr sz="900"/>
            </a:lvl6pPr>
            <a:lvl7pPr indent="-285750" lvl="6" marL="3200400">
              <a:lnSpc>
                <a:spcPct val="115000"/>
              </a:lnSpc>
              <a:spcBef>
                <a:spcPts val="0"/>
              </a:spcBef>
              <a:spcAft>
                <a:spcPts val="0"/>
              </a:spcAft>
              <a:buClr>
                <a:schemeClr val="lt1"/>
              </a:buClr>
              <a:buSzPts val="900"/>
              <a:buFont typeface="Inter"/>
              <a:buChar char="●"/>
              <a:defRPr sz="900"/>
            </a:lvl7pPr>
            <a:lvl8pPr indent="-285750" lvl="7" marL="3657600">
              <a:lnSpc>
                <a:spcPct val="115000"/>
              </a:lnSpc>
              <a:spcBef>
                <a:spcPts val="0"/>
              </a:spcBef>
              <a:spcAft>
                <a:spcPts val="0"/>
              </a:spcAft>
              <a:buClr>
                <a:schemeClr val="lt1"/>
              </a:buClr>
              <a:buSzPts val="900"/>
              <a:buFont typeface="Inter"/>
              <a:buChar char="○"/>
              <a:defRPr sz="900"/>
            </a:lvl8pPr>
            <a:lvl9pPr indent="-285750" lvl="8" marL="4114800">
              <a:lnSpc>
                <a:spcPct val="115000"/>
              </a:lnSpc>
              <a:spcBef>
                <a:spcPts val="0"/>
              </a:spcBef>
              <a:spcAft>
                <a:spcPts val="0"/>
              </a:spcAft>
              <a:buClr>
                <a:schemeClr val="lt1"/>
              </a:buClr>
              <a:buSzPts val="900"/>
              <a:buFont typeface="Inter"/>
              <a:buChar char="■"/>
              <a:defRPr sz="900"/>
            </a:lvl9pPr>
          </a:lstStyle>
          <a:p/>
        </p:txBody>
      </p:sp>
      <p:sp>
        <p:nvSpPr>
          <p:cNvPr id="286" name="Google Shape;286;p36"/>
          <p:cNvSpPr txBox="1"/>
          <p:nvPr>
            <p:ph idx="15" type="body"/>
          </p:nvPr>
        </p:nvSpPr>
        <p:spPr>
          <a:xfrm>
            <a:off x="6110950" y="2520600"/>
            <a:ext cx="2191800" cy="4572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1"/>
              </a:buClr>
              <a:buSzPts val="900"/>
              <a:buFont typeface="Inter"/>
              <a:buChar char="●"/>
              <a:defRPr sz="900"/>
            </a:lvl1pPr>
            <a:lvl2pPr indent="-285750" lvl="1" marL="914400">
              <a:lnSpc>
                <a:spcPct val="115000"/>
              </a:lnSpc>
              <a:spcBef>
                <a:spcPts val="0"/>
              </a:spcBef>
              <a:spcAft>
                <a:spcPts val="0"/>
              </a:spcAft>
              <a:buClr>
                <a:schemeClr val="lt1"/>
              </a:buClr>
              <a:buSzPts val="900"/>
              <a:buFont typeface="Inter"/>
              <a:buChar char="○"/>
              <a:defRPr sz="900"/>
            </a:lvl2pPr>
            <a:lvl3pPr indent="-285750" lvl="2" marL="1371600">
              <a:lnSpc>
                <a:spcPct val="115000"/>
              </a:lnSpc>
              <a:spcBef>
                <a:spcPts val="0"/>
              </a:spcBef>
              <a:spcAft>
                <a:spcPts val="0"/>
              </a:spcAft>
              <a:buClr>
                <a:schemeClr val="lt1"/>
              </a:buClr>
              <a:buSzPts val="900"/>
              <a:buFont typeface="Inter"/>
              <a:buChar char="■"/>
              <a:defRPr sz="900"/>
            </a:lvl3pPr>
            <a:lvl4pPr indent="-285750" lvl="3" marL="1828800">
              <a:lnSpc>
                <a:spcPct val="115000"/>
              </a:lnSpc>
              <a:spcBef>
                <a:spcPts val="0"/>
              </a:spcBef>
              <a:spcAft>
                <a:spcPts val="0"/>
              </a:spcAft>
              <a:buClr>
                <a:schemeClr val="lt1"/>
              </a:buClr>
              <a:buSzPts val="900"/>
              <a:buFont typeface="Inter"/>
              <a:buChar char="●"/>
              <a:defRPr sz="900"/>
            </a:lvl4pPr>
            <a:lvl5pPr indent="-285750" lvl="4" marL="2286000">
              <a:lnSpc>
                <a:spcPct val="115000"/>
              </a:lnSpc>
              <a:spcBef>
                <a:spcPts val="0"/>
              </a:spcBef>
              <a:spcAft>
                <a:spcPts val="0"/>
              </a:spcAft>
              <a:buClr>
                <a:schemeClr val="lt1"/>
              </a:buClr>
              <a:buSzPts val="900"/>
              <a:buFont typeface="Inter"/>
              <a:buChar char="○"/>
              <a:defRPr sz="900"/>
            </a:lvl5pPr>
            <a:lvl6pPr indent="-285750" lvl="5" marL="2743200">
              <a:lnSpc>
                <a:spcPct val="115000"/>
              </a:lnSpc>
              <a:spcBef>
                <a:spcPts val="0"/>
              </a:spcBef>
              <a:spcAft>
                <a:spcPts val="0"/>
              </a:spcAft>
              <a:buClr>
                <a:schemeClr val="lt1"/>
              </a:buClr>
              <a:buSzPts val="900"/>
              <a:buFont typeface="Inter"/>
              <a:buChar char="■"/>
              <a:defRPr sz="900"/>
            </a:lvl6pPr>
            <a:lvl7pPr indent="-285750" lvl="6" marL="3200400">
              <a:lnSpc>
                <a:spcPct val="115000"/>
              </a:lnSpc>
              <a:spcBef>
                <a:spcPts val="0"/>
              </a:spcBef>
              <a:spcAft>
                <a:spcPts val="0"/>
              </a:spcAft>
              <a:buClr>
                <a:schemeClr val="lt1"/>
              </a:buClr>
              <a:buSzPts val="900"/>
              <a:buFont typeface="Inter"/>
              <a:buChar char="●"/>
              <a:defRPr sz="900"/>
            </a:lvl7pPr>
            <a:lvl8pPr indent="-285750" lvl="7" marL="3657600">
              <a:lnSpc>
                <a:spcPct val="115000"/>
              </a:lnSpc>
              <a:spcBef>
                <a:spcPts val="0"/>
              </a:spcBef>
              <a:spcAft>
                <a:spcPts val="0"/>
              </a:spcAft>
              <a:buClr>
                <a:schemeClr val="lt1"/>
              </a:buClr>
              <a:buSzPts val="900"/>
              <a:buFont typeface="Inter"/>
              <a:buChar char="○"/>
              <a:defRPr sz="900"/>
            </a:lvl8pPr>
            <a:lvl9pPr indent="-285750" lvl="8" marL="4114800">
              <a:lnSpc>
                <a:spcPct val="115000"/>
              </a:lnSpc>
              <a:spcBef>
                <a:spcPts val="0"/>
              </a:spcBef>
              <a:spcAft>
                <a:spcPts val="0"/>
              </a:spcAft>
              <a:buClr>
                <a:schemeClr val="lt1"/>
              </a:buClr>
              <a:buSzPts val="900"/>
              <a:buFont typeface="Inter"/>
              <a:buChar char="■"/>
              <a:defRPr sz="900"/>
            </a:lvl9pPr>
          </a:lstStyle>
          <a:p/>
        </p:txBody>
      </p:sp>
      <p:sp>
        <p:nvSpPr>
          <p:cNvPr id="287" name="Google Shape;287;p36"/>
          <p:cNvSpPr/>
          <p:nvPr>
            <p:ph idx="16" type="pic"/>
          </p:nvPr>
        </p:nvSpPr>
        <p:spPr>
          <a:xfrm rot="-5400711">
            <a:off x="204025" y="1845450"/>
            <a:ext cx="1450200" cy="1282500"/>
          </a:xfrm>
          <a:prstGeom prst="round2SameRect">
            <a:avLst>
              <a:gd fmla="val 16667" name="adj1"/>
              <a:gd fmla="val 0" name="adj2"/>
            </a:avLst>
          </a:prstGeom>
          <a:noFill/>
          <a:ln>
            <a:noFill/>
          </a:ln>
        </p:spPr>
      </p:sp>
      <p:sp>
        <p:nvSpPr>
          <p:cNvPr id="288" name="Google Shape;288;p36"/>
          <p:cNvSpPr/>
          <p:nvPr>
            <p:ph idx="17" type="pic"/>
          </p:nvPr>
        </p:nvSpPr>
        <p:spPr>
          <a:xfrm rot="-5400711">
            <a:off x="204025" y="3485800"/>
            <a:ext cx="1450200" cy="1282500"/>
          </a:xfrm>
          <a:prstGeom prst="round2SameRect">
            <a:avLst>
              <a:gd fmla="val 16667" name="adj1"/>
              <a:gd fmla="val 0" name="adj2"/>
            </a:avLst>
          </a:prstGeom>
          <a:noFill/>
          <a:ln>
            <a:noFill/>
          </a:ln>
        </p:spPr>
      </p:sp>
      <p:sp>
        <p:nvSpPr>
          <p:cNvPr id="289" name="Google Shape;289;p36"/>
          <p:cNvSpPr/>
          <p:nvPr>
            <p:ph idx="18" type="pic"/>
          </p:nvPr>
        </p:nvSpPr>
        <p:spPr>
          <a:xfrm rot="-5400711">
            <a:off x="4581825" y="1850850"/>
            <a:ext cx="1450200" cy="1282500"/>
          </a:xfrm>
          <a:prstGeom prst="round2SameRect">
            <a:avLst>
              <a:gd fmla="val 16667" name="adj1"/>
              <a:gd fmla="val 0" name="adj2"/>
            </a:avLst>
          </a:prstGeom>
          <a:noFill/>
          <a:ln>
            <a:noFill/>
          </a:ln>
        </p:spPr>
      </p:sp>
      <p:sp>
        <p:nvSpPr>
          <p:cNvPr id="290" name="Google Shape;290;p36"/>
          <p:cNvSpPr/>
          <p:nvPr>
            <p:ph idx="19" type="pic"/>
          </p:nvPr>
        </p:nvSpPr>
        <p:spPr>
          <a:xfrm rot="-5400711">
            <a:off x="4581825" y="3491200"/>
            <a:ext cx="1450200" cy="1282500"/>
          </a:xfrm>
          <a:prstGeom prst="round2SameRect">
            <a:avLst>
              <a:gd fmla="val 16667" name="adj1"/>
              <a:gd fmla="val 0" name="adj2"/>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1" name="Shape 291"/>
        <p:cNvGrpSpPr/>
        <p:nvPr/>
      </p:nvGrpSpPr>
      <p:grpSpPr>
        <a:xfrm>
          <a:off x="0" y="0"/>
          <a:ext cx="0" cy="0"/>
          <a:chOff x="0" y="0"/>
          <a:chExt cx="0" cy="0"/>
        </a:xfrm>
      </p:grpSpPr>
      <p:sp>
        <p:nvSpPr>
          <p:cNvPr id="292" name="Google Shape;292;p3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93" name="Google Shape;293;p3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6" name="Shape 296"/>
        <p:cNvGrpSpPr/>
        <p:nvPr/>
      </p:nvGrpSpPr>
      <p:grpSpPr>
        <a:xfrm>
          <a:off x="0" y="0"/>
          <a:ext cx="0" cy="0"/>
          <a:chOff x="0" y="0"/>
          <a:chExt cx="0" cy="0"/>
        </a:xfrm>
      </p:grpSpPr>
      <p:sp>
        <p:nvSpPr>
          <p:cNvPr id="297" name="Google Shape;29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99" name="Shape 299"/>
        <p:cNvGrpSpPr/>
        <p:nvPr/>
      </p:nvGrpSpPr>
      <p:grpSpPr>
        <a:xfrm>
          <a:off x="0" y="0"/>
          <a:ext cx="0" cy="0"/>
          <a:chOff x="0" y="0"/>
          <a:chExt cx="0" cy="0"/>
        </a:xfrm>
      </p:grpSpPr>
      <p:sp>
        <p:nvSpPr>
          <p:cNvPr id="300" name="Google Shape;300;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40"/>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3" name="Shape 303"/>
        <p:cNvGrpSpPr/>
        <p:nvPr/>
      </p:nvGrpSpPr>
      <p:grpSpPr>
        <a:xfrm>
          <a:off x="0" y="0"/>
          <a:ext cx="0" cy="0"/>
          <a:chOff x="0" y="0"/>
          <a:chExt cx="0" cy="0"/>
        </a:xfrm>
      </p:grpSpPr>
      <p:sp>
        <p:nvSpPr>
          <p:cNvPr id="304" name="Google Shape;304;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5" name="Shape 305"/>
        <p:cNvGrpSpPr/>
        <p:nvPr/>
      </p:nvGrpSpPr>
      <p:grpSpPr>
        <a:xfrm>
          <a:off x="0" y="0"/>
          <a:ext cx="0" cy="0"/>
          <a:chOff x="0" y="0"/>
          <a:chExt cx="0" cy="0"/>
        </a:xfrm>
      </p:grpSpPr>
      <p:sp>
        <p:nvSpPr>
          <p:cNvPr id="306" name="Google Shape;306;p4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7" name="Google Shape;307;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08" name="Shape 308"/>
        <p:cNvGrpSpPr/>
        <p:nvPr/>
      </p:nvGrpSpPr>
      <p:grpSpPr>
        <a:xfrm>
          <a:off x="0" y="0"/>
          <a:ext cx="0" cy="0"/>
          <a:chOff x="0" y="0"/>
          <a:chExt cx="0" cy="0"/>
        </a:xfrm>
      </p:grpSpPr>
      <p:sp>
        <p:nvSpPr>
          <p:cNvPr id="309" name="Google Shape;309;p4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0" name="Shape 310"/>
        <p:cNvGrpSpPr/>
        <p:nvPr/>
      </p:nvGrpSpPr>
      <p:grpSpPr>
        <a:xfrm>
          <a:off x="0" y="0"/>
          <a:ext cx="0" cy="0"/>
          <a:chOff x="0" y="0"/>
          <a:chExt cx="0" cy="0"/>
        </a:xfrm>
      </p:grpSpPr>
      <p:sp>
        <p:nvSpPr>
          <p:cNvPr id="311" name="Google Shape;311;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12" name="Google Shape;312;p4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3" name="Google Shape;313;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4" name="Shape 314"/>
        <p:cNvGrpSpPr/>
        <p:nvPr/>
      </p:nvGrpSpPr>
      <p:grpSpPr>
        <a:xfrm>
          <a:off x="0" y="0"/>
          <a:ext cx="0" cy="0"/>
          <a:chOff x="0" y="0"/>
          <a:chExt cx="0" cy="0"/>
        </a:xfrm>
      </p:grpSpPr>
      <p:sp>
        <p:nvSpPr>
          <p:cNvPr id="315" name="Google Shape;315;p4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6" name="Shape 316"/>
        <p:cNvGrpSpPr/>
        <p:nvPr/>
      </p:nvGrpSpPr>
      <p:grpSpPr>
        <a:xfrm>
          <a:off x="0" y="0"/>
          <a:ext cx="0" cy="0"/>
          <a:chOff x="0" y="0"/>
          <a:chExt cx="0" cy="0"/>
        </a:xfrm>
      </p:grpSpPr>
      <p:sp>
        <p:nvSpPr>
          <p:cNvPr id="317" name="Google Shape;317;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18" name="Google Shape;318;p4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19" name="Shape 319"/>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0" name="Shape 320"/>
        <p:cNvGrpSpPr/>
        <p:nvPr/>
      </p:nvGrpSpPr>
      <p:grpSpPr>
        <a:xfrm>
          <a:off x="0" y="0"/>
          <a:ext cx="0" cy="0"/>
          <a:chOff x="0" y="0"/>
          <a:chExt cx="0" cy="0"/>
        </a:xfrm>
      </p:grpSpPr>
      <p:sp>
        <p:nvSpPr>
          <p:cNvPr id="321" name="Google Shape;321;p4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4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3" name="Google Shape;323;p4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4" name="Google Shape;324;p4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4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4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28" name="Shape 328"/>
        <p:cNvGrpSpPr/>
        <p:nvPr/>
      </p:nvGrpSpPr>
      <p:grpSpPr>
        <a:xfrm>
          <a:off x="0" y="0"/>
          <a:ext cx="0" cy="0"/>
          <a:chOff x="0" y="0"/>
          <a:chExt cx="0" cy="0"/>
        </a:xfrm>
      </p:grpSpPr>
      <p:sp>
        <p:nvSpPr>
          <p:cNvPr id="329" name="Google Shape;329;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 name="Google Shape;330;p49"/>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4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2" name="Shape 332"/>
        <p:cNvGrpSpPr/>
        <p:nvPr/>
      </p:nvGrpSpPr>
      <p:grpSpPr>
        <a:xfrm>
          <a:off x="0" y="0"/>
          <a:ext cx="0" cy="0"/>
          <a:chOff x="0" y="0"/>
          <a:chExt cx="0" cy="0"/>
        </a:xfrm>
      </p:grpSpPr>
      <p:sp>
        <p:nvSpPr>
          <p:cNvPr id="333" name="Google Shape;333;p5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4" name="Google Shape;334;p50"/>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5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6" name="Google Shape;336;p5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7" name="Google Shape;337;p5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38" name="Shape 338"/>
        <p:cNvGrpSpPr/>
        <p:nvPr/>
      </p:nvGrpSpPr>
      <p:grpSpPr>
        <a:xfrm>
          <a:off x="0" y="0"/>
          <a:ext cx="0" cy="0"/>
          <a:chOff x="0" y="0"/>
          <a:chExt cx="0" cy="0"/>
        </a:xfrm>
      </p:grpSpPr>
      <p:sp>
        <p:nvSpPr>
          <p:cNvPr id="339" name="Google Shape;339;p51"/>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5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1" name="Google Shape;341;p5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2" name="Google Shape;342;p51"/>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3" name="Google Shape;343;p51"/>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4" name="Google Shape;344;p51"/>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5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6" name="Shape 346"/>
        <p:cNvGrpSpPr/>
        <p:nvPr/>
      </p:nvGrpSpPr>
      <p:grpSpPr>
        <a:xfrm>
          <a:off x="0" y="0"/>
          <a:ext cx="0" cy="0"/>
          <a:chOff x="0" y="0"/>
          <a:chExt cx="0" cy="0"/>
        </a:xfrm>
      </p:grpSpPr>
      <p:sp>
        <p:nvSpPr>
          <p:cNvPr id="347" name="Google Shape;347;p52"/>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8" name="Google Shape;348;p5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9" name="Google Shape;349;p5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0" name="Google Shape;350;p5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2" name="Google Shape;352;p52"/>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3" name="Google Shape;353;p52"/>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52"/>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2"/>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6" name="Shape 356"/>
        <p:cNvGrpSpPr/>
        <p:nvPr/>
      </p:nvGrpSpPr>
      <p:grpSpPr>
        <a:xfrm>
          <a:off x="0" y="0"/>
          <a:ext cx="0" cy="0"/>
          <a:chOff x="0" y="0"/>
          <a:chExt cx="0" cy="0"/>
        </a:xfrm>
      </p:grpSpPr>
      <p:sp>
        <p:nvSpPr>
          <p:cNvPr id="357" name="Google Shape;357;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8" name="Google Shape;358;p5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59" name="Shape 359"/>
        <p:cNvGrpSpPr/>
        <p:nvPr/>
      </p:nvGrpSpPr>
      <p:grpSpPr>
        <a:xfrm>
          <a:off x="0" y="0"/>
          <a:ext cx="0" cy="0"/>
          <a:chOff x="0" y="0"/>
          <a:chExt cx="0" cy="0"/>
        </a:xfrm>
      </p:grpSpPr>
      <p:sp>
        <p:nvSpPr>
          <p:cNvPr id="360" name="Google Shape;360;p54"/>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1" name="Google Shape;361;p54"/>
          <p:cNvSpPr/>
          <p:nvPr>
            <p:ph idx="2" type="pic"/>
          </p:nvPr>
        </p:nvSpPr>
        <p:spPr>
          <a:xfrm>
            <a:off x="4804825" y="1133300"/>
            <a:ext cx="4027500" cy="2392800"/>
          </a:xfrm>
          <a:prstGeom prst="rect">
            <a:avLst/>
          </a:prstGeom>
          <a:noFill/>
          <a:ln>
            <a:noFill/>
          </a:ln>
        </p:spPr>
      </p:sp>
      <p:sp>
        <p:nvSpPr>
          <p:cNvPr id="362" name="Google Shape;362;p54"/>
          <p:cNvSpPr/>
          <p:nvPr>
            <p:ph idx="3" type="pic"/>
          </p:nvPr>
        </p:nvSpPr>
        <p:spPr>
          <a:xfrm>
            <a:off x="311725" y="1133300"/>
            <a:ext cx="4027500" cy="2392800"/>
          </a:xfrm>
          <a:prstGeom prst="rect">
            <a:avLst/>
          </a:prstGeom>
          <a:noFill/>
          <a:ln>
            <a:noFill/>
          </a:ln>
        </p:spPr>
      </p:sp>
      <p:sp>
        <p:nvSpPr>
          <p:cNvPr id="363" name="Google Shape;363;p5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4" name="Google Shape;364;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54"/>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6" name="Google Shape;366;p54"/>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7" name="Shape 367"/>
        <p:cNvGrpSpPr/>
        <p:nvPr/>
      </p:nvGrpSpPr>
      <p:grpSpPr>
        <a:xfrm>
          <a:off x="0" y="0"/>
          <a:ext cx="0" cy="0"/>
          <a:chOff x="0" y="0"/>
          <a:chExt cx="0" cy="0"/>
        </a:xfrm>
      </p:grpSpPr>
      <p:sp>
        <p:nvSpPr>
          <p:cNvPr id="368" name="Google Shape;368;p55"/>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9" name="Google Shape;369;p55"/>
          <p:cNvSpPr/>
          <p:nvPr>
            <p:ph idx="2" type="pic"/>
          </p:nvPr>
        </p:nvSpPr>
        <p:spPr>
          <a:xfrm>
            <a:off x="6205225" y="1128325"/>
            <a:ext cx="2627100" cy="2273100"/>
          </a:xfrm>
          <a:prstGeom prst="rect">
            <a:avLst/>
          </a:prstGeom>
          <a:noFill/>
          <a:ln>
            <a:noFill/>
          </a:ln>
        </p:spPr>
      </p:sp>
      <p:sp>
        <p:nvSpPr>
          <p:cNvPr id="370" name="Google Shape;370;p55"/>
          <p:cNvSpPr/>
          <p:nvPr>
            <p:ph idx="3" type="pic"/>
          </p:nvPr>
        </p:nvSpPr>
        <p:spPr>
          <a:xfrm>
            <a:off x="311725" y="1128325"/>
            <a:ext cx="2627100" cy="2273100"/>
          </a:xfrm>
          <a:prstGeom prst="rect">
            <a:avLst/>
          </a:prstGeom>
          <a:noFill/>
          <a:ln>
            <a:noFill/>
          </a:ln>
        </p:spPr>
      </p:sp>
      <p:sp>
        <p:nvSpPr>
          <p:cNvPr id="371" name="Google Shape;371;p5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55"/>
          <p:cNvSpPr/>
          <p:nvPr>
            <p:ph idx="5" type="pic"/>
          </p:nvPr>
        </p:nvSpPr>
        <p:spPr>
          <a:xfrm>
            <a:off x="3255250" y="1128325"/>
            <a:ext cx="2627100" cy="2273100"/>
          </a:xfrm>
          <a:prstGeom prst="rect">
            <a:avLst/>
          </a:prstGeom>
          <a:noFill/>
          <a:ln>
            <a:noFill/>
          </a:ln>
        </p:spPr>
      </p:sp>
      <p:sp>
        <p:nvSpPr>
          <p:cNvPr id="373" name="Google Shape;373;p5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5" name="Google Shape;375;p55"/>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6" name="Google Shape;376;p55"/>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7" name="Google Shape;377;p55"/>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78" name="Shape 378"/>
        <p:cNvGrpSpPr/>
        <p:nvPr/>
      </p:nvGrpSpPr>
      <p:grpSpPr>
        <a:xfrm>
          <a:off x="0" y="0"/>
          <a:ext cx="0" cy="0"/>
          <a:chOff x="0" y="0"/>
          <a:chExt cx="0" cy="0"/>
        </a:xfrm>
      </p:grpSpPr>
      <p:sp>
        <p:nvSpPr>
          <p:cNvPr id="379" name="Google Shape;379;p5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0" name="Shape 380"/>
        <p:cNvGrpSpPr/>
        <p:nvPr/>
      </p:nvGrpSpPr>
      <p:grpSpPr>
        <a:xfrm>
          <a:off x="0" y="0"/>
          <a:ext cx="0" cy="0"/>
          <a:chOff x="0" y="0"/>
          <a:chExt cx="0" cy="0"/>
        </a:xfrm>
      </p:grpSpPr>
      <p:sp>
        <p:nvSpPr>
          <p:cNvPr id="381" name="Google Shape;381;p57"/>
          <p:cNvSpPr/>
          <p:nvPr>
            <p:ph idx="2" type="pic"/>
          </p:nvPr>
        </p:nvSpPr>
        <p:spPr>
          <a:xfrm>
            <a:off x="3389600" y="118913"/>
            <a:ext cx="1643700" cy="1535100"/>
          </a:xfrm>
          <a:prstGeom prst="rect">
            <a:avLst/>
          </a:prstGeom>
          <a:noFill/>
          <a:ln>
            <a:noFill/>
          </a:ln>
        </p:spPr>
      </p:sp>
      <p:sp>
        <p:nvSpPr>
          <p:cNvPr id="382" name="Google Shape;382;p57"/>
          <p:cNvSpPr/>
          <p:nvPr>
            <p:ph idx="3" type="pic"/>
          </p:nvPr>
        </p:nvSpPr>
        <p:spPr>
          <a:xfrm>
            <a:off x="5195935" y="118913"/>
            <a:ext cx="1643700" cy="1535100"/>
          </a:xfrm>
          <a:prstGeom prst="rect">
            <a:avLst/>
          </a:prstGeom>
          <a:noFill/>
          <a:ln>
            <a:noFill/>
          </a:ln>
        </p:spPr>
      </p:sp>
      <p:sp>
        <p:nvSpPr>
          <p:cNvPr id="383" name="Google Shape;383;p57"/>
          <p:cNvSpPr/>
          <p:nvPr>
            <p:ph idx="4" type="pic"/>
          </p:nvPr>
        </p:nvSpPr>
        <p:spPr>
          <a:xfrm>
            <a:off x="7002270" y="118913"/>
            <a:ext cx="1643700" cy="1535100"/>
          </a:xfrm>
          <a:prstGeom prst="rect">
            <a:avLst/>
          </a:prstGeom>
          <a:noFill/>
          <a:ln>
            <a:noFill/>
          </a:ln>
        </p:spPr>
      </p:sp>
      <p:sp>
        <p:nvSpPr>
          <p:cNvPr id="384" name="Google Shape;384;p57"/>
          <p:cNvSpPr/>
          <p:nvPr>
            <p:ph idx="5" type="pic"/>
          </p:nvPr>
        </p:nvSpPr>
        <p:spPr>
          <a:xfrm>
            <a:off x="3389588" y="1804212"/>
            <a:ext cx="1643700" cy="1535100"/>
          </a:xfrm>
          <a:prstGeom prst="rect">
            <a:avLst/>
          </a:prstGeom>
          <a:noFill/>
          <a:ln>
            <a:noFill/>
          </a:ln>
        </p:spPr>
      </p:sp>
      <p:sp>
        <p:nvSpPr>
          <p:cNvPr id="385" name="Google Shape;385;p57"/>
          <p:cNvSpPr/>
          <p:nvPr>
            <p:ph idx="6" type="pic"/>
          </p:nvPr>
        </p:nvSpPr>
        <p:spPr>
          <a:xfrm>
            <a:off x="5195922" y="1804212"/>
            <a:ext cx="1643700" cy="1535100"/>
          </a:xfrm>
          <a:prstGeom prst="rect">
            <a:avLst/>
          </a:prstGeom>
          <a:noFill/>
          <a:ln>
            <a:noFill/>
          </a:ln>
        </p:spPr>
      </p:sp>
      <p:sp>
        <p:nvSpPr>
          <p:cNvPr id="386" name="Google Shape;386;p57"/>
          <p:cNvSpPr/>
          <p:nvPr>
            <p:ph idx="7" type="pic"/>
          </p:nvPr>
        </p:nvSpPr>
        <p:spPr>
          <a:xfrm>
            <a:off x="7002257" y="1804212"/>
            <a:ext cx="1643700" cy="1535100"/>
          </a:xfrm>
          <a:prstGeom prst="rect">
            <a:avLst/>
          </a:prstGeom>
          <a:noFill/>
          <a:ln>
            <a:noFill/>
          </a:ln>
        </p:spPr>
      </p:sp>
      <p:sp>
        <p:nvSpPr>
          <p:cNvPr id="387" name="Google Shape;387;p5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8" name="Google Shape;388;p57"/>
          <p:cNvSpPr/>
          <p:nvPr>
            <p:ph idx="8" type="pic"/>
          </p:nvPr>
        </p:nvSpPr>
        <p:spPr>
          <a:xfrm>
            <a:off x="3389588" y="3489487"/>
            <a:ext cx="1643700" cy="1535100"/>
          </a:xfrm>
          <a:prstGeom prst="rect">
            <a:avLst/>
          </a:prstGeom>
          <a:noFill/>
          <a:ln>
            <a:noFill/>
          </a:ln>
        </p:spPr>
      </p:sp>
      <p:sp>
        <p:nvSpPr>
          <p:cNvPr id="389" name="Google Shape;389;p57"/>
          <p:cNvSpPr/>
          <p:nvPr>
            <p:ph idx="9" type="pic"/>
          </p:nvPr>
        </p:nvSpPr>
        <p:spPr>
          <a:xfrm>
            <a:off x="5195922" y="3489487"/>
            <a:ext cx="1643700" cy="1535100"/>
          </a:xfrm>
          <a:prstGeom prst="rect">
            <a:avLst/>
          </a:prstGeom>
          <a:noFill/>
          <a:ln>
            <a:noFill/>
          </a:ln>
        </p:spPr>
      </p:sp>
      <p:sp>
        <p:nvSpPr>
          <p:cNvPr id="390" name="Google Shape;390;p5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45"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4700" y="1931750"/>
            <a:ext cx="4200000" cy="2751900"/>
          </a:xfrm>
          <a:prstGeom prst="rect">
            <a:avLst/>
          </a:prstGeom>
          <a:noFill/>
          <a:ln>
            <a:noFill/>
          </a:ln>
        </p:spPr>
        <p:txBody>
          <a:bodyPr anchorCtr="0" anchor="t" bIns="0" lIns="0" spcFirstLastPara="1" rIns="0" wrap="square" tIns="0">
            <a:sp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52" name="Google Shape;52;p13"/>
          <p:cNvSpPr txBox="1"/>
          <p:nvPr>
            <p:ph type="title"/>
          </p:nvPr>
        </p:nvSpPr>
        <p:spPr>
          <a:xfrm>
            <a:off x="284700" y="340825"/>
            <a:ext cx="5284800" cy="604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Fredoka Medium"/>
              <a:buNone/>
              <a:defRPr sz="3000">
                <a:solidFill>
                  <a:schemeClr val="lt1"/>
                </a:solidFill>
                <a:latin typeface="Fredoka Medium"/>
                <a:ea typeface="Fredoka Medium"/>
                <a:cs typeface="Fredoka Medium"/>
                <a:sym typeface="Fredok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3857625" y="1931750"/>
            <a:ext cx="4539300" cy="25998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81">
          <p15:clr>
            <a:srgbClr val="E46962"/>
          </p15:clr>
        </p15:guide>
        <p15:guide id="2" pos="179">
          <p15:clr>
            <a:srgbClr val="E46962"/>
          </p15:clr>
        </p15:guide>
        <p15:guide id="3" orient="horz" pos="180">
          <p15:clr>
            <a:srgbClr val="E46962"/>
          </p15:clr>
        </p15:guide>
        <p15:guide id="4" orient="horz" pos="3060">
          <p15:clr>
            <a:srgbClr val="E46962"/>
          </p15:clr>
        </p15:guide>
        <p15:guide id="5" pos="2825">
          <p15:clr>
            <a:srgbClr val="E46962"/>
          </p15:clr>
        </p15:guide>
        <p15:guide id="6" pos="2939">
          <p15:clr>
            <a:srgbClr val="E46962"/>
          </p15:clr>
        </p15:guide>
        <p15:guide id="7" pos="1445">
          <p15:clr>
            <a:srgbClr val="E46962"/>
          </p15:clr>
        </p15:guide>
        <p15:guide id="8" pos="1559">
          <p15:clr>
            <a:srgbClr val="E46962"/>
          </p15:clr>
        </p15:guide>
        <p15:guide id="9" pos="4205">
          <p15:clr>
            <a:srgbClr val="E46962"/>
          </p15:clr>
        </p15:guide>
        <p15:guide id="10" pos="4319">
          <p15:clr>
            <a:srgbClr val="E46962"/>
          </p15:clr>
        </p15:guide>
        <p15:guide id="11" pos="3745">
          <p15:clr>
            <a:srgbClr val="E46962"/>
          </p15:clr>
        </p15:guide>
        <p15:guide id="12" pos="3859">
          <p15:clr>
            <a:srgbClr val="E46962"/>
          </p15:clr>
        </p15:guide>
        <p15:guide id="13" pos="1905">
          <p15:clr>
            <a:srgbClr val="E46962"/>
          </p15:clr>
        </p15:guide>
        <p15:guide id="14" pos="2019">
          <p15:clr>
            <a:srgbClr val="E46962"/>
          </p15:clr>
        </p15:guide>
        <p15:guide id="15" orient="horz" pos="294">
          <p15:clr>
            <a:srgbClr val="E46962"/>
          </p15:clr>
        </p15:guide>
        <p15:guide id="16" orient="horz" pos="2950">
          <p15:clr>
            <a:srgbClr val="E46962"/>
          </p15:clr>
        </p15:guide>
        <p15:guide id="17" orient="horz" pos="1103">
          <p15:clr>
            <a:srgbClr val="E46962"/>
          </p15:clr>
        </p15:guide>
        <p15:guide id="18" orient="horz" pos="1217">
          <p15:clr>
            <a:srgbClr val="E46962"/>
          </p15:clr>
        </p15:guide>
        <p15:guide id="19" orient="horz" pos="2025">
          <p15:clr>
            <a:srgbClr val="E46962"/>
          </p15:clr>
        </p15:guide>
        <p15:guide id="20" orient="horz" pos="213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29.png"/><Relationship Id="rId5"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hyperlink" Target="http://www.youtube.com/watch?v=LUw6e-Bvnl8" TargetMode="External"/><Relationship Id="rId4" Type="http://schemas.openxmlformats.org/officeDocument/2006/relationships/image" Target="../media/image44.jpg"/><Relationship Id="rId5" Type="http://schemas.openxmlformats.org/officeDocument/2006/relationships/hyperlink" Target="https://www.youtube.com/watch?v=LUw6e-Bvnl8&amp;feature=youtu.be"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8"/>
          <p:cNvSpPr txBox="1"/>
          <p:nvPr>
            <p:ph type="title"/>
          </p:nvPr>
        </p:nvSpPr>
        <p:spPr>
          <a:xfrm>
            <a:off x="646500" y="648000"/>
            <a:ext cx="4972800" cy="199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STITCH: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A4 Concept Video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9"/>
          <p:cNvSpPr/>
          <p:nvPr/>
        </p:nvSpPr>
        <p:spPr>
          <a:xfrm>
            <a:off x="856621" y="3777202"/>
            <a:ext cx="3654900" cy="1142700"/>
          </a:xfrm>
          <a:prstGeom prst="roundRect">
            <a:avLst>
              <a:gd fmla="val 31453" name="adj"/>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01" name="Google Shape;401;p59"/>
          <p:cNvSpPr/>
          <p:nvPr/>
        </p:nvSpPr>
        <p:spPr>
          <a:xfrm>
            <a:off x="177421" y="3777202"/>
            <a:ext cx="679200" cy="1142700"/>
          </a:xfrm>
          <a:prstGeom prst="roundRect">
            <a:avLst>
              <a:gd fmla="val 50000" name="adj"/>
            </a:avLst>
          </a:pr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02" name="Google Shape;402;p59"/>
          <p:cNvSpPr/>
          <p:nvPr/>
        </p:nvSpPr>
        <p:spPr>
          <a:xfrm>
            <a:off x="844745" y="2619304"/>
            <a:ext cx="3654900" cy="1142700"/>
          </a:xfrm>
          <a:prstGeom prst="roundRect">
            <a:avLst>
              <a:gd fmla="val 31453" name="adj"/>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03" name="Google Shape;403;p59"/>
          <p:cNvSpPr/>
          <p:nvPr/>
        </p:nvSpPr>
        <p:spPr>
          <a:xfrm>
            <a:off x="165546" y="2619304"/>
            <a:ext cx="679200" cy="1142700"/>
          </a:xfrm>
          <a:prstGeom prst="roundRect">
            <a:avLst>
              <a:gd fmla="val 50000" name="adj"/>
            </a:avLst>
          </a:pr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04" name="Google Shape;404;p59"/>
          <p:cNvSpPr txBox="1"/>
          <p:nvPr>
            <p:ph idx="7" type="subTitle"/>
          </p:nvPr>
        </p:nvSpPr>
        <p:spPr>
          <a:xfrm>
            <a:off x="168396" y="2619204"/>
            <a:ext cx="673500" cy="114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405" name="Google Shape;405;p59"/>
          <p:cNvSpPr txBox="1"/>
          <p:nvPr>
            <p:ph idx="3" type="subTitle"/>
          </p:nvPr>
        </p:nvSpPr>
        <p:spPr>
          <a:xfrm>
            <a:off x="844747" y="2630904"/>
            <a:ext cx="3654900" cy="1142700"/>
          </a:xfrm>
          <a:prstGeom prst="rect">
            <a:avLst/>
          </a:prstGeom>
        </p:spPr>
        <p:txBody>
          <a:bodyPr anchorCtr="0" anchor="ctr" bIns="0" lIns="393175" spcFirstLastPara="1" rIns="274300" wrap="square" tIns="0">
            <a:noAutofit/>
          </a:bodyPr>
          <a:lstStyle/>
          <a:p>
            <a:pPr indent="0" lvl="0" marL="0" rtl="0" algn="l">
              <a:spcBef>
                <a:spcPts val="0"/>
              </a:spcBef>
              <a:spcAft>
                <a:spcPts val="0"/>
              </a:spcAft>
              <a:buNone/>
            </a:pPr>
            <a:r>
              <a:rPr lang="en"/>
              <a:t>Market research</a:t>
            </a:r>
            <a:endParaRPr/>
          </a:p>
        </p:txBody>
      </p:sp>
      <p:sp>
        <p:nvSpPr>
          <p:cNvPr id="406" name="Google Shape;406;p59"/>
          <p:cNvSpPr/>
          <p:nvPr/>
        </p:nvSpPr>
        <p:spPr>
          <a:xfrm>
            <a:off x="5204374" y="3714638"/>
            <a:ext cx="3654900" cy="1142700"/>
          </a:xfrm>
          <a:prstGeom prst="roundRect">
            <a:avLst>
              <a:gd fmla="val 31453" name="adj"/>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07" name="Google Shape;407;p59"/>
          <p:cNvSpPr/>
          <p:nvPr/>
        </p:nvSpPr>
        <p:spPr>
          <a:xfrm>
            <a:off x="4525175" y="3714638"/>
            <a:ext cx="679200" cy="1142700"/>
          </a:xfrm>
          <a:prstGeom prst="roundRect">
            <a:avLst>
              <a:gd fmla="val 50000" name="adj"/>
            </a:avLst>
          </a:pr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08" name="Google Shape;408;p59"/>
          <p:cNvSpPr/>
          <p:nvPr/>
        </p:nvSpPr>
        <p:spPr>
          <a:xfrm>
            <a:off x="5187149" y="2586578"/>
            <a:ext cx="3654900" cy="1142700"/>
          </a:xfrm>
          <a:prstGeom prst="roundRect">
            <a:avLst>
              <a:gd fmla="val 31453" name="adj"/>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09" name="Google Shape;409;p59"/>
          <p:cNvSpPr/>
          <p:nvPr/>
        </p:nvSpPr>
        <p:spPr>
          <a:xfrm>
            <a:off x="4507950" y="2586578"/>
            <a:ext cx="679200" cy="1142700"/>
          </a:xfrm>
          <a:prstGeom prst="roundRect">
            <a:avLst>
              <a:gd fmla="val 50000" name="adj"/>
            </a:avLst>
          </a:pr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10" name="Google Shape;410;p59"/>
          <p:cNvSpPr txBox="1"/>
          <p:nvPr>
            <p:ph idx="8" type="subTitle"/>
          </p:nvPr>
        </p:nvSpPr>
        <p:spPr>
          <a:xfrm>
            <a:off x="4528025" y="3720375"/>
            <a:ext cx="673500" cy="114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sp>
        <p:nvSpPr>
          <p:cNvPr id="411" name="Google Shape;411;p59"/>
          <p:cNvSpPr txBox="1"/>
          <p:nvPr>
            <p:ph idx="4" type="subTitle"/>
          </p:nvPr>
        </p:nvSpPr>
        <p:spPr>
          <a:xfrm>
            <a:off x="5204351" y="3732025"/>
            <a:ext cx="3654900" cy="1142700"/>
          </a:xfrm>
          <a:prstGeom prst="rect">
            <a:avLst/>
          </a:prstGeom>
        </p:spPr>
        <p:txBody>
          <a:bodyPr anchorCtr="0" anchor="ctr" bIns="0" lIns="393175" spcFirstLastPara="1" rIns="274300" wrap="square" tIns="0">
            <a:noAutofit/>
          </a:bodyPr>
          <a:lstStyle/>
          <a:p>
            <a:pPr indent="0" lvl="0" marL="0" rtl="0" algn="l">
              <a:spcBef>
                <a:spcPts val="0"/>
              </a:spcBef>
              <a:spcAft>
                <a:spcPts val="0"/>
              </a:spcAft>
              <a:buNone/>
            </a:pPr>
            <a:r>
              <a:rPr lang="en"/>
              <a:t>Storyboard &amp; Video</a:t>
            </a:r>
            <a:endParaRPr/>
          </a:p>
        </p:txBody>
      </p:sp>
      <p:sp>
        <p:nvSpPr>
          <p:cNvPr id="412" name="Google Shape;412;p59"/>
          <p:cNvSpPr/>
          <p:nvPr/>
        </p:nvSpPr>
        <p:spPr>
          <a:xfrm>
            <a:off x="5204374" y="286200"/>
            <a:ext cx="3654900" cy="1142700"/>
          </a:xfrm>
          <a:prstGeom prst="roundRect">
            <a:avLst>
              <a:gd fmla="val 31453" name="adj"/>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13" name="Google Shape;413;p59"/>
          <p:cNvSpPr/>
          <p:nvPr/>
        </p:nvSpPr>
        <p:spPr>
          <a:xfrm>
            <a:off x="5204374" y="1429013"/>
            <a:ext cx="3654900" cy="1142700"/>
          </a:xfrm>
          <a:prstGeom prst="roundRect">
            <a:avLst>
              <a:gd fmla="val 31453" name="adj"/>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14" name="Google Shape;414;p59"/>
          <p:cNvSpPr/>
          <p:nvPr/>
        </p:nvSpPr>
        <p:spPr>
          <a:xfrm>
            <a:off x="4525175" y="286225"/>
            <a:ext cx="679200" cy="1142700"/>
          </a:xfrm>
          <a:prstGeom prst="roundRect">
            <a:avLst>
              <a:gd fmla="val 50000" name="adj"/>
            </a:avLst>
          </a:pr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15" name="Google Shape;415;p59"/>
          <p:cNvSpPr/>
          <p:nvPr/>
        </p:nvSpPr>
        <p:spPr>
          <a:xfrm>
            <a:off x="4525175" y="1429013"/>
            <a:ext cx="679200" cy="1142700"/>
          </a:xfrm>
          <a:prstGeom prst="roundRect">
            <a:avLst>
              <a:gd fmla="val 50000" name="adj"/>
            </a:avLst>
          </a:pr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16" name="Google Shape;416;p59"/>
          <p:cNvSpPr txBox="1"/>
          <p:nvPr>
            <p:ph idx="1" type="subTitle"/>
          </p:nvPr>
        </p:nvSpPr>
        <p:spPr>
          <a:xfrm>
            <a:off x="5204389" y="286225"/>
            <a:ext cx="3654900" cy="1142700"/>
          </a:xfrm>
          <a:prstGeom prst="rect">
            <a:avLst/>
          </a:prstGeom>
        </p:spPr>
        <p:txBody>
          <a:bodyPr anchorCtr="0" anchor="ctr" bIns="0" lIns="393175" spcFirstLastPara="1" rIns="274300" wrap="square" tIns="0">
            <a:noAutofit/>
          </a:bodyPr>
          <a:lstStyle/>
          <a:p>
            <a:pPr indent="0" lvl="0" marL="0" rtl="0" algn="l">
              <a:spcBef>
                <a:spcPts val="0"/>
              </a:spcBef>
              <a:spcAft>
                <a:spcPts val="0"/>
              </a:spcAft>
              <a:buNone/>
            </a:pPr>
            <a:r>
              <a:rPr lang="en"/>
              <a:t>Project name and value proposition</a:t>
            </a:r>
            <a:endParaRPr/>
          </a:p>
        </p:txBody>
      </p:sp>
      <p:sp>
        <p:nvSpPr>
          <p:cNvPr id="417" name="Google Shape;417;p59"/>
          <p:cNvSpPr txBox="1"/>
          <p:nvPr>
            <p:ph idx="5" type="subTitle"/>
          </p:nvPr>
        </p:nvSpPr>
        <p:spPr>
          <a:xfrm>
            <a:off x="4525200" y="286175"/>
            <a:ext cx="673500" cy="114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418" name="Google Shape;418;p59"/>
          <p:cNvSpPr txBox="1"/>
          <p:nvPr>
            <p:ph type="title"/>
          </p:nvPr>
        </p:nvSpPr>
        <p:spPr>
          <a:xfrm>
            <a:off x="655500" y="648000"/>
            <a:ext cx="3498900" cy="128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Agenda</a:t>
            </a:r>
            <a:endParaRPr/>
          </a:p>
        </p:txBody>
      </p:sp>
      <p:sp>
        <p:nvSpPr>
          <p:cNvPr id="419" name="Google Shape;419;p59"/>
          <p:cNvSpPr txBox="1"/>
          <p:nvPr>
            <p:ph idx="6" type="subTitle"/>
          </p:nvPr>
        </p:nvSpPr>
        <p:spPr>
          <a:xfrm>
            <a:off x="4525200" y="1434825"/>
            <a:ext cx="673500" cy="114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420" name="Google Shape;420;p59"/>
          <p:cNvSpPr txBox="1"/>
          <p:nvPr>
            <p:ph idx="2" type="subTitle"/>
          </p:nvPr>
        </p:nvSpPr>
        <p:spPr>
          <a:xfrm>
            <a:off x="5204364" y="1434825"/>
            <a:ext cx="3654900" cy="1142700"/>
          </a:xfrm>
          <a:prstGeom prst="rect">
            <a:avLst/>
          </a:prstGeom>
        </p:spPr>
        <p:txBody>
          <a:bodyPr anchorCtr="0" anchor="ctr" bIns="0" lIns="393175" spcFirstLastPara="1" rIns="274300" wrap="square" tIns="0">
            <a:noAutofit/>
          </a:bodyPr>
          <a:lstStyle/>
          <a:p>
            <a:pPr indent="0" lvl="0" marL="0" rtl="0" algn="l">
              <a:spcBef>
                <a:spcPts val="0"/>
              </a:spcBef>
              <a:spcAft>
                <a:spcPts val="0"/>
              </a:spcAft>
              <a:buNone/>
            </a:pPr>
            <a:r>
              <a:rPr lang="en"/>
              <a:t>Problem/solution overview</a:t>
            </a:r>
            <a:endParaRPr/>
          </a:p>
        </p:txBody>
      </p:sp>
      <p:sp>
        <p:nvSpPr>
          <p:cNvPr id="421" name="Google Shape;421;p59"/>
          <p:cNvSpPr txBox="1"/>
          <p:nvPr>
            <p:ph idx="8" type="subTitle"/>
          </p:nvPr>
        </p:nvSpPr>
        <p:spPr>
          <a:xfrm>
            <a:off x="181351" y="3729686"/>
            <a:ext cx="673500" cy="114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422" name="Google Shape;422;p59"/>
          <p:cNvSpPr txBox="1"/>
          <p:nvPr>
            <p:ph idx="4" type="subTitle"/>
          </p:nvPr>
        </p:nvSpPr>
        <p:spPr>
          <a:xfrm>
            <a:off x="856626" y="3720363"/>
            <a:ext cx="3654900" cy="1142700"/>
          </a:xfrm>
          <a:prstGeom prst="rect">
            <a:avLst/>
          </a:prstGeom>
        </p:spPr>
        <p:txBody>
          <a:bodyPr anchorCtr="0" anchor="ctr" bIns="0" lIns="393175" spcFirstLastPara="1" rIns="274300" wrap="square" tIns="0">
            <a:noAutofit/>
          </a:bodyPr>
          <a:lstStyle/>
          <a:p>
            <a:pPr indent="0" lvl="0" marL="0" rtl="0" algn="l">
              <a:spcBef>
                <a:spcPts val="0"/>
              </a:spcBef>
              <a:spcAft>
                <a:spcPts val="0"/>
              </a:spcAft>
              <a:buNone/>
            </a:pPr>
            <a:r>
              <a:rPr lang="en"/>
              <a:t>Tasks</a:t>
            </a:r>
            <a:endParaRPr/>
          </a:p>
        </p:txBody>
      </p:sp>
      <p:sp>
        <p:nvSpPr>
          <p:cNvPr id="423" name="Google Shape;423;p59"/>
          <p:cNvSpPr txBox="1"/>
          <p:nvPr>
            <p:ph idx="8" type="subTitle"/>
          </p:nvPr>
        </p:nvSpPr>
        <p:spPr>
          <a:xfrm>
            <a:off x="4510800" y="2592316"/>
            <a:ext cx="673500" cy="114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424" name="Google Shape;424;p59"/>
          <p:cNvSpPr txBox="1"/>
          <p:nvPr>
            <p:ph idx="4" type="subTitle"/>
          </p:nvPr>
        </p:nvSpPr>
        <p:spPr>
          <a:xfrm>
            <a:off x="5187126" y="2603966"/>
            <a:ext cx="3654900" cy="1142700"/>
          </a:xfrm>
          <a:prstGeom prst="rect">
            <a:avLst/>
          </a:prstGeom>
        </p:spPr>
        <p:txBody>
          <a:bodyPr anchorCtr="0" anchor="ctr" bIns="0" lIns="393175" spcFirstLastPara="1" rIns="274300" wrap="square" tIns="0">
            <a:noAutofit/>
          </a:bodyPr>
          <a:lstStyle/>
          <a:p>
            <a:pPr indent="0" lvl="0" marL="0" rtl="0" algn="l">
              <a:spcBef>
                <a:spcPts val="0"/>
              </a:spcBef>
              <a:spcAft>
                <a:spcPts val="0"/>
              </a:spcAft>
              <a:buNone/>
            </a:pPr>
            <a:r>
              <a:rPr lang="en"/>
              <a:t>Values in design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1660850" y="1563875"/>
            <a:ext cx="6009300" cy="165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E06666"/>
                </a:solidFill>
                <a:latin typeface="Fredoka"/>
                <a:ea typeface="Fredoka"/>
                <a:cs typeface="Fredoka"/>
                <a:sym typeface="Fredoka"/>
              </a:rPr>
              <a:t>STITCH</a:t>
            </a:r>
            <a:endParaRPr>
              <a:solidFill>
                <a:srgbClr val="E06666"/>
              </a:solidFill>
            </a:endParaRPr>
          </a:p>
          <a:p>
            <a:pPr indent="0" lvl="0" marL="0" rtl="0" algn="l">
              <a:spcBef>
                <a:spcPts val="0"/>
              </a:spcBef>
              <a:spcAft>
                <a:spcPts val="0"/>
              </a:spcAft>
              <a:buNone/>
            </a:pPr>
            <a:r>
              <a:rPr lang="en" sz="2800"/>
              <a:t>Stitch small businesses together through community events.</a:t>
            </a:r>
            <a:endParaRPr sz="2800"/>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1"/>
          <p:cNvSpPr txBox="1"/>
          <p:nvPr>
            <p:ph type="title"/>
          </p:nvPr>
        </p:nvSpPr>
        <p:spPr>
          <a:xfrm>
            <a:off x="646500" y="845525"/>
            <a:ext cx="8030400" cy="3734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Brand Name </a:t>
            </a:r>
            <a:r>
              <a:rPr lang="en"/>
              <a:t>Brainstorming</a:t>
            </a:r>
            <a:r>
              <a:rPr lang="en"/>
              <a:t> Process </a:t>
            </a:r>
            <a:endParaRPr/>
          </a:p>
          <a:p>
            <a:pPr indent="-330200" lvl="0" marL="457200" rtl="0" algn="l">
              <a:spcBef>
                <a:spcPts val="0"/>
              </a:spcBef>
              <a:spcAft>
                <a:spcPts val="0"/>
              </a:spcAft>
              <a:buSzPts val="1600"/>
              <a:buChar char="-"/>
            </a:pPr>
            <a:r>
              <a:rPr lang="en" sz="1600"/>
              <a:t>We started with </a:t>
            </a:r>
            <a:r>
              <a:rPr lang="en" sz="1600" u="sng"/>
              <a:t>Embed</a:t>
            </a:r>
            <a:r>
              <a:rPr lang="en" sz="1600"/>
              <a:t>, but it felt too formal and technical.</a:t>
            </a:r>
            <a:endParaRPr sz="1600"/>
          </a:p>
          <a:p>
            <a:pPr indent="-330200" lvl="0" marL="457200" rtl="0" algn="l">
              <a:spcBef>
                <a:spcPts val="0"/>
              </a:spcBef>
              <a:spcAft>
                <a:spcPts val="0"/>
              </a:spcAft>
              <a:buSzPts val="1600"/>
              <a:buChar char="-"/>
            </a:pPr>
            <a:r>
              <a:rPr lang="en" sz="1600"/>
              <a:t>We then shifted to </a:t>
            </a:r>
            <a:r>
              <a:rPr lang="en" sz="1600" u="sng"/>
              <a:t>Quilt, </a:t>
            </a:r>
            <a:r>
              <a:rPr lang="en" sz="1600"/>
              <a:t>which captured the visual of stitching small businesses together to form a community fabric.</a:t>
            </a:r>
            <a:endParaRPr sz="1600"/>
          </a:p>
          <a:p>
            <a:pPr indent="-330200" lvl="0" marL="457200" rtl="0" algn="l">
              <a:spcBef>
                <a:spcPts val="0"/>
              </a:spcBef>
              <a:spcAft>
                <a:spcPts val="0"/>
              </a:spcAft>
              <a:buSzPts val="1600"/>
              <a:buChar char="-"/>
            </a:pPr>
            <a:r>
              <a:rPr lang="en" sz="1600"/>
              <a:t>We then landed on </a:t>
            </a:r>
            <a:r>
              <a:rPr lang="en" sz="1600" u="sng"/>
              <a:t>Stitch</a:t>
            </a:r>
            <a:r>
              <a:rPr lang="en" sz="1600"/>
              <a:t>, which is simple but </a:t>
            </a:r>
            <a:r>
              <a:rPr lang="en" sz="1600"/>
              <a:t>memorable</a:t>
            </a:r>
            <a:r>
              <a:rPr lang="en" sz="1600"/>
              <a:t>, and it captures the core action in ur brand name.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a:t>Tagline Uniqueness </a:t>
            </a:r>
            <a:endParaRPr/>
          </a:p>
          <a:p>
            <a:pPr indent="-330200" lvl="0" marL="457200" rtl="0" algn="l">
              <a:spcBef>
                <a:spcPts val="0"/>
              </a:spcBef>
              <a:spcAft>
                <a:spcPts val="0"/>
              </a:spcAft>
              <a:buSzPts val="1600"/>
              <a:buChar char="-"/>
            </a:pPr>
            <a:r>
              <a:rPr lang="en" sz="1600"/>
              <a:t>Our tagline “Stitch Small Businesses Together Through Community Events”, is </a:t>
            </a:r>
            <a:endParaRPr sz="1600"/>
          </a:p>
          <a:p>
            <a:pPr indent="0" lvl="0" marL="0" rtl="0" algn="l">
              <a:spcBef>
                <a:spcPts val="0"/>
              </a:spcBef>
              <a:spcAft>
                <a:spcPts val="0"/>
              </a:spcAft>
              <a:buNone/>
            </a:pPr>
            <a:r>
              <a:rPr lang="en" sz="1600"/>
              <a:t>	</a:t>
            </a:r>
            <a:r>
              <a:rPr lang="en" sz="1600"/>
              <a:t>u</a:t>
            </a:r>
            <a:r>
              <a:rPr lang="en" sz="1600"/>
              <a:t>nique because it names the three core pillars we want in our brand,</a:t>
            </a:r>
            <a:endParaRPr sz="1600"/>
          </a:p>
          <a:p>
            <a:pPr indent="0" lvl="0" marL="0" rtl="0" algn="l">
              <a:spcBef>
                <a:spcPts val="0"/>
              </a:spcBef>
              <a:spcAft>
                <a:spcPts val="0"/>
              </a:spcAft>
              <a:buNone/>
            </a:pPr>
            <a:r>
              <a:rPr lang="en" sz="1600"/>
              <a:t>	</a:t>
            </a:r>
            <a:r>
              <a:rPr lang="en" sz="1600"/>
              <a:t>s</a:t>
            </a:r>
            <a:r>
              <a:rPr lang="en" sz="1600"/>
              <a:t>mall businesses, collaboration, and community events</a:t>
            </a:r>
            <a:endParaRPr sz="1600"/>
          </a:p>
          <a:p>
            <a:pPr indent="0" lvl="0" marL="0" rtl="0" algn="l">
              <a:spcBef>
                <a:spcPts val="0"/>
              </a:spcBef>
              <a:spcAft>
                <a:spcPts val="0"/>
              </a:spcAft>
              <a:buNone/>
            </a:pPr>
            <a:r>
              <a:rPr lang="en" sz="1600"/>
              <a:t>	</a:t>
            </a:r>
            <a:r>
              <a:rPr lang="en" sz="1600"/>
              <a:t>a</a:t>
            </a:r>
            <a:r>
              <a:rPr lang="en" sz="1600"/>
              <a:t>s the vehicle to achieve success, without </a:t>
            </a:r>
            <a:endParaRPr sz="1600"/>
          </a:p>
          <a:p>
            <a:pPr indent="0" lvl="0" marL="0" rtl="0" algn="l">
              <a:spcBef>
                <a:spcPts val="0"/>
              </a:spcBef>
              <a:spcAft>
                <a:spcPts val="0"/>
              </a:spcAft>
              <a:buNone/>
            </a:pPr>
            <a:r>
              <a:rPr lang="en" sz="1600"/>
              <a:t>	</a:t>
            </a:r>
            <a:r>
              <a:rPr lang="en" sz="1600"/>
              <a:t>b</a:t>
            </a:r>
            <a:r>
              <a:rPr lang="en" sz="1600"/>
              <a:t>eing jargon-heavy.</a:t>
            </a:r>
            <a:endParaRPr sz="1600"/>
          </a:p>
        </p:txBody>
      </p:sp>
      <p:sp>
        <p:nvSpPr>
          <p:cNvPr id="435" name="Google Shape;435;p61"/>
          <p:cNvSpPr txBox="1"/>
          <p:nvPr>
            <p:ph idx="1" type="subTitle"/>
          </p:nvPr>
        </p:nvSpPr>
        <p:spPr>
          <a:xfrm>
            <a:off x="646500" y="571825"/>
            <a:ext cx="5994000" cy="36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Project name and value proposition</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2"/>
          <p:cNvSpPr txBox="1"/>
          <p:nvPr>
            <p:ph type="title"/>
          </p:nvPr>
        </p:nvSpPr>
        <p:spPr>
          <a:xfrm>
            <a:off x="2836900" y="1750850"/>
            <a:ext cx="5667300" cy="257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For small businesses in the community, both new ones trying to </a:t>
            </a:r>
            <a:r>
              <a:rPr lang="en" sz="2000"/>
              <a:t>establish</a:t>
            </a:r>
            <a:r>
              <a:rPr lang="en" sz="2000"/>
              <a:t> themselves and old ones trying to keep up with </a:t>
            </a:r>
            <a:r>
              <a:rPr lang="en" sz="2000"/>
              <a:t>the</a:t>
            </a:r>
            <a:r>
              <a:rPr lang="en" sz="2000"/>
              <a:t> changing times, finding support, adapting to new generation, and </a:t>
            </a:r>
            <a:r>
              <a:rPr lang="en" sz="2000"/>
              <a:t>utilizing</a:t>
            </a:r>
            <a:r>
              <a:rPr lang="en" sz="2000"/>
              <a:t> the community has been difficult. STITCH uses AI matching </a:t>
            </a:r>
            <a:r>
              <a:rPr lang="en" sz="2000"/>
              <a:t>algorithm</a:t>
            </a:r>
            <a:r>
              <a:rPr lang="en" sz="2000"/>
              <a:t> to allow small </a:t>
            </a:r>
            <a:r>
              <a:rPr lang="en" sz="2000"/>
              <a:t>business</a:t>
            </a:r>
            <a:r>
              <a:rPr lang="en" sz="2000"/>
              <a:t> to pair with each other, </a:t>
            </a:r>
            <a:r>
              <a:rPr lang="en" sz="2000"/>
              <a:t>collaborate</a:t>
            </a:r>
            <a:r>
              <a:rPr lang="en" sz="2000"/>
              <a:t> on events, and attract new customers, </a:t>
            </a:r>
            <a:r>
              <a:rPr lang="en" sz="2000"/>
              <a:t>growing</a:t>
            </a:r>
            <a:r>
              <a:rPr lang="en" sz="2000"/>
              <a:t> together. </a:t>
            </a:r>
            <a:endParaRPr sz="2000"/>
          </a:p>
        </p:txBody>
      </p:sp>
      <p:sp>
        <p:nvSpPr>
          <p:cNvPr id="441" name="Google Shape;441;p62"/>
          <p:cNvSpPr txBox="1"/>
          <p:nvPr>
            <p:ph idx="1" type="subTitle"/>
          </p:nvPr>
        </p:nvSpPr>
        <p:spPr>
          <a:xfrm>
            <a:off x="2836900" y="648000"/>
            <a:ext cx="5667300" cy="2805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3500">
                <a:latin typeface="Fredoka Medium"/>
                <a:ea typeface="Fredoka Medium"/>
                <a:cs typeface="Fredoka Medium"/>
                <a:sym typeface="Fredoka Medium"/>
              </a:rPr>
              <a:t>Problem/Solution Overview</a:t>
            </a:r>
            <a:endParaRPr sz="3500">
              <a:latin typeface="Fredoka Medium"/>
              <a:ea typeface="Fredoka Medium"/>
              <a:cs typeface="Fredoka Medium"/>
              <a:sym typeface="Fredoka Medium"/>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3"/>
          <p:cNvSpPr txBox="1"/>
          <p:nvPr>
            <p:ph type="title"/>
          </p:nvPr>
        </p:nvSpPr>
        <p:spPr>
          <a:xfrm>
            <a:off x="1567350" y="2055675"/>
            <a:ext cx="6009300" cy="13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Market Research</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4"/>
          <p:cNvSpPr txBox="1"/>
          <p:nvPr/>
        </p:nvSpPr>
        <p:spPr>
          <a:xfrm>
            <a:off x="434650" y="949000"/>
            <a:ext cx="8303700" cy="11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Fredoka"/>
                <a:ea typeface="Fredoka"/>
                <a:cs typeface="Fredoka"/>
                <a:sym typeface="Fredoka"/>
              </a:rPr>
              <a:t>340K+ global members, referral program network with local chapters. Members meet weekly, one business per profession per chapter.</a:t>
            </a:r>
            <a:endParaRPr sz="1600">
              <a:solidFill>
                <a:schemeClr val="lt1"/>
              </a:solidFill>
              <a:latin typeface="Fredoka"/>
              <a:ea typeface="Fredoka"/>
              <a:cs typeface="Fredoka"/>
              <a:sym typeface="Fredoka"/>
            </a:endParaRPr>
          </a:p>
          <a:p>
            <a:pPr indent="0" lvl="0" marL="0" rtl="0" algn="l">
              <a:spcBef>
                <a:spcPts val="0"/>
              </a:spcBef>
              <a:spcAft>
                <a:spcPts val="0"/>
              </a:spcAft>
              <a:buNone/>
            </a:pPr>
            <a:r>
              <a:rPr b="1" lang="en" sz="1600">
                <a:solidFill>
                  <a:schemeClr val="lt1"/>
                </a:solidFill>
                <a:latin typeface="Fredoka"/>
                <a:ea typeface="Fredoka"/>
                <a:cs typeface="Fredoka"/>
                <a:sym typeface="Fredoka"/>
              </a:rPr>
              <a:t>Idea</a:t>
            </a:r>
            <a:r>
              <a:rPr lang="en" sz="1600">
                <a:solidFill>
                  <a:schemeClr val="lt1"/>
                </a:solidFill>
                <a:latin typeface="Fredoka"/>
                <a:ea typeface="Fredoka"/>
                <a:cs typeface="Fredoka"/>
                <a:sym typeface="Fredoka"/>
              </a:rPr>
              <a:t>: Connects local businesses for mutual benefit. Emphasizes trust and meaningful relationships over transactional networking - similar to Stitch in this way</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52" name="Google Shape;452;p64"/>
          <p:cNvSpPr txBox="1"/>
          <p:nvPr>
            <p:ph type="title"/>
          </p:nvPr>
        </p:nvSpPr>
        <p:spPr>
          <a:xfrm>
            <a:off x="284700" y="286200"/>
            <a:ext cx="8118900" cy="11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BNI(Business Network International) </a:t>
            </a:r>
            <a:endParaRPr sz="3600"/>
          </a:p>
          <a:p>
            <a:pPr indent="0" lvl="0" marL="0" rtl="0" algn="l">
              <a:spcBef>
                <a:spcPts val="0"/>
              </a:spcBef>
              <a:spcAft>
                <a:spcPts val="0"/>
              </a:spcAft>
              <a:buNone/>
            </a:pPr>
            <a:r>
              <a:t/>
            </a:r>
            <a:endParaRPr/>
          </a:p>
        </p:txBody>
      </p:sp>
      <p:pic>
        <p:nvPicPr>
          <p:cNvPr descr="A purple pill shape" id="453" name="Google Shape;453;p64"/>
          <p:cNvPicPr preferRelativeResize="0"/>
          <p:nvPr/>
        </p:nvPicPr>
        <p:blipFill>
          <a:blip r:embed="rId3">
            <a:alphaModFix/>
          </a:blip>
          <a:stretch>
            <a:fillRect/>
          </a:stretch>
        </p:blipFill>
        <p:spPr>
          <a:xfrm>
            <a:off x="8790588" y="949000"/>
            <a:ext cx="125566" cy="238178"/>
          </a:xfrm>
          <a:prstGeom prst="rect">
            <a:avLst/>
          </a:prstGeom>
          <a:noFill/>
          <a:ln>
            <a:noFill/>
          </a:ln>
        </p:spPr>
      </p:pic>
      <p:pic>
        <p:nvPicPr>
          <p:cNvPr descr="A blue diamond shape" id="454" name="Google Shape;454;p64"/>
          <p:cNvPicPr preferRelativeResize="0"/>
          <p:nvPr/>
        </p:nvPicPr>
        <p:blipFill>
          <a:blip r:embed="rId4">
            <a:alphaModFix/>
          </a:blip>
          <a:stretch>
            <a:fillRect/>
          </a:stretch>
        </p:blipFill>
        <p:spPr>
          <a:xfrm>
            <a:off x="8360310" y="1212804"/>
            <a:ext cx="378156" cy="375278"/>
          </a:xfrm>
          <a:prstGeom prst="rect">
            <a:avLst/>
          </a:prstGeom>
          <a:noFill/>
          <a:ln>
            <a:noFill/>
          </a:ln>
        </p:spPr>
      </p:pic>
      <p:pic>
        <p:nvPicPr>
          <p:cNvPr descr="A blue pill shape" id="455" name="Google Shape;455;p64"/>
          <p:cNvPicPr preferRelativeResize="0"/>
          <p:nvPr/>
        </p:nvPicPr>
        <p:blipFill rotWithShape="1">
          <a:blip r:embed="rId5">
            <a:alphaModFix/>
          </a:blip>
          <a:srcRect b="-22776" l="0" r="0" t="36435"/>
          <a:stretch/>
        </p:blipFill>
        <p:spPr>
          <a:xfrm rot="5400000">
            <a:off x="8915113" y="1288487"/>
            <a:ext cx="172200" cy="288825"/>
          </a:xfrm>
          <a:prstGeom prst="rect">
            <a:avLst/>
          </a:prstGeom>
          <a:noFill/>
          <a:ln>
            <a:noFill/>
          </a:ln>
        </p:spPr>
      </p:pic>
      <p:sp>
        <p:nvSpPr>
          <p:cNvPr id="456" name="Google Shape;456;p64"/>
          <p:cNvSpPr txBox="1"/>
          <p:nvPr/>
        </p:nvSpPr>
        <p:spPr>
          <a:xfrm>
            <a:off x="118225" y="2037126"/>
            <a:ext cx="30870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     </a:t>
            </a:r>
            <a:r>
              <a:rPr b="1" lang="en" sz="1600">
                <a:solidFill>
                  <a:schemeClr val="lt1"/>
                </a:solidFill>
                <a:latin typeface="Fredoka"/>
                <a:ea typeface="Fredoka"/>
                <a:cs typeface="Fredoka"/>
                <a:sym typeface="Fredoka"/>
              </a:rPr>
              <a:t>What has worked for them: </a:t>
            </a:r>
            <a:endParaRPr b="1" sz="1600">
              <a:solidFill>
                <a:schemeClr val="lt1"/>
              </a:solidFill>
              <a:latin typeface="Fredoka"/>
              <a:ea typeface="Fredoka"/>
              <a:cs typeface="Fredoka"/>
              <a:sym typeface="Fredoka"/>
            </a:endParaRPr>
          </a:p>
          <a:p>
            <a:pPr indent="-330200" lvl="0" marL="457200" rtl="0" algn="l">
              <a:spcBef>
                <a:spcPts val="0"/>
              </a:spcBef>
              <a:spcAft>
                <a:spcPts val="0"/>
              </a:spcAft>
              <a:buClr>
                <a:schemeClr val="lt1"/>
              </a:buClr>
              <a:buSzPts val="1600"/>
              <a:buFont typeface="Fredoka"/>
              <a:buChar char="-"/>
            </a:pPr>
            <a:r>
              <a:rPr lang="en" sz="1600">
                <a:solidFill>
                  <a:schemeClr val="lt1"/>
                </a:solidFill>
                <a:latin typeface="Fredoka"/>
                <a:ea typeface="Fredoka"/>
                <a:cs typeface="Fredoka"/>
                <a:sym typeface="Fredoka"/>
              </a:rPr>
              <a:t>Structured weekly meetings build deep trust. Exclusive membership (one per industry) eliminates competition. Proven 40+ year track record generating billions in referrals.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57" name="Google Shape;457;p64"/>
          <p:cNvSpPr txBox="1"/>
          <p:nvPr/>
        </p:nvSpPr>
        <p:spPr>
          <a:xfrm>
            <a:off x="3011950" y="2037675"/>
            <a:ext cx="31491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  </a:t>
            </a:r>
            <a:r>
              <a:rPr b="1" lang="en" sz="1600">
                <a:solidFill>
                  <a:schemeClr val="lt1"/>
                </a:solidFill>
                <a:latin typeface="Fredoka"/>
                <a:ea typeface="Fredoka"/>
                <a:cs typeface="Fredoka"/>
                <a:sym typeface="Fredoka"/>
              </a:rPr>
              <a:t>What has not worked for them:</a:t>
            </a:r>
            <a:endParaRPr b="1" sz="1600">
              <a:solidFill>
                <a:schemeClr val="lt1"/>
              </a:solidFill>
              <a:latin typeface="Fredoka"/>
              <a:ea typeface="Fredoka"/>
              <a:cs typeface="Fredoka"/>
              <a:sym typeface="Fredoka"/>
            </a:endParaRPr>
          </a:p>
          <a:p>
            <a:pPr indent="-330200" lvl="0" marL="457200" rtl="0" algn="l">
              <a:spcBef>
                <a:spcPts val="0"/>
              </a:spcBef>
              <a:spcAft>
                <a:spcPts val="0"/>
              </a:spcAft>
              <a:buClr>
                <a:schemeClr val="lt1"/>
              </a:buClr>
              <a:buSzPts val="1600"/>
              <a:buFont typeface="Fredoka"/>
              <a:buChar char="-"/>
            </a:pPr>
            <a:r>
              <a:rPr lang="en" sz="1600">
                <a:solidFill>
                  <a:schemeClr val="lt1"/>
                </a:solidFill>
                <a:latin typeface="Fredoka"/>
                <a:ea typeface="Fredoka"/>
                <a:cs typeface="Fredoka"/>
                <a:sym typeface="Fredoka"/>
              </a:rPr>
              <a:t>High commitment requirement (weekly meetings, fees ~$600-800/yr). </a:t>
            </a:r>
            <a:endParaRPr sz="1600">
              <a:solidFill>
                <a:schemeClr val="lt1"/>
              </a:solidFill>
              <a:latin typeface="Fredoka"/>
              <a:ea typeface="Fredoka"/>
              <a:cs typeface="Fredoka"/>
              <a:sym typeface="Fredoka"/>
            </a:endParaRPr>
          </a:p>
          <a:p>
            <a:pPr indent="-330200" lvl="0" marL="457200" rtl="0" algn="l">
              <a:spcBef>
                <a:spcPts val="0"/>
              </a:spcBef>
              <a:spcAft>
                <a:spcPts val="0"/>
              </a:spcAft>
              <a:buClr>
                <a:schemeClr val="lt1"/>
              </a:buClr>
              <a:buSzPts val="1600"/>
              <a:buFont typeface="Fredoka"/>
              <a:buChar char="-"/>
            </a:pPr>
            <a:r>
              <a:rPr lang="en" sz="1600">
                <a:solidFill>
                  <a:schemeClr val="lt1"/>
                </a:solidFill>
                <a:latin typeface="Fredoka"/>
                <a:ea typeface="Fredoka"/>
                <a:cs typeface="Fredoka"/>
                <a:sym typeface="Fredoka"/>
              </a:rPr>
              <a:t>Limited to one business type per chapter.</a:t>
            </a:r>
            <a:endParaRPr sz="1600">
              <a:solidFill>
                <a:schemeClr val="lt1"/>
              </a:solidFill>
              <a:latin typeface="Fredoka"/>
              <a:ea typeface="Fredoka"/>
              <a:cs typeface="Fredoka"/>
              <a:sym typeface="Fredoka"/>
            </a:endParaRPr>
          </a:p>
          <a:p>
            <a:pPr indent="-330200" lvl="0" marL="457200" rtl="0" algn="l">
              <a:spcBef>
                <a:spcPts val="0"/>
              </a:spcBef>
              <a:spcAft>
                <a:spcPts val="0"/>
              </a:spcAft>
              <a:buClr>
                <a:schemeClr val="lt1"/>
              </a:buClr>
              <a:buSzPts val="1600"/>
              <a:buFont typeface="Fredoka"/>
              <a:buChar char="-"/>
            </a:pPr>
            <a:r>
              <a:rPr lang="en" sz="1600">
                <a:solidFill>
                  <a:schemeClr val="lt1"/>
                </a:solidFill>
                <a:latin typeface="Fredoka"/>
                <a:ea typeface="Fredoka"/>
                <a:cs typeface="Fredoka"/>
                <a:sym typeface="Fredoka"/>
              </a:rPr>
              <a:t> Focused on referrals, not joint events/collaborations.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58" name="Google Shape;458;p64"/>
          <p:cNvSpPr txBox="1"/>
          <p:nvPr/>
        </p:nvSpPr>
        <p:spPr>
          <a:xfrm>
            <a:off x="6125768" y="2037125"/>
            <a:ext cx="3149100" cy="27174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b="1" lang="en" sz="1600">
                <a:solidFill>
                  <a:schemeClr val="lt1"/>
                </a:solidFill>
                <a:latin typeface="Fredoka"/>
                <a:ea typeface="Fredoka"/>
                <a:cs typeface="Fredoka"/>
                <a:sym typeface="Fredoka"/>
              </a:rPr>
              <a:t>Key Difference: </a:t>
            </a:r>
            <a:endParaRPr b="1" sz="1600">
              <a:solidFill>
                <a:schemeClr val="lt1"/>
              </a:solidFill>
              <a:latin typeface="Fredoka"/>
              <a:ea typeface="Fredoka"/>
              <a:cs typeface="Fredoka"/>
              <a:sym typeface="Fredoka"/>
            </a:endParaRPr>
          </a:p>
          <a:p>
            <a:pPr indent="-330200" lvl="0" marL="457200" rtl="0" algn="l">
              <a:spcBef>
                <a:spcPts val="0"/>
              </a:spcBef>
              <a:spcAft>
                <a:spcPts val="0"/>
              </a:spcAft>
              <a:buClr>
                <a:schemeClr val="lt1"/>
              </a:buClr>
              <a:buSzPts val="1600"/>
              <a:buFont typeface="Fredoka"/>
              <a:buChar char="-"/>
            </a:pPr>
            <a:r>
              <a:rPr lang="en" sz="1600">
                <a:solidFill>
                  <a:schemeClr val="lt1"/>
                </a:solidFill>
                <a:latin typeface="Fredoka"/>
                <a:ea typeface="Fredoka"/>
                <a:cs typeface="Fredoka"/>
                <a:sym typeface="Fredoka"/>
              </a:rPr>
              <a:t>BNI focuses on referrals between different industries. Stitch enables collaboration between complementary/similar value-aligned businesses for joint events.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5"/>
          <p:cNvSpPr txBox="1"/>
          <p:nvPr/>
        </p:nvSpPr>
        <p:spPr>
          <a:xfrm>
            <a:off x="434650" y="949000"/>
            <a:ext cx="8303700" cy="11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Fredoka"/>
                <a:ea typeface="Fredoka"/>
                <a:cs typeface="Fredoka"/>
                <a:sym typeface="Fredoka"/>
              </a:rPr>
              <a:t>8M+ member online platform connecting small businesses in 35K+ local communities across US/Canada. Free and premium tiers.</a:t>
            </a:r>
            <a:endParaRPr sz="1600">
              <a:solidFill>
                <a:schemeClr val="lt1"/>
              </a:solidFill>
              <a:latin typeface="Fredoka"/>
              <a:ea typeface="Fredoka"/>
              <a:cs typeface="Fredoka"/>
              <a:sym typeface="Fredoka"/>
            </a:endParaRPr>
          </a:p>
          <a:p>
            <a:pPr indent="0" lvl="0" marL="0" rtl="0" algn="l">
              <a:spcBef>
                <a:spcPts val="0"/>
              </a:spcBef>
              <a:spcAft>
                <a:spcPts val="0"/>
              </a:spcAft>
              <a:buNone/>
            </a:pPr>
            <a:r>
              <a:rPr b="1" lang="en" sz="1600">
                <a:solidFill>
                  <a:schemeClr val="lt1"/>
                </a:solidFill>
                <a:latin typeface="Fredoka"/>
                <a:ea typeface="Fredoka"/>
                <a:cs typeface="Fredoka"/>
                <a:sym typeface="Fredoka"/>
              </a:rPr>
              <a:t>Idea</a:t>
            </a:r>
            <a:r>
              <a:rPr lang="en" sz="1600">
                <a:solidFill>
                  <a:schemeClr val="lt1"/>
                </a:solidFill>
                <a:latin typeface="Fredoka"/>
                <a:ea typeface="Fredoka"/>
                <a:cs typeface="Fredoka"/>
                <a:sym typeface="Fredoka"/>
              </a:rPr>
              <a:t>: Digital platform for local small business networking. Community-focused, connecting businesses in </a:t>
            </a:r>
            <a:r>
              <a:rPr lang="en" sz="1600">
                <a:solidFill>
                  <a:schemeClr val="lt1"/>
                </a:solidFill>
                <a:latin typeface="Fredoka"/>
                <a:ea typeface="Fredoka"/>
                <a:cs typeface="Fredoka"/>
                <a:sym typeface="Fredoka"/>
              </a:rPr>
              <a:t>specific</a:t>
            </a:r>
            <a:r>
              <a:rPr lang="en" sz="1600">
                <a:solidFill>
                  <a:schemeClr val="lt1"/>
                </a:solidFill>
                <a:latin typeface="Fredoka"/>
                <a:ea typeface="Fredoka"/>
                <a:cs typeface="Fredoka"/>
                <a:sym typeface="Fredoka"/>
              </a:rPr>
              <a:t> geographic areas.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64" name="Google Shape;464;p65"/>
          <p:cNvSpPr txBox="1"/>
          <p:nvPr>
            <p:ph type="title"/>
          </p:nvPr>
        </p:nvSpPr>
        <p:spPr>
          <a:xfrm>
            <a:off x="284700" y="286200"/>
            <a:ext cx="8118900" cy="11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Alignable</a:t>
            </a:r>
            <a:r>
              <a:rPr lang="en" sz="3600"/>
              <a:t> </a:t>
            </a:r>
            <a:endParaRPr sz="3600"/>
          </a:p>
          <a:p>
            <a:pPr indent="0" lvl="0" marL="0" rtl="0" algn="l">
              <a:spcBef>
                <a:spcPts val="0"/>
              </a:spcBef>
              <a:spcAft>
                <a:spcPts val="0"/>
              </a:spcAft>
              <a:buNone/>
            </a:pPr>
            <a:r>
              <a:t/>
            </a:r>
            <a:endParaRPr/>
          </a:p>
        </p:txBody>
      </p:sp>
      <p:pic>
        <p:nvPicPr>
          <p:cNvPr descr="A purple pill shape" id="465" name="Google Shape;465;p65"/>
          <p:cNvPicPr preferRelativeResize="0"/>
          <p:nvPr/>
        </p:nvPicPr>
        <p:blipFill>
          <a:blip r:embed="rId3">
            <a:alphaModFix/>
          </a:blip>
          <a:stretch>
            <a:fillRect/>
          </a:stretch>
        </p:blipFill>
        <p:spPr>
          <a:xfrm>
            <a:off x="8790588" y="949000"/>
            <a:ext cx="125566" cy="238178"/>
          </a:xfrm>
          <a:prstGeom prst="rect">
            <a:avLst/>
          </a:prstGeom>
          <a:noFill/>
          <a:ln>
            <a:noFill/>
          </a:ln>
        </p:spPr>
      </p:pic>
      <p:pic>
        <p:nvPicPr>
          <p:cNvPr descr="A blue diamond shape" id="466" name="Google Shape;466;p65"/>
          <p:cNvPicPr preferRelativeResize="0"/>
          <p:nvPr/>
        </p:nvPicPr>
        <p:blipFill>
          <a:blip r:embed="rId4">
            <a:alphaModFix/>
          </a:blip>
          <a:stretch>
            <a:fillRect/>
          </a:stretch>
        </p:blipFill>
        <p:spPr>
          <a:xfrm>
            <a:off x="8360310" y="1212804"/>
            <a:ext cx="378156" cy="375278"/>
          </a:xfrm>
          <a:prstGeom prst="rect">
            <a:avLst/>
          </a:prstGeom>
          <a:noFill/>
          <a:ln>
            <a:noFill/>
          </a:ln>
        </p:spPr>
      </p:pic>
      <p:pic>
        <p:nvPicPr>
          <p:cNvPr descr="A blue pill shape" id="467" name="Google Shape;467;p65"/>
          <p:cNvPicPr preferRelativeResize="0"/>
          <p:nvPr/>
        </p:nvPicPr>
        <p:blipFill rotWithShape="1">
          <a:blip r:embed="rId5">
            <a:alphaModFix/>
          </a:blip>
          <a:srcRect b="-22776" l="0" r="0" t="36435"/>
          <a:stretch/>
        </p:blipFill>
        <p:spPr>
          <a:xfrm rot="5400000">
            <a:off x="8915113" y="1288487"/>
            <a:ext cx="172200" cy="288825"/>
          </a:xfrm>
          <a:prstGeom prst="rect">
            <a:avLst/>
          </a:prstGeom>
          <a:noFill/>
          <a:ln>
            <a:noFill/>
          </a:ln>
        </p:spPr>
      </p:pic>
      <p:sp>
        <p:nvSpPr>
          <p:cNvPr id="468" name="Google Shape;468;p65"/>
          <p:cNvSpPr txBox="1"/>
          <p:nvPr/>
        </p:nvSpPr>
        <p:spPr>
          <a:xfrm>
            <a:off x="118225" y="2037126"/>
            <a:ext cx="30870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What has worked for them: </a:t>
            </a:r>
            <a:endParaRPr b="1" sz="1600">
              <a:solidFill>
                <a:schemeClr val="lt1"/>
              </a:solidFill>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Large user base and geographic coverage. Location-based connections make networking locally accessible. Educational content and discussion groups add value.</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69" name="Google Shape;469;p65"/>
          <p:cNvSpPr txBox="1"/>
          <p:nvPr/>
        </p:nvSpPr>
        <p:spPr>
          <a:xfrm>
            <a:off x="3011950" y="2037675"/>
            <a:ext cx="31491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What has not worked for them:</a:t>
            </a:r>
            <a:endParaRPr b="1" sz="1600">
              <a:solidFill>
                <a:schemeClr val="lt1"/>
              </a:solidFill>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Less structured than in-person networks. </a:t>
            </a:r>
            <a:endParaRPr sz="1600">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Can feel like LinkedIn for small businesses without deep engagement. </a:t>
            </a:r>
            <a:endParaRPr sz="1600">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Premium features needed for full access.</a:t>
            </a:r>
            <a:endParaRPr sz="1600">
              <a:latin typeface="Fredoka"/>
              <a:ea typeface="Fredoka"/>
              <a:cs typeface="Fredoka"/>
              <a:sym typeface="Fredoka"/>
            </a:endParaRPr>
          </a:p>
          <a:p>
            <a:pPr indent="0" lvl="0" marL="45720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70" name="Google Shape;470;p65"/>
          <p:cNvSpPr txBox="1"/>
          <p:nvPr/>
        </p:nvSpPr>
        <p:spPr>
          <a:xfrm>
            <a:off x="6125768" y="2037125"/>
            <a:ext cx="31491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Key Difference: </a:t>
            </a:r>
            <a:endParaRPr b="1" sz="1600">
              <a:solidFill>
                <a:schemeClr val="lt1"/>
              </a:solidFill>
              <a:latin typeface="Fredoka"/>
              <a:ea typeface="Fredoka"/>
              <a:cs typeface="Fredoka"/>
              <a:sym typeface="Fredoka"/>
            </a:endParaRPr>
          </a:p>
          <a:p>
            <a:pPr indent="-330200" lvl="0" marL="457200" rtl="0" algn="l">
              <a:lnSpc>
                <a:spcPct val="115000"/>
              </a:lnSpc>
              <a:spcBef>
                <a:spcPts val="0"/>
              </a:spcBef>
              <a:spcAft>
                <a:spcPts val="0"/>
              </a:spcAft>
              <a:buSzPts val="1600"/>
              <a:buFont typeface="Fredoka"/>
              <a:buChar char="-"/>
            </a:pPr>
            <a:r>
              <a:rPr lang="en" sz="1600">
                <a:latin typeface="Fredoka"/>
                <a:ea typeface="Fredoka"/>
                <a:cs typeface="Fredoka"/>
                <a:sym typeface="Fredoka"/>
              </a:rPr>
              <a:t>Alignable is broad networking/referrals. Stitch specifically facilitates joint events and values-based collaboration, with community event integration.</a:t>
            </a:r>
            <a:br>
              <a:rPr lang="en" sz="1600">
                <a:latin typeface="Fredoka"/>
                <a:ea typeface="Fredoka"/>
                <a:cs typeface="Fredoka"/>
                <a:sym typeface="Fredoka"/>
              </a:rPr>
            </a:br>
            <a:endParaRPr sz="2100">
              <a:solidFill>
                <a:schemeClr val="lt1"/>
              </a:solidFill>
              <a:latin typeface="Fredoka"/>
              <a:ea typeface="Fredoka"/>
              <a:cs typeface="Fredoka"/>
              <a:sym typeface="Fredok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6"/>
          <p:cNvSpPr txBox="1"/>
          <p:nvPr/>
        </p:nvSpPr>
        <p:spPr>
          <a:xfrm>
            <a:off x="434650" y="949000"/>
            <a:ext cx="8303700" cy="11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Fredoka"/>
                <a:ea typeface="Fredoka"/>
                <a:cs typeface="Fredoka"/>
                <a:sym typeface="Fredoka"/>
              </a:rPr>
              <a:t>Not Business to Business Platform.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rPr b="1" lang="en" sz="1600">
                <a:solidFill>
                  <a:schemeClr val="lt1"/>
                </a:solidFill>
                <a:latin typeface="Fredoka"/>
                <a:ea typeface="Fredoka"/>
                <a:cs typeface="Fredoka"/>
                <a:sym typeface="Fredoka"/>
              </a:rPr>
              <a:t>Idea</a:t>
            </a:r>
            <a:r>
              <a:rPr lang="en" sz="1600">
                <a:solidFill>
                  <a:schemeClr val="lt1"/>
                </a:solidFill>
                <a:latin typeface="Fredoka"/>
                <a:ea typeface="Fredoka"/>
                <a:cs typeface="Fredoka"/>
                <a:sym typeface="Fredoka"/>
              </a:rPr>
              <a:t>: </a:t>
            </a:r>
            <a:r>
              <a:rPr lang="en" sz="1600">
                <a:latin typeface="Fredoka"/>
                <a:ea typeface="Fredoka"/>
                <a:cs typeface="Fredoka"/>
                <a:sym typeface="Fredoka"/>
              </a:rPr>
              <a:t>Event discovery platforms where businesses can find/create networking events based on interests and location.</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76" name="Google Shape;476;p66"/>
          <p:cNvSpPr txBox="1"/>
          <p:nvPr>
            <p:ph type="title"/>
          </p:nvPr>
        </p:nvSpPr>
        <p:spPr>
          <a:xfrm>
            <a:off x="284700" y="286200"/>
            <a:ext cx="8118900" cy="11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Eventbrite</a:t>
            </a:r>
            <a:endParaRPr sz="3600"/>
          </a:p>
          <a:p>
            <a:pPr indent="0" lvl="0" marL="0" rtl="0" algn="l">
              <a:spcBef>
                <a:spcPts val="0"/>
              </a:spcBef>
              <a:spcAft>
                <a:spcPts val="0"/>
              </a:spcAft>
              <a:buNone/>
            </a:pPr>
            <a:r>
              <a:t/>
            </a:r>
            <a:endParaRPr/>
          </a:p>
        </p:txBody>
      </p:sp>
      <p:pic>
        <p:nvPicPr>
          <p:cNvPr descr="A purple pill shape" id="477" name="Google Shape;477;p66"/>
          <p:cNvPicPr preferRelativeResize="0"/>
          <p:nvPr/>
        </p:nvPicPr>
        <p:blipFill>
          <a:blip r:embed="rId3">
            <a:alphaModFix/>
          </a:blip>
          <a:stretch>
            <a:fillRect/>
          </a:stretch>
        </p:blipFill>
        <p:spPr>
          <a:xfrm>
            <a:off x="8790588" y="949000"/>
            <a:ext cx="125566" cy="238178"/>
          </a:xfrm>
          <a:prstGeom prst="rect">
            <a:avLst/>
          </a:prstGeom>
          <a:noFill/>
          <a:ln>
            <a:noFill/>
          </a:ln>
        </p:spPr>
      </p:pic>
      <p:pic>
        <p:nvPicPr>
          <p:cNvPr descr="A blue diamond shape" id="478" name="Google Shape;478;p66"/>
          <p:cNvPicPr preferRelativeResize="0"/>
          <p:nvPr/>
        </p:nvPicPr>
        <p:blipFill>
          <a:blip r:embed="rId4">
            <a:alphaModFix/>
          </a:blip>
          <a:stretch>
            <a:fillRect/>
          </a:stretch>
        </p:blipFill>
        <p:spPr>
          <a:xfrm>
            <a:off x="8360310" y="1212804"/>
            <a:ext cx="378156" cy="375278"/>
          </a:xfrm>
          <a:prstGeom prst="rect">
            <a:avLst/>
          </a:prstGeom>
          <a:noFill/>
          <a:ln>
            <a:noFill/>
          </a:ln>
        </p:spPr>
      </p:pic>
      <p:pic>
        <p:nvPicPr>
          <p:cNvPr descr="A blue pill shape" id="479" name="Google Shape;479;p66"/>
          <p:cNvPicPr preferRelativeResize="0"/>
          <p:nvPr/>
        </p:nvPicPr>
        <p:blipFill rotWithShape="1">
          <a:blip r:embed="rId5">
            <a:alphaModFix/>
          </a:blip>
          <a:srcRect b="-22776" l="0" r="0" t="36435"/>
          <a:stretch/>
        </p:blipFill>
        <p:spPr>
          <a:xfrm rot="5400000">
            <a:off x="8915113" y="1288487"/>
            <a:ext cx="172200" cy="288825"/>
          </a:xfrm>
          <a:prstGeom prst="rect">
            <a:avLst/>
          </a:prstGeom>
          <a:noFill/>
          <a:ln>
            <a:noFill/>
          </a:ln>
        </p:spPr>
      </p:pic>
      <p:sp>
        <p:nvSpPr>
          <p:cNvPr id="480" name="Google Shape;480;p66"/>
          <p:cNvSpPr txBox="1"/>
          <p:nvPr/>
        </p:nvSpPr>
        <p:spPr>
          <a:xfrm>
            <a:off x="118225" y="2037126"/>
            <a:ext cx="30870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What has worked for them: </a:t>
            </a:r>
            <a:endParaRPr b="1" sz="1600">
              <a:solidFill>
                <a:schemeClr val="lt1"/>
              </a:solidFill>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Large user bases for event discovery. Easy to create and promote events. Geographic and interest-based filtering helps relevance.</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81" name="Google Shape;481;p66"/>
          <p:cNvSpPr txBox="1"/>
          <p:nvPr/>
        </p:nvSpPr>
        <p:spPr>
          <a:xfrm>
            <a:off x="3011950" y="2037675"/>
            <a:ext cx="31491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What has not worked for them:</a:t>
            </a:r>
            <a:endParaRPr b="1" sz="1600">
              <a:solidFill>
                <a:schemeClr val="lt1"/>
              </a:solidFill>
              <a:latin typeface="Fredoka"/>
              <a:ea typeface="Fredoka"/>
              <a:cs typeface="Fredoka"/>
              <a:sym typeface="Fredoka"/>
            </a:endParaRPr>
          </a:p>
          <a:p>
            <a:pPr indent="-361950" lvl="0" marL="457200" rtl="0" algn="l">
              <a:lnSpc>
                <a:spcPct val="115000"/>
              </a:lnSpc>
              <a:spcBef>
                <a:spcPts val="0"/>
              </a:spcBef>
              <a:spcAft>
                <a:spcPts val="0"/>
              </a:spcAft>
              <a:buClr>
                <a:schemeClr val="lt1"/>
              </a:buClr>
              <a:buSzPts val="2100"/>
              <a:buFont typeface="Fredoka"/>
              <a:buChar char="-"/>
            </a:pPr>
            <a:r>
              <a:rPr lang="en" sz="1600">
                <a:latin typeface="Fredoka"/>
                <a:ea typeface="Fredoka"/>
                <a:cs typeface="Fredoka"/>
                <a:sym typeface="Fredoka"/>
              </a:rPr>
              <a:t>Not designed for business collaboration.</a:t>
            </a:r>
            <a:endParaRPr sz="1600">
              <a:latin typeface="Fredoka"/>
              <a:ea typeface="Fredoka"/>
              <a:cs typeface="Fredoka"/>
              <a:sym typeface="Fredoka"/>
            </a:endParaRPr>
          </a:p>
          <a:p>
            <a:pPr indent="-361950" lvl="0" marL="457200" rtl="0" algn="l">
              <a:lnSpc>
                <a:spcPct val="115000"/>
              </a:lnSpc>
              <a:spcBef>
                <a:spcPts val="0"/>
              </a:spcBef>
              <a:spcAft>
                <a:spcPts val="0"/>
              </a:spcAft>
              <a:buClr>
                <a:schemeClr val="lt1"/>
              </a:buClr>
              <a:buSzPts val="2100"/>
              <a:buFont typeface="Fredoka"/>
              <a:buChar char="-"/>
            </a:pPr>
            <a:r>
              <a:rPr lang="en" sz="1600">
                <a:latin typeface="Fredoka"/>
                <a:ea typeface="Fredoka"/>
                <a:cs typeface="Fredoka"/>
                <a:sym typeface="Fredoka"/>
              </a:rPr>
              <a:t>Events are one-off, no sustained partnerships. </a:t>
            </a:r>
            <a:endParaRPr sz="1600">
              <a:latin typeface="Fredoka"/>
              <a:ea typeface="Fredoka"/>
              <a:cs typeface="Fredoka"/>
              <a:sym typeface="Fredoka"/>
            </a:endParaRPr>
          </a:p>
          <a:p>
            <a:pPr indent="-361950" lvl="0" marL="457200" rtl="0" algn="l">
              <a:lnSpc>
                <a:spcPct val="115000"/>
              </a:lnSpc>
              <a:spcBef>
                <a:spcPts val="0"/>
              </a:spcBef>
              <a:spcAft>
                <a:spcPts val="0"/>
              </a:spcAft>
              <a:buClr>
                <a:schemeClr val="lt1"/>
              </a:buClr>
              <a:buSzPts val="2100"/>
              <a:buFont typeface="Fredoka"/>
              <a:buChar char="-"/>
            </a:pPr>
            <a:r>
              <a:rPr lang="en" sz="1600">
                <a:latin typeface="Fredoka"/>
                <a:ea typeface="Fredoka"/>
                <a:cs typeface="Fredoka"/>
                <a:sym typeface="Fredoka"/>
              </a:rPr>
              <a:t>No values alignment or vetting process.</a:t>
            </a:r>
            <a:endParaRPr sz="1600">
              <a:latin typeface="Fredoka"/>
              <a:ea typeface="Fredoka"/>
              <a:cs typeface="Fredoka"/>
              <a:sym typeface="Fredoka"/>
            </a:endParaRPr>
          </a:p>
          <a:p>
            <a:pPr indent="0" lvl="0" marL="45720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82" name="Google Shape;482;p66"/>
          <p:cNvSpPr txBox="1"/>
          <p:nvPr/>
        </p:nvSpPr>
        <p:spPr>
          <a:xfrm>
            <a:off x="6125768" y="2037125"/>
            <a:ext cx="31491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Key Difference: </a:t>
            </a:r>
            <a:endParaRPr b="1" sz="1600">
              <a:solidFill>
                <a:schemeClr val="lt1"/>
              </a:solidFill>
              <a:latin typeface="Fredoka"/>
              <a:ea typeface="Fredoka"/>
              <a:cs typeface="Fredoka"/>
              <a:sym typeface="Fredoka"/>
            </a:endParaRPr>
          </a:p>
          <a:p>
            <a:pPr indent="-361950" lvl="0" marL="457200" rtl="0" algn="l">
              <a:lnSpc>
                <a:spcPct val="115000"/>
              </a:lnSpc>
              <a:spcBef>
                <a:spcPts val="0"/>
              </a:spcBef>
              <a:spcAft>
                <a:spcPts val="0"/>
              </a:spcAft>
              <a:buClr>
                <a:schemeClr val="lt1"/>
              </a:buClr>
              <a:buSzPts val="2100"/>
              <a:buFont typeface="Fredoka"/>
              <a:buChar char="-"/>
            </a:pPr>
            <a:r>
              <a:rPr lang="en" sz="1600">
                <a:latin typeface="Fredoka"/>
                <a:ea typeface="Fredoka"/>
                <a:cs typeface="Fredoka"/>
                <a:sym typeface="Fredoka"/>
              </a:rPr>
              <a:t>This is a  consumer event platform. Stitch is B2B focused on sustained business collaborations with values matching, not just event attendance.</a:t>
            </a:r>
            <a:endParaRPr sz="21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7"/>
          <p:cNvSpPr txBox="1"/>
          <p:nvPr/>
        </p:nvSpPr>
        <p:spPr>
          <a:xfrm>
            <a:off x="434650" y="949000"/>
            <a:ext cx="8303700" cy="118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Fredoka"/>
                <a:ea typeface="Fredoka"/>
                <a:cs typeface="Fredoka"/>
                <a:sym typeface="Fredoka"/>
              </a:rPr>
              <a:t>Traditional membership organizations providing networking events, business advocacy, and community connections for local businesses.</a:t>
            </a:r>
            <a:endParaRPr sz="1600">
              <a:solidFill>
                <a:schemeClr val="lt1"/>
              </a:solidFill>
              <a:latin typeface="Fredoka"/>
              <a:ea typeface="Fredoka"/>
              <a:cs typeface="Fredoka"/>
              <a:sym typeface="Fredoka"/>
            </a:endParaRPr>
          </a:p>
          <a:p>
            <a:pPr indent="0" lvl="0" marL="0" rtl="0" algn="l">
              <a:spcBef>
                <a:spcPts val="0"/>
              </a:spcBef>
              <a:spcAft>
                <a:spcPts val="0"/>
              </a:spcAft>
              <a:buNone/>
            </a:pPr>
            <a:r>
              <a:rPr b="1" lang="en" sz="1600">
                <a:solidFill>
                  <a:schemeClr val="lt1"/>
                </a:solidFill>
                <a:latin typeface="Fredoka"/>
                <a:ea typeface="Fredoka"/>
                <a:cs typeface="Fredoka"/>
                <a:sym typeface="Fredoka"/>
              </a:rPr>
              <a:t>Idea</a:t>
            </a:r>
            <a:r>
              <a:rPr lang="en" sz="1600">
                <a:solidFill>
                  <a:schemeClr val="lt1"/>
                </a:solidFill>
                <a:latin typeface="Fredoka"/>
                <a:ea typeface="Fredoka"/>
                <a:cs typeface="Fredoka"/>
                <a:sym typeface="Fredoka"/>
              </a:rPr>
              <a:t>: </a:t>
            </a:r>
            <a:r>
              <a:rPr lang="en" sz="1600">
                <a:latin typeface="Fredoka"/>
                <a:ea typeface="Fredoka"/>
                <a:cs typeface="Fredoka"/>
                <a:sym typeface="Fredoka"/>
              </a:rPr>
              <a:t>Local business networking  focus. Community integration. Facilitates business-to-business connections.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88" name="Google Shape;488;p67"/>
          <p:cNvSpPr txBox="1"/>
          <p:nvPr>
            <p:ph type="title"/>
          </p:nvPr>
        </p:nvSpPr>
        <p:spPr>
          <a:xfrm>
            <a:off x="284700" y="286200"/>
            <a:ext cx="8118900" cy="11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Local Chamber Of Commerce</a:t>
            </a:r>
            <a:endParaRPr b="1" sz="1100">
              <a:solidFill>
                <a:srgbClr val="000000"/>
              </a:solidFill>
              <a:latin typeface="Fredoka"/>
              <a:ea typeface="Fredoka"/>
              <a:cs typeface="Fredoka"/>
              <a:sym typeface="Fredoka"/>
            </a:endParaRPr>
          </a:p>
        </p:txBody>
      </p:sp>
      <p:pic>
        <p:nvPicPr>
          <p:cNvPr descr="A purple pill shape" id="489" name="Google Shape;489;p67"/>
          <p:cNvPicPr preferRelativeResize="0"/>
          <p:nvPr/>
        </p:nvPicPr>
        <p:blipFill>
          <a:blip r:embed="rId3">
            <a:alphaModFix/>
          </a:blip>
          <a:stretch>
            <a:fillRect/>
          </a:stretch>
        </p:blipFill>
        <p:spPr>
          <a:xfrm>
            <a:off x="8790588" y="949000"/>
            <a:ext cx="125566" cy="238178"/>
          </a:xfrm>
          <a:prstGeom prst="rect">
            <a:avLst/>
          </a:prstGeom>
          <a:noFill/>
          <a:ln>
            <a:noFill/>
          </a:ln>
        </p:spPr>
      </p:pic>
      <p:pic>
        <p:nvPicPr>
          <p:cNvPr descr="A blue diamond shape" id="490" name="Google Shape;490;p67"/>
          <p:cNvPicPr preferRelativeResize="0"/>
          <p:nvPr/>
        </p:nvPicPr>
        <p:blipFill>
          <a:blip r:embed="rId4">
            <a:alphaModFix/>
          </a:blip>
          <a:stretch>
            <a:fillRect/>
          </a:stretch>
        </p:blipFill>
        <p:spPr>
          <a:xfrm>
            <a:off x="8360310" y="1212804"/>
            <a:ext cx="378156" cy="375278"/>
          </a:xfrm>
          <a:prstGeom prst="rect">
            <a:avLst/>
          </a:prstGeom>
          <a:noFill/>
          <a:ln>
            <a:noFill/>
          </a:ln>
        </p:spPr>
      </p:pic>
      <p:pic>
        <p:nvPicPr>
          <p:cNvPr descr="A blue pill shape" id="491" name="Google Shape;491;p67"/>
          <p:cNvPicPr preferRelativeResize="0"/>
          <p:nvPr/>
        </p:nvPicPr>
        <p:blipFill rotWithShape="1">
          <a:blip r:embed="rId5">
            <a:alphaModFix/>
          </a:blip>
          <a:srcRect b="-22776" l="0" r="0" t="36435"/>
          <a:stretch/>
        </p:blipFill>
        <p:spPr>
          <a:xfrm rot="5400000">
            <a:off x="8915113" y="1288487"/>
            <a:ext cx="172200" cy="288825"/>
          </a:xfrm>
          <a:prstGeom prst="rect">
            <a:avLst/>
          </a:prstGeom>
          <a:noFill/>
          <a:ln>
            <a:noFill/>
          </a:ln>
        </p:spPr>
      </p:pic>
      <p:sp>
        <p:nvSpPr>
          <p:cNvPr id="492" name="Google Shape;492;p67"/>
          <p:cNvSpPr txBox="1"/>
          <p:nvPr/>
        </p:nvSpPr>
        <p:spPr>
          <a:xfrm>
            <a:off x="118225" y="2037126"/>
            <a:ext cx="30870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What has worked for them: </a:t>
            </a:r>
            <a:endParaRPr b="1" sz="1600">
              <a:solidFill>
                <a:schemeClr val="lt1"/>
              </a:solidFill>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Established community presence and credibility. </a:t>
            </a:r>
            <a:endParaRPr sz="1600">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Regular networking events. </a:t>
            </a:r>
            <a:endParaRPr sz="1600">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Connection to local government and community initiatives.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93" name="Google Shape;493;p67"/>
          <p:cNvSpPr txBox="1"/>
          <p:nvPr/>
        </p:nvSpPr>
        <p:spPr>
          <a:xfrm>
            <a:off x="3011950" y="2037675"/>
            <a:ext cx="31491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What has not worked for them:</a:t>
            </a:r>
            <a:endParaRPr b="1" sz="1600">
              <a:solidFill>
                <a:schemeClr val="lt1"/>
              </a:solidFill>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Often feel outdated/traditional. </a:t>
            </a:r>
            <a:endParaRPr sz="1600">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Limited digital tools. </a:t>
            </a:r>
            <a:endParaRPr sz="1600">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Broad membership without targeted matching. </a:t>
            </a:r>
            <a:endParaRPr sz="1600">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Focus on general networking over specific collaborations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494" name="Google Shape;494;p67"/>
          <p:cNvSpPr txBox="1"/>
          <p:nvPr/>
        </p:nvSpPr>
        <p:spPr>
          <a:xfrm>
            <a:off x="6125768" y="2037125"/>
            <a:ext cx="3149100" cy="27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Key Difference: </a:t>
            </a:r>
            <a:endParaRPr b="1" sz="1600">
              <a:solidFill>
                <a:schemeClr val="lt1"/>
              </a:solidFill>
              <a:latin typeface="Fredoka"/>
              <a:ea typeface="Fredoka"/>
              <a:cs typeface="Fredoka"/>
              <a:sym typeface="Fredoka"/>
            </a:endParaRPr>
          </a:p>
          <a:p>
            <a:pPr indent="-330200" lvl="0" marL="457200" rtl="0" algn="l">
              <a:lnSpc>
                <a:spcPct val="115000"/>
              </a:lnSpc>
              <a:spcBef>
                <a:spcPts val="0"/>
              </a:spcBef>
              <a:spcAft>
                <a:spcPts val="0"/>
              </a:spcAft>
              <a:buClr>
                <a:schemeClr val="lt1"/>
              </a:buClr>
              <a:buSzPts val="1600"/>
              <a:buFont typeface="Fredoka"/>
              <a:buChar char="-"/>
            </a:pPr>
            <a:r>
              <a:rPr lang="en" sz="1600">
                <a:latin typeface="Fredoka"/>
                <a:ea typeface="Fredoka"/>
                <a:cs typeface="Fredoka"/>
                <a:sym typeface="Fredoka"/>
              </a:rPr>
              <a:t>Chambers offer general networking. Stitch provides targeted, values-based matching for specific joint event opportunities with digital-first tools.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8"/>
          <p:cNvSpPr txBox="1"/>
          <p:nvPr/>
        </p:nvSpPr>
        <p:spPr>
          <a:xfrm>
            <a:off x="434650" y="949000"/>
            <a:ext cx="8303700" cy="11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Fredoka"/>
                <a:ea typeface="Fredoka"/>
                <a:cs typeface="Fredoka"/>
                <a:sym typeface="Fredoka"/>
              </a:rPr>
              <a:t>Values-First Matching:</a:t>
            </a:r>
            <a:r>
              <a:rPr lang="en" sz="1600">
                <a:solidFill>
                  <a:schemeClr val="lt1"/>
                </a:solidFill>
                <a:latin typeface="Fredoka"/>
                <a:ea typeface="Fredoka"/>
                <a:cs typeface="Fredoka"/>
                <a:sym typeface="Fredoka"/>
              </a:rPr>
              <a:t> Unlike all competitors, Stitch ensures businesses only collaborate with partners sharing their values (e.g., preventing profit-driven cafes from partnering with nonprofit cat lounges)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rPr b="1" lang="en" sz="1600">
                <a:solidFill>
                  <a:schemeClr val="lt1"/>
                </a:solidFill>
                <a:latin typeface="Fredoka"/>
                <a:ea typeface="Fredoka"/>
                <a:cs typeface="Fredoka"/>
                <a:sym typeface="Fredoka"/>
              </a:rPr>
              <a:t>Joint Event Focus: </a:t>
            </a:r>
            <a:r>
              <a:rPr lang="en" sz="1600">
                <a:solidFill>
                  <a:schemeClr val="lt1"/>
                </a:solidFill>
                <a:latin typeface="Fredoka"/>
                <a:ea typeface="Fredoka"/>
                <a:cs typeface="Fredoka"/>
                <a:sym typeface="Fredoka"/>
              </a:rPr>
              <a:t>Purpose-built for collaborative events, not just referrals or general networking</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rPr b="1" lang="en" sz="1600">
                <a:solidFill>
                  <a:schemeClr val="lt1"/>
                </a:solidFill>
                <a:latin typeface="Fredoka"/>
                <a:ea typeface="Fredoka"/>
                <a:cs typeface="Fredoka"/>
                <a:sym typeface="Fredoka"/>
              </a:rPr>
              <a:t>Community Event Integration:</a:t>
            </a:r>
            <a:r>
              <a:rPr lang="en" sz="1600">
                <a:solidFill>
                  <a:schemeClr val="lt1"/>
                </a:solidFill>
                <a:latin typeface="Fredoka"/>
                <a:ea typeface="Fredoka"/>
                <a:cs typeface="Fredoka"/>
                <a:sym typeface="Fredoka"/>
              </a:rPr>
              <a:t> Seamless connection to local community events (carnivals, school games) with tailored marketing tools - no competitor offers this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rPr b="1" lang="en" sz="1600">
                <a:solidFill>
                  <a:schemeClr val="lt1"/>
                </a:solidFill>
                <a:latin typeface="Fredoka"/>
                <a:ea typeface="Fredoka"/>
                <a:cs typeface="Fredoka"/>
                <a:sym typeface="Fredoka"/>
              </a:rPr>
              <a:t>B2B Tool, Not Customer-Facing: </a:t>
            </a:r>
            <a:r>
              <a:rPr lang="en" sz="1600">
                <a:solidFill>
                  <a:schemeClr val="lt1"/>
                </a:solidFill>
                <a:latin typeface="Fredoka"/>
                <a:ea typeface="Fredoka"/>
                <a:cs typeface="Fredoka"/>
                <a:sym typeface="Fredoka"/>
              </a:rPr>
              <a:t>Designed specifically as a business owner tool, not a marketplace for consumers</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a:p>
            <a:pPr indent="0" lvl="0" marL="0" rtl="0" algn="l">
              <a:spcBef>
                <a:spcPts val="0"/>
              </a:spcBef>
              <a:spcAft>
                <a:spcPts val="0"/>
              </a:spcAft>
              <a:buNone/>
            </a:pPr>
            <a:r>
              <a:t/>
            </a:r>
            <a:endParaRPr sz="1600">
              <a:solidFill>
                <a:schemeClr val="lt1"/>
              </a:solidFill>
              <a:latin typeface="Fredoka"/>
              <a:ea typeface="Fredoka"/>
              <a:cs typeface="Fredoka"/>
              <a:sym typeface="Fredoka"/>
            </a:endParaRPr>
          </a:p>
        </p:txBody>
      </p:sp>
      <p:sp>
        <p:nvSpPr>
          <p:cNvPr id="500" name="Google Shape;500;p68"/>
          <p:cNvSpPr txBox="1"/>
          <p:nvPr>
            <p:ph type="title"/>
          </p:nvPr>
        </p:nvSpPr>
        <p:spPr>
          <a:xfrm>
            <a:off x="284700" y="286200"/>
            <a:ext cx="8118900" cy="48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What makes us Unique </a:t>
            </a:r>
            <a:endParaRPr/>
          </a:p>
        </p:txBody>
      </p:sp>
      <p:pic>
        <p:nvPicPr>
          <p:cNvPr descr="A purple pill shape" id="501" name="Google Shape;501;p68"/>
          <p:cNvPicPr preferRelativeResize="0"/>
          <p:nvPr/>
        </p:nvPicPr>
        <p:blipFill>
          <a:blip r:embed="rId3">
            <a:alphaModFix/>
          </a:blip>
          <a:stretch>
            <a:fillRect/>
          </a:stretch>
        </p:blipFill>
        <p:spPr>
          <a:xfrm>
            <a:off x="8790588" y="949000"/>
            <a:ext cx="125566" cy="238178"/>
          </a:xfrm>
          <a:prstGeom prst="rect">
            <a:avLst/>
          </a:prstGeom>
          <a:noFill/>
          <a:ln>
            <a:noFill/>
          </a:ln>
        </p:spPr>
      </p:pic>
      <p:pic>
        <p:nvPicPr>
          <p:cNvPr descr="A blue diamond shape" id="502" name="Google Shape;502;p68"/>
          <p:cNvPicPr preferRelativeResize="0"/>
          <p:nvPr/>
        </p:nvPicPr>
        <p:blipFill>
          <a:blip r:embed="rId4">
            <a:alphaModFix/>
          </a:blip>
          <a:stretch>
            <a:fillRect/>
          </a:stretch>
        </p:blipFill>
        <p:spPr>
          <a:xfrm>
            <a:off x="8360310" y="1212804"/>
            <a:ext cx="378156" cy="375278"/>
          </a:xfrm>
          <a:prstGeom prst="rect">
            <a:avLst/>
          </a:prstGeom>
          <a:noFill/>
          <a:ln>
            <a:noFill/>
          </a:ln>
        </p:spPr>
      </p:pic>
      <p:pic>
        <p:nvPicPr>
          <p:cNvPr descr="A blue pill shape" id="503" name="Google Shape;503;p68"/>
          <p:cNvPicPr preferRelativeResize="0"/>
          <p:nvPr/>
        </p:nvPicPr>
        <p:blipFill rotWithShape="1">
          <a:blip r:embed="rId5">
            <a:alphaModFix/>
          </a:blip>
          <a:srcRect b="-22776" l="0" r="0" t="36435"/>
          <a:stretch/>
        </p:blipFill>
        <p:spPr>
          <a:xfrm rot="5400000">
            <a:off x="8915113" y="1288487"/>
            <a:ext cx="172200" cy="288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p69"/>
          <p:cNvPicPr preferRelativeResize="0"/>
          <p:nvPr/>
        </p:nvPicPr>
        <p:blipFill>
          <a:blip r:embed="rId3">
            <a:alphaModFix/>
          </a:blip>
          <a:stretch>
            <a:fillRect/>
          </a:stretch>
        </p:blipFill>
        <p:spPr>
          <a:xfrm>
            <a:off x="116663" y="60338"/>
            <a:ext cx="8910674" cy="5022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0"/>
          <p:cNvSpPr txBox="1"/>
          <p:nvPr>
            <p:ph type="title"/>
          </p:nvPr>
        </p:nvSpPr>
        <p:spPr>
          <a:xfrm>
            <a:off x="1567350" y="2055675"/>
            <a:ext cx="6009300" cy="13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Values in Design</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1"/>
          <p:cNvSpPr txBox="1"/>
          <p:nvPr>
            <p:ph type="title"/>
          </p:nvPr>
        </p:nvSpPr>
        <p:spPr>
          <a:xfrm>
            <a:off x="699975" y="620900"/>
            <a:ext cx="2568600" cy="134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Transparency</a:t>
            </a:r>
            <a:endParaRPr sz="3000"/>
          </a:p>
          <a:p>
            <a:pPr indent="0" lvl="0" marL="0" rtl="0" algn="l">
              <a:spcBef>
                <a:spcPts val="0"/>
              </a:spcBef>
              <a:spcAft>
                <a:spcPts val="0"/>
              </a:spcAft>
              <a:buNone/>
            </a:pPr>
            <a:r>
              <a:rPr lang="en" sz="1600"/>
              <a:t>For each pairing, explain why a pairing was made, ensure data privacy, and set norm and visible community standards.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3000"/>
          </a:p>
        </p:txBody>
      </p:sp>
      <p:pic>
        <p:nvPicPr>
          <p:cNvPr id="519" name="Google Shape;519;p71"/>
          <p:cNvPicPr preferRelativeResize="0"/>
          <p:nvPr/>
        </p:nvPicPr>
        <p:blipFill>
          <a:blip r:embed="rId3">
            <a:alphaModFix/>
          </a:blip>
          <a:stretch>
            <a:fillRect/>
          </a:stretch>
        </p:blipFill>
        <p:spPr>
          <a:xfrm>
            <a:off x="3410900" y="1525199"/>
            <a:ext cx="1100750" cy="1100750"/>
          </a:xfrm>
          <a:prstGeom prst="rect">
            <a:avLst/>
          </a:prstGeom>
          <a:noFill/>
          <a:ln>
            <a:noFill/>
          </a:ln>
        </p:spPr>
      </p:pic>
      <p:pic>
        <p:nvPicPr>
          <p:cNvPr id="520" name="Google Shape;520;p71"/>
          <p:cNvPicPr preferRelativeResize="0"/>
          <p:nvPr/>
        </p:nvPicPr>
        <p:blipFill>
          <a:blip r:embed="rId4">
            <a:alphaModFix/>
          </a:blip>
          <a:stretch>
            <a:fillRect/>
          </a:stretch>
        </p:blipFill>
        <p:spPr>
          <a:xfrm>
            <a:off x="4603914" y="2757497"/>
            <a:ext cx="1025201" cy="1025201"/>
          </a:xfrm>
          <a:prstGeom prst="rect">
            <a:avLst/>
          </a:prstGeom>
          <a:noFill/>
          <a:ln>
            <a:noFill/>
          </a:ln>
        </p:spPr>
      </p:pic>
      <p:pic>
        <p:nvPicPr>
          <p:cNvPr id="521" name="Google Shape;521;p71"/>
          <p:cNvPicPr preferRelativeResize="0"/>
          <p:nvPr/>
        </p:nvPicPr>
        <p:blipFill>
          <a:blip r:embed="rId5">
            <a:alphaModFix/>
          </a:blip>
          <a:stretch>
            <a:fillRect/>
          </a:stretch>
        </p:blipFill>
        <p:spPr>
          <a:xfrm>
            <a:off x="4446188" y="1285249"/>
            <a:ext cx="1340676" cy="1340700"/>
          </a:xfrm>
          <a:prstGeom prst="rect">
            <a:avLst/>
          </a:prstGeom>
          <a:noFill/>
          <a:ln>
            <a:noFill/>
          </a:ln>
        </p:spPr>
      </p:pic>
      <p:pic>
        <p:nvPicPr>
          <p:cNvPr id="522" name="Google Shape;522;p71"/>
          <p:cNvPicPr preferRelativeResize="0"/>
          <p:nvPr/>
        </p:nvPicPr>
        <p:blipFill>
          <a:blip r:embed="rId6">
            <a:alphaModFix/>
          </a:blip>
          <a:stretch>
            <a:fillRect/>
          </a:stretch>
        </p:blipFill>
        <p:spPr>
          <a:xfrm>
            <a:off x="3357125" y="2757499"/>
            <a:ext cx="1100750" cy="1100750"/>
          </a:xfrm>
          <a:prstGeom prst="rect">
            <a:avLst/>
          </a:prstGeom>
          <a:noFill/>
          <a:ln>
            <a:noFill/>
          </a:ln>
        </p:spPr>
      </p:pic>
      <p:sp>
        <p:nvSpPr>
          <p:cNvPr id="523" name="Google Shape;523;p71"/>
          <p:cNvSpPr txBox="1"/>
          <p:nvPr>
            <p:ph type="title"/>
          </p:nvPr>
        </p:nvSpPr>
        <p:spPr>
          <a:xfrm>
            <a:off x="5835525" y="620900"/>
            <a:ext cx="2884500" cy="22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Empowerment</a:t>
            </a:r>
            <a:endParaRPr sz="3000"/>
          </a:p>
          <a:p>
            <a:pPr indent="0" lvl="0" marL="0" rtl="0" algn="l">
              <a:spcBef>
                <a:spcPts val="0"/>
              </a:spcBef>
              <a:spcAft>
                <a:spcPts val="0"/>
              </a:spcAft>
              <a:buNone/>
            </a:pPr>
            <a:r>
              <a:rPr lang="en" sz="1400"/>
              <a:t>We want to empower small businesses and foster </a:t>
            </a:r>
            <a:r>
              <a:rPr lang="en" sz="1400"/>
              <a:t>collaboration</a:t>
            </a:r>
            <a:r>
              <a:rPr lang="en" sz="1400"/>
              <a:t> rather than </a:t>
            </a:r>
            <a:r>
              <a:rPr lang="en" sz="1400"/>
              <a:t>competition</a:t>
            </a:r>
            <a:r>
              <a:rPr lang="en" sz="1400"/>
              <a:t>. We want to give them Give small businesses agency and tools to take control of their growth, not just passive recommendations.</a:t>
            </a:r>
            <a:endParaRPr sz="1400"/>
          </a:p>
          <a:p>
            <a:pPr indent="0" lvl="0" marL="0" rtl="0" algn="l">
              <a:spcBef>
                <a:spcPts val="0"/>
              </a:spcBef>
              <a:spcAft>
                <a:spcPts val="0"/>
              </a:spcAft>
              <a:buNone/>
            </a:pPr>
            <a:r>
              <a:t/>
            </a:r>
            <a:endParaRPr sz="1800"/>
          </a:p>
        </p:txBody>
      </p:sp>
      <p:sp>
        <p:nvSpPr>
          <p:cNvPr id="524" name="Google Shape;524;p71"/>
          <p:cNvSpPr txBox="1"/>
          <p:nvPr>
            <p:ph type="title"/>
          </p:nvPr>
        </p:nvSpPr>
        <p:spPr>
          <a:xfrm>
            <a:off x="842300" y="2939525"/>
            <a:ext cx="2568600" cy="12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Accessibility</a:t>
            </a:r>
            <a:endParaRPr sz="3000"/>
          </a:p>
          <a:p>
            <a:pPr indent="0" lvl="0" marL="0" rtl="0" algn="l">
              <a:spcBef>
                <a:spcPts val="0"/>
              </a:spcBef>
              <a:spcAft>
                <a:spcPts val="0"/>
              </a:spcAft>
              <a:buNone/>
            </a:pPr>
            <a:r>
              <a:rPr lang="en" sz="1600"/>
              <a:t>Every small business, regardless of technical skill or budget, should be able to use STITCH easily.</a:t>
            </a:r>
            <a:endParaRPr sz="1600"/>
          </a:p>
          <a:p>
            <a:pPr indent="0" lvl="0" marL="0" rtl="0" algn="l">
              <a:spcBef>
                <a:spcPts val="0"/>
              </a:spcBef>
              <a:spcAft>
                <a:spcPts val="0"/>
              </a:spcAft>
              <a:buNone/>
            </a:pPr>
            <a:r>
              <a:t/>
            </a:r>
            <a:endParaRPr sz="3000"/>
          </a:p>
          <a:p>
            <a:pPr indent="0" lvl="0" marL="0" rtl="0" algn="l">
              <a:spcBef>
                <a:spcPts val="0"/>
              </a:spcBef>
              <a:spcAft>
                <a:spcPts val="0"/>
              </a:spcAft>
              <a:buNone/>
            </a:pPr>
            <a:r>
              <a:t/>
            </a:r>
            <a:endParaRPr sz="3000"/>
          </a:p>
        </p:txBody>
      </p:sp>
      <p:sp>
        <p:nvSpPr>
          <p:cNvPr id="525" name="Google Shape;525;p71"/>
          <p:cNvSpPr txBox="1"/>
          <p:nvPr>
            <p:ph type="title"/>
          </p:nvPr>
        </p:nvSpPr>
        <p:spPr>
          <a:xfrm>
            <a:off x="5835525" y="2939525"/>
            <a:ext cx="3112200" cy="164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Inclusivity  </a:t>
            </a:r>
            <a:endParaRPr sz="3000"/>
          </a:p>
          <a:p>
            <a:pPr indent="0" lvl="0" marL="0" rtl="0" algn="l">
              <a:spcBef>
                <a:spcPts val="0"/>
              </a:spcBef>
              <a:spcAft>
                <a:spcPts val="0"/>
              </a:spcAft>
              <a:buNone/>
            </a:pPr>
            <a:r>
              <a:rPr lang="en" sz="1400"/>
              <a:t>Celebrate diversity across age, culture, and industry; help old-school and Gen-Z-owned businesses coexist and co-grow.</a:t>
            </a:r>
            <a:endParaRPr sz="1400"/>
          </a:p>
          <a:p>
            <a:pPr indent="0" lvl="0" marL="0" rtl="0" algn="l">
              <a:spcBef>
                <a:spcPts val="0"/>
              </a:spcBef>
              <a:spcAft>
                <a:spcPts val="0"/>
              </a:spcAft>
              <a:buNone/>
            </a:pPr>
            <a:r>
              <a:t/>
            </a:r>
            <a:endParaRPr sz="3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2"/>
          <p:cNvSpPr/>
          <p:nvPr/>
        </p:nvSpPr>
        <p:spPr>
          <a:xfrm rot="-5400000">
            <a:off x="3547800" y="1800"/>
            <a:ext cx="1719000" cy="7992300"/>
          </a:xfrm>
          <a:prstGeom prst="roundRect">
            <a:avLst>
              <a:gd fmla="val 17211" name="adj"/>
            </a:avLst>
          </a:prstGeom>
          <a:solidFill>
            <a:schemeClr val="accent6"/>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531" name="Google Shape;531;p72"/>
          <p:cNvSpPr/>
          <p:nvPr/>
        </p:nvSpPr>
        <p:spPr>
          <a:xfrm rot="-5400000">
            <a:off x="3547800" y="-1785100"/>
            <a:ext cx="1719000" cy="7992300"/>
          </a:xfrm>
          <a:prstGeom prst="roundRect">
            <a:avLst>
              <a:gd fmla="val 17211" name="adj"/>
            </a:avLst>
          </a:prstGeom>
          <a:solidFill>
            <a:schemeClr val="accent6"/>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pic>
        <p:nvPicPr>
          <p:cNvPr descr="A blue cloud shape" id="532" name="Google Shape;532;p72"/>
          <p:cNvPicPr preferRelativeResize="0"/>
          <p:nvPr/>
        </p:nvPicPr>
        <p:blipFill rotWithShape="1">
          <a:blip r:embed="rId3">
            <a:alphaModFix/>
          </a:blip>
          <a:srcRect b="-30927" l="-13858" r="-13871" t="-30911"/>
          <a:stretch/>
        </p:blipFill>
        <p:spPr>
          <a:xfrm>
            <a:off x="661750" y="3299475"/>
            <a:ext cx="1532400" cy="1374000"/>
          </a:xfrm>
          <a:prstGeom prst="roundRect">
            <a:avLst>
              <a:gd fmla="val 16667" name="adj"/>
            </a:avLst>
          </a:prstGeom>
          <a:noFill/>
          <a:ln>
            <a:noFill/>
          </a:ln>
        </p:spPr>
      </p:pic>
      <p:pic>
        <p:nvPicPr>
          <p:cNvPr descr="A pink amoeba shape" id="533" name="Google Shape;533;p72"/>
          <p:cNvPicPr preferRelativeResize="0"/>
          <p:nvPr/>
        </p:nvPicPr>
        <p:blipFill rotWithShape="1">
          <a:blip r:embed="rId4">
            <a:alphaModFix/>
          </a:blip>
          <a:srcRect b="-15175" l="-18859" r="-16623" t="-19595"/>
          <a:stretch/>
        </p:blipFill>
        <p:spPr>
          <a:xfrm>
            <a:off x="661748" y="1519250"/>
            <a:ext cx="1439100" cy="1374000"/>
          </a:xfrm>
          <a:prstGeom prst="roundRect">
            <a:avLst>
              <a:gd fmla="val 16667" name="adj"/>
            </a:avLst>
          </a:prstGeom>
          <a:noFill/>
          <a:ln>
            <a:noFill/>
          </a:ln>
        </p:spPr>
      </p:pic>
      <p:sp>
        <p:nvSpPr>
          <p:cNvPr id="534" name="Google Shape;534;p72"/>
          <p:cNvSpPr txBox="1"/>
          <p:nvPr>
            <p:ph idx="4" type="subTitle"/>
          </p:nvPr>
        </p:nvSpPr>
        <p:spPr>
          <a:xfrm>
            <a:off x="2339226" y="3396371"/>
            <a:ext cx="4739700" cy="3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Indirect Stakeholders</a:t>
            </a:r>
            <a:endParaRPr/>
          </a:p>
        </p:txBody>
      </p:sp>
      <p:sp>
        <p:nvSpPr>
          <p:cNvPr id="535" name="Google Shape;535;p72"/>
          <p:cNvSpPr txBox="1"/>
          <p:nvPr>
            <p:ph idx="1" type="body"/>
          </p:nvPr>
        </p:nvSpPr>
        <p:spPr>
          <a:xfrm>
            <a:off x="2339200" y="3840750"/>
            <a:ext cx="5372400" cy="9153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community event organizers (if the business owners use organizers for events</a:t>
            </a:r>
            <a:endParaRPr/>
          </a:p>
          <a:p>
            <a:pPr indent="-292100" lvl="0" marL="457200" rtl="0" algn="l">
              <a:spcBef>
                <a:spcPts val="0"/>
              </a:spcBef>
              <a:spcAft>
                <a:spcPts val="0"/>
              </a:spcAft>
              <a:buSzPts val="1000"/>
              <a:buChar char="-"/>
            </a:pPr>
            <a:r>
              <a:rPr lang="en"/>
              <a:t>customers of the partnered businesses</a:t>
            </a:r>
            <a:endParaRPr/>
          </a:p>
          <a:p>
            <a:pPr indent="-292100" lvl="0" marL="457200" rtl="0" algn="l">
              <a:spcBef>
                <a:spcPts val="0"/>
              </a:spcBef>
              <a:spcAft>
                <a:spcPts val="0"/>
              </a:spcAft>
              <a:buSzPts val="1000"/>
              <a:buChar char="-"/>
            </a:pPr>
            <a:r>
              <a:rPr lang="en"/>
              <a:t>suppliers</a:t>
            </a:r>
            <a:endParaRPr/>
          </a:p>
          <a:p>
            <a:pPr indent="-292100" lvl="0" marL="457200" rtl="0" algn="l">
              <a:spcBef>
                <a:spcPts val="0"/>
              </a:spcBef>
              <a:spcAft>
                <a:spcPts val="0"/>
              </a:spcAft>
              <a:buSzPts val="1000"/>
              <a:buChar char="-"/>
            </a:pPr>
            <a:r>
              <a:rPr lang="en"/>
              <a:t>local govt officials</a:t>
            </a:r>
            <a:endParaRPr/>
          </a:p>
          <a:p>
            <a:pPr indent="-292100" lvl="0" marL="457200" rtl="0" algn="l">
              <a:spcBef>
                <a:spcPts val="0"/>
              </a:spcBef>
              <a:spcAft>
                <a:spcPts val="0"/>
              </a:spcAft>
              <a:buSzPts val="1000"/>
              <a:buChar char="-"/>
            </a:pPr>
            <a:r>
              <a:rPr lang="en"/>
              <a:t>marketing agencies</a:t>
            </a:r>
            <a:endParaRPr/>
          </a:p>
          <a:p>
            <a:pPr indent="-292100" lvl="0" marL="457200" rtl="0" algn="l">
              <a:spcBef>
                <a:spcPts val="0"/>
              </a:spcBef>
              <a:spcAft>
                <a:spcPts val="0"/>
              </a:spcAft>
              <a:buSzPts val="1000"/>
              <a:buChar char="-"/>
            </a:pPr>
            <a:r>
              <a:rPr lang="en"/>
              <a:t>people of community being exposed to such collaboration</a:t>
            </a:r>
            <a:endParaRPr/>
          </a:p>
          <a:p>
            <a:pPr indent="0" lvl="0" marL="0" rtl="0" algn="l">
              <a:spcBef>
                <a:spcPts val="0"/>
              </a:spcBef>
              <a:spcAft>
                <a:spcPts val="0"/>
              </a:spcAft>
              <a:buNone/>
            </a:pPr>
            <a:r>
              <a:t/>
            </a:r>
            <a:endParaRPr/>
          </a:p>
        </p:txBody>
      </p:sp>
      <p:sp>
        <p:nvSpPr>
          <p:cNvPr id="536" name="Google Shape;536;p72"/>
          <p:cNvSpPr txBox="1"/>
          <p:nvPr>
            <p:ph idx="5" type="subTitle"/>
          </p:nvPr>
        </p:nvSpPr>
        <p:spPr>
          <a:xfrm>
            <a:off x="2339192" y="1534274"/>
            <a:ext cx="4739400" cy="3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Direct </a:t>
            </a:r>
            <a:r>
              <a:rPr lang="en"/>
              <a:t>Stakeholders</a:t>
            </a:r>
            <a:endParaRPr/>
          </a:p>
        </p:txBody>
      </p:sp>
      <p:sp>
        <p:nvSpPr>
          <p:cNvPr id="537" name="Google Shape;537;p72"/>
          <p:cNvSpPr txBox="1"/>
          <p:nvPr>
            <p:ph idx="2" type="body"/>
          </p:nvPr>
        </p:nvSpPr>
        <p:spPr>
          <a:xfrm>
            <a:off x="2339192" y="1962925"/>
            <a:ext cx="4778400" cy="9153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S</a:t>
            </a:r>
            <a:r>
              <a:rPr lang="en"/>
              <a:t>mall business owners</a:t>
            </a:r>
            <a:endParaRPr/>
          </a:p>
          <a:p>
            <a:pPr indent="-292100" lvl="0" marL="457200" rtl="0" algn="l">
              <a:spcBef>
                <a:spcPts val="0"/>
              </a:spcBef>
              <a:spcAft>
                <a:spcPts val="0"/>
              </a:spcAft>
              <a:buSzPts val="1000"/>
              <a:buChar char="-"/>
            </a:pPr>
            <a:r>
              <a:rPr lang="en"/>
              <a:t>Employees of participating businesses (including managers and employees) </a:t>
            </a:r>
            <a:endParaRPr/>
          </a:p>
        </p:txBody>
      </p:sp>
      <p:sp>
        <p:nvSpPr>
          <p:cNvPr id="538" name="Google Shape;538;p72"/>
          <p:cNvSpPr txBox="1"/>
          <p:nvPr>
            <p:ph type="title"/>
          </p:nvPr>
        </p:nvSpPr>
        <p:spPr>
          <a:xfrm>
            <a:off x="284700" y="286200"/>
            <a:ext cx="56601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Stakeholders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3"/>
          <p:cNvSpPr txBox="1"/>
          <p:nvPr/>
        </p:nvSpPr>
        <p:spPr>
          <a:xfrm>
            <a:off x="3549750" y="949000"/>
            <a:ext cx="5188800" cy="29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Fredoka"/>
                <a:ea typeface="Fredoka"/>
                <a:cs typeface="Fredoka"/>
                <a:sym typeface="Fredoka"/>
              </a:rPr>
              <a:t>Two brands with misaligned values collaborate/partner on an event and when one brand’s reputation gets damaged the other brand suffers too.</a:t>
            </a:r>
            <a:endParaRPr sz="1500">
              <a:solidFill>
                <a:schemeClr val="lt1"/>
              </a:solidFill>
              <a:latin typeface="Fredoka"/>
              <a:ea typeface="Fredoka"/>
              <a:cs typeface="Fredoka"/>
              <a:sym typeface="Fredoka"/>
            </a:endParaRPr>
          </a:p>
          <a:p>
            <a:pPr indent="0" lvl="0" marL="0" rtl="0" algn="l">
              <a:spcBef>
                <a:spcPts val="0"/>
              </a:spcBef>
              <a:spcAft>
                <a:spcPts val="0"/>
              </a:spcAft>
              <a:buNone/>
            </a:pPr>
            <a:r>
              <a:t/>
            </a:r>
            <a:endParaRPr sz="1500">
              <a:solidFill>
                <a:schemeClr val="lt1"/>
              </a:solidFill>
              <a:latin typeface="Fredoka"/>
              <a:ea typeface="Fredoka"/>
              <a:cs typeface="Fredoka"/>
              <a:sym typeface="Fredoka"/>
            </a:endParaRPr>
          </a:p>
          <a:p>
            <a:pPr indent="0" lvl="0" marL="0" rtl="0" algn="l">
              <a:spcBef>
                <a:spcPts val="0"/>
              </a:spcBef>
              <a:spcAft>
                <a:spcPts val="0"/>
              </a:spcAft>
              <a:buNone/>
            </a:pPr>
            <a:r>
              <a:rPr lang="en" sz="1500">
                <a:solidFill>
                  <a:schemeClr val="lt1"/>
                </a:solidFill>
                <a:latin typeface="Fredoka"/>
                <a:ea typeface="Fredoka"/>
                <a:cs typeface="Fredoka"/>
                <a:sym typeface="Fredoka"/>
              </a:rPr>
              <a:t>For example: A sustainable fashion boutique partners with a fast-fashion brand masquerading as eco-friendly. When the fast-fashion company's labor practices are exposed, both brands suffer reputational damage and customers feel deceived.</a:t>
            </a:r>
            <a:endParaRPr sz="1500">
              <a:solidFill>
                <a:schemeClr val="lt1"/>
              </a:solidFill>
              <a:latin typeface="Fredoka"/>
              <a:ea typeface="Fredoka"/>
              <a:cs typeface="Fredoka"/>
              <a:sym typeface="Fredoka"/>
            </a:endParaRPr>
          </a:p>
          <a:p>
            <a:pPr indent="0" lvl="0" marL="0" rtl="0" algn="l">
              <a:spcBef>
                <a:spcPts val="0"/>
              </a:spcBef>
              <a:spcAft>
                <a:spcPts val="0"/>
              </a:spcAft>
              <a:buNone/>
            </a:pPr>
            <a:r>
              <a:t/>
            </a:r>
            <a:endParaRPr sz="1500">
              <a:solidFill>
                <a:schemeClr val="lt1"/>
              </a:solidFill>
              <a:latin typeface="Fredoka"/>
              <a:ea typeface="Fredoka"/>
              <a:cs typeface="Fredoka"/>
              <a:sym typeface="Fredoka"/>
            </a:endParaRPr>
          </a:p>
          <a:p>
            <a:pPr indent="0" lvl="0" marL="0" rtl="0" algn="l">
              <a:spcBef>
                <a:spcPts val="0"/>
              </a:spcBef>
              <a:spcAft>
                <a:spcPts val="0"/>
              </a:spcAft>
              <a:buNone/>
            </a:pPr>
            <a:r>
              <a:rPr lang="en" sz="1500">
                <a:solidFill>
                  <a:schemeClr val="lt1"/>
                </a:solidFill>
                <a:latin typeface="Fredoka"/>
                <a:ea typeface="Fredoka"/>
                <a:cs typeface="Fredoka"/>
                <a:sym typeface="Fredoka"/>
              </a:rPr>
              <a:t>We will ensure that there is verification and transparency of all the small businesses that sign up to use Stitch so that we can verify their values and only align them with other small businesses that have the same values.</a:t>
            </a:r>
            <a:endParaRPr sz="1500">
              <a:solidFill>
                <a:schemeClr val="lt1"/>
              </a:solidFill>
              <a:latin typeface="Fredoka"/>
              <a:ea typeface="Fredoka"/>
              <a:cs typeface="Fredoka"/>
              <a:sym typeface="Fredoka"/>
            </a:endParaRPr>
          </a:p>
          <a:p>
            <a:pPr indent="0" lvl="0" marL="0" rtl="0" algn="l">
              <a:spcBef>
                <a:spcPts val="0"/>
              </a:spcBef>
              <a:spcAft>
                <a:spcPts val="0"/>
              </a:spcAft>
              <a:buNone/>
            </a:pPr>
            <a:r>
              <a:t/>
            </a:r>
            <a:endParaRPr sz="1500">
              <a:solidFill>
                <a:schemeClr val="lt1"/>
              </a:solidFill>
              <a:latin typeface="Fredoka"/>
              <a:ea typeface="Fredoka"/>
              <a:cs typeface="Fredoka"/>
              <a:sym typeface="Fredoka"/>
            </a:endParaRPr>
          </a:p>
        </p:txBody>
      </p:sp>
      <p:sp>
        <p:nvSpPr>
          <p:cNvPr id="544" name="Google Shape;544;p73"/>
          <p:cNvSpPr txBox="1"/>
          <p:nvPr>
            <p:ph type="title"/>
          </p:nvPr>
        </p:nvSpPr>
        <p:spPr>
          <a:xfrm>
            <a:off x="284700" y="286200"/>
            <a:ext cx="8118900" cy="72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Ethical Implications: </a:t>
            </a:r>
            <a:endParaRPr sz="3600"/>
          </a:p>
          <a:p>
            <a:pPr indent="0" lvl="0" marL="0" rtl="0" algn="l">
              <a:spcBef>
                <a:spcPts val="0"/>
              </a:spcBef>
              <a:spcAft>
                <a:spcPts val="0"/>
              </a:spcAft>
              <a:buNone/>
            </a:pPr>
            <a:r>
              <a:t/>
            </a:r>
            <a:endParaRPr/>
          </a:p>
        </p:txBody>
      </p:sp>
      <p:pic>
        <p:nvPicPr>
          <p:cNvPr descr="A purple pill shape" id="545" name="Google Shape;545;p73"/>
          <p:cNvPicPr preferRelativeResize="0"/>
          <p:nvPr/>
        </p:nvPicPr>
        <p:blipFill>
          <a:blip r:embed="rId3">
            <a:alphaModFix/>
          </a:blip>
          <a:stretch>
            <a:fillRect/>
          </a:stretch>
        </p:blipFill>
        <p:spPr>
          <a:xfrm>
            <a:off x="8790588" y="949000"/>
            <a:ext cx="125566" cy="238178"/>
          </a:xfrm>
          <a:prstGeom prst="rect">
            <a:avLst/>
          </a:prstGeom>
          <a:noFill/>
          <a:ln>
            <a:noFill/>
          </a:ln>
        </p:spPr>
      </p:pic>
      <p:pic>
        <p:nvPicPr>
          <p:cNvPr descr="A blue pill shape" id="546" name="Google Shape;546;p73"/>
          <p:cNvPicPr preferRelativeResize="0"/>
          <p:nvPr/>
        </p:nvPicPr>
        <p:blipFill rotWithShape="1">
          <a:blip r:embed="rId4">
            <a:alphaModFix/>
          </a:blip>
          <a:srcRect b="-22776" l="0" r="0" t="36435"/>
          <a:stretch/>
        </p:blipFill>
        <p:spPr>
          <a:xfrm rot="5400000">
            <a:off x="8915113" y="1288487"/>
            <a:ext cx="172200" cy="288825"/>
          </a:xfrm>
          <a:prstGeom prst="rect">
            <a:avLst/>
          </a:prstGeom>
          <a:noFill/>
          <a:ln>
            <a:noFill/>
          </a:ln>
        </p:spPr>
      </p:pic>
      <p:pic>
        <p:nvPicPr>
          <p:cNvPr id="547" name="Google Shape;547;p73"/>
          <p:cNvPicPr preferRelativeResize="0"/>
          <p:nvPr/>
        </p:nvPicPr>
        <p:blipFill>
          <a:blip r:embed="rId5">
            <a:alphaModFix/>
          </a:blip>
          <a:stretch>
            <a:fillRect/>
          </a:stretch>
        </p:blipFill>
        <p:spPr>
          <a:xfrm>
            <a:off x="418476" y="838378"/>
            <a:ext cx="2465925" cy="3708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4"/>
          <p:cNvSpPr txBox="1"/>
          <p:nvPr/>
        </p:nvSpPr>
        <p:spPr>
          <a:xfrm>
            <a:off x="3549750" y="949000"/>
            <a:ext cx="5188800" cy="29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Fredoka"/>
                <a:ea typeface="Fredoka"/>
                <a:cs typeface="Fredoka"/>
                <a:sym typeface="Fredoka"/>
              </a:rPr>
              <a:t>A bad actor can exploit Stitch’s matching to gain an unfair competitive advantage or deceptively absorb the other small businesses’ customers.</a:t>
            </a:r>
            <a:endParaRPr sz="1300">
              <a:solidFill>
                <a:schemeClr val="lt1"/>
              </a:solidFill>
              <a:latin typeface="Fredoka"/>
              <a:ea typeface="Fredoka"/>
              <a:cs typeface="Fredoka"/>
              <a:sym typeface="Fredoka"/>
            </a:endParaRPr>
          </a:p>
          <a:p>
            <a:pPr indent="0" lvl="0" marL="0" rtl="0" algn="l">
              <a:spcBef>
                <a:spcPts val="0"/>
              </a:spcBef>
              <a:spcAft>
                <a:spcPts val="0"/>
              </a:spcAft>
              <a:buNone/>
            </a:pPr>
            <a:r>
              <a:t/>
            </a:r>
            <a:endParaRPr sz="1300">
              <a:solidFill>
                <a:schemeClr val="lt1"/>
              </a:solidFill>
              <a:latin typeface="Fredoka"/>
              <a:ea typeface="Fredoka"/>
              <a:cs typeface="Fredoka"/>
              <a:sym typeface="Fredoka"/>
            </a:endParaRPr>
          </a:p>
          <a:p>
            <a:pPr indent="0" lvl="0" marL="0" rtl="0" algn="l">
              <a:spcBef>
                <a:spcPts val="0"/>
              </a:spcBef>
              <a:spcAft>
                <a:spcPts val="0"/>
              </a:spcAft>
              <a:buNone/>
            </a:pPr>
            <a:r>
              <a:rPr lang="en" sz="1300">
                <a:solidFill>
                  <a:schemeClr val="lt1"/>
                </a:solidFill>
                <a:latin typeface="Fredoka"/>
                <a:ea typeface="Fredoka"/>
                <a:cs typeface="Fredoka"/>
                <a:sym typeface="Fredoka"/>
              </a:rPr>
              <a:t>For example: A larger business pretends to be a small business, partners with genuine small businesses through Stitch for joint events, then steals their customer base by offering lower prices or better terms.</a:t>
            </a:r>
            <a:endParaRPr sz="1300">
              <a:solidFill>
                <a:schemeClr val="lt1"/>
              </a:solidFill>
              <a:latin typeface="Fredoka"/>
              <a:ea typeface="Fredoka"/>
              <a:cs typeface="Fredoka"/>
              <a:sym typeface="Fredoka"/>
            </a:endParaRPr>
          </a:p>
          <a:p>
            <a:pPr indent="0" lvl="0" marL="0" rtl="0" algn="l">
              <a:spcBef>
                <a:spcPts val="0"/>
              </a:spcBef>
              <a:spcAft>
                <a:spcPts val="0"/>
              </a:spcAft>
              <a:buNone/>
            </a:pPr>
            <a:r>
              <a:t/>
            </a:r>
            <a:endParaRPr sz="1300">
              <a:solidFill>
                <a:schemeClr val="lt1"/>
              </a:solidFill>
              <a:latin typeface="Fredoka"/>
              <a:ea typeface="Fredoka"/>
              <a:cs typeface="Fredoka"/>
              <a:sym typeface="Fredoka"/>
            </a:endParaRPr>
          </a:p>
          <a:p>
            <a:pPr indent="0" lvl="0" marL="0" rtl="0" algn="l">
              <a:spcBef>
                <a:spcPts val="0"/>
              </a:spcBef>
              <a:spcAft>
                <a:spcPts val="0"/>
              </a:spcAft>
              <a:buNone/>
            </a:pPr>
            <a:r>
              <a:rPr lang="en" sz="1300">
                <a:solidFill>
                  <a:schemeClr val="lt1"/>
                </a:solidFill>
                <a:latin typeface="Fredoka"/>
                <a:ea typeface="Fredoka"/>
                <a:cs typeface="Fredoka"/>
                <a:sym typeface="Fredoka"/>
              </a:rPr>
              <a:t>We will have partnership agreements and accountability. The agreement will include terms,roles and how revenue will be shared between the two businesses at the end of the event. Businesses with predatory patterns get flagged, for example if there are multiple complaints about a business this will trigger investigation or removal from Stitch. Small business owners can rate their partners post-event and we can use this to keep track of how other businesses collaborate with each other.</a:t>
            </a:r>
            <a:endParaRPr sz="1300">
              <a:solidFill>
                <a:schemeClr val="lt1"/>
              </a:solidFill>
              <a:latin typeface="Fredoka"/>
              <a:ea typeface="Fredoka"/>
              <a:cs typeface="Fredoka"/>
              <a:sym typeface="Fredoka"/>
            </a:endParaRPr>
          </a:p>
          <a:p>
            <a:pPr indent="0" lvl="0" marL="0" rtl="0" algn="l">
              <a:spcBef>
                <a:spcPts val="0"/>
              </a:spcBef>
              <a:spcAft>
                <a:spcPts val="0"/>
              </a:spcAft>
              <a:buNone/>
            </a:pPr>
            <a:r>
              <a:t/>
            </a:r>
            <a:endParaRPr sz="1300">
              <a:solidFill>
                <a:schemeClr val="lt1"/>
              </a:solidFill>
              <a:latin typeface="Fredoka"/>
              <a:ea typeface="Fredoka"/>
              <a:cs typeface="Fredoka"/>
              <a:sym typeface="Fredoka"/>
            </a:endParaRPr>
          </a:p>
          <a:p>
            <a:pPr indent="0" lvl="0" marL="0" rtl="0" algn="l">
              <a:spcBef>
                <a:spcPts val="0"/>
              </a:spcBef>
              <a:spcAft>
                <a:spcPts val="0"/>
              </a:spcAft>
              <a:buNone/>
            </a:pPr>
            <a:r>
              <a:t/>
            </a:r>
            <a:endParaRPr sz="1300">
              <a:solidFill>
                <a:schemeClr val="lt1"/>
              </a:solidFill>
              <a:latin typeface="Fredoka"/>
              <a:ea typeface="Fredoka"/>
              <a:cs typeface="Fredoka"/>
              <a:sym typeface="Fredoka"/>
            </a:endParaRPr>
          </a:p>
          <a:p>
            <a:pPr indent="0" lvl="0" marL="0" rtl="0" algn="l">
              <a:spcBef>
                <a:spcPts val="0"/>
              </a:spcBef>
              <a:spcAft>
                <a:spcPts val="0"/>
              </a:spcAft>
              <a:buNone/>
            </a:pPr>
            <a:r>
              <a:t/>
            </a:r>
            <a:endParaRPr sz="1300">
              <a:solidFill>
                <a:schemeClr val="lt1"/>
              </a:solidFill>
              <a:latin typeface="Fredoka"/>
              <a:ea typeface="Fredoka"/>
              <a:cs typeface="Fredoka"/>
              <a:sym typeface="Fredoka"/>
            </a:endParaRPr>
          </a:p>
        </p:txBody>
      </p:sp>
      <p:sp>
        <p:nvSpPr>
          <p:cNvPr id="553" name="Google Shape;553;p74"/>
          <p:cNvSpPr txBox="1"/>
          <p:nvPr>
            <p:ph type="title"/>
          </p:nvPr>
        </p:nvSpPr>
        <p:spPr>
          <a:xfrm>
            <a:off x="284700" y="286200"/>
            <a:ext cx="8118900" cy="72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Ethical Implications: </a:t>
            </a:r>
            <a:endParaRPr sz="3600"/>
          </a:p>
          <a:p>
            <a:pPr indent="0" lvl="0" marL="0" rtl="0" algn="l">
              <a:spcBef>
                <a:spcPts val="0"/>
              </a:spcBef>
              <a:spcAft>
                <a:spcPts val="0"/>
              </a:spcAft>
              <a:buNone/>
            </a:pPr>
            <a:r>
              <a:t/>
            </a:r>
            <a:endParaRPr/>
          </a:p>
        </p:txBody>
      </p:sp>
      <p:pic>
        <p:nvPicPr>
          <p:cNvPr descr="A purple pill shape" id="554" name="Google Shape;554;p74"/>
          <p:cNvPicPr preferRelativeResize="0"/>
          <p:nvPr/>
        </p:nvPicPr>
        <p:blipFill>
          <a:blip r:embed="rId3">
            <a:alphaModFix/>
          </a:blip>
          <a:stretch>
            <a:fillRect/>
          </a:stretch>
        </p:blipFill>
        <p:spPr>
          <a:xfrm>
            <a:off x="8790588" y="949000"/>
            <a:ext cx="125566" cy="238178"/>
          </a:xfrm>
          <a:prstGeom prst="rect">
            <a:avLst/>
          </a:prstGeom>
          <a:noFill/>
          <a:ln>
            <a:noFill/>
          </a:ln>
        </p:spPr>
      </p:pic>
      <p:pic>
        <p:nvPicPr>
          <p:cNvPr descr="A blue diamond shape" id="555" name="Google Shape;555;p74"/>
          <p:cNvPicPr preferRelativeResize="0"/>
          <p:nvPr/>
        </p:nvPicPr>
        <p:blipFill>
          <a:blip r:embed="rId4">
            <a:alphaModFix/>
          </a:blip>
          <a:stretch>
            <a:fillRect/>
          </a:stretch>
        </p:blipFill>
        <p:spPr>
          <a:xfrm>
            <a:off x="8360310" y="1212804"/>
            <a:ext cx="378156" cy="375278"/>
          </a:xfrm>
          <a:prstGeom prst="rect">
            <a:avLst/>
          </a:prstGeom>
          <a:noFill/>
          <a:ln>
            <a:noFill/>
          </a:ln>
        </p:spPr>
      </p:pic>
      <p:pic>
        <p:nvPicPr>
          <p:cNvPr descr="A blue pill shape" id="556" name="Google Shape;556;p74"/>
          <p:cNvPicPr preferRelativeResize="0"/>
          <p:nvPr/>
        </p:nvPicPr>
        <p:blipFill rotWithShape="1">
          <a:blip r:embed="rId5">
            <a:alphaModFix/>
          </a:blip>
          <a:srcRect b="-22776" l="0" r="0" t="36435"/>
          <a:stretch/>
        </p:blipFill>
        <p:spPr>
          <a:xfrm rot="5400000">
            <a:off x="8915113" y="1288487"/>
            <a:ext cx="172200" cy="288825"/>
          </a:xfrm>
          <a:prstGeom prst="rect">
            <a:avLst/>
          </a:prstGeom>
          <a:noFill/>
          <a:ln>
            <a:noFill/>
          </a:ln>
        </p:spPr>
      </p:pic>
      <p:pic>
        <p:nvPicPr>
          <p:cNvPr id="557" name="Google Shape;557;p74"/>
          <p:cNvPicPr preferRelativeResize="0"/>
          <p:nvPr/>
        </p:nvPicPr>
        <p:blipFill>
          <a:blip r:embed="rId6">
            <a:alphaModFix/>
          </a:blip>
          <a:stretch>
            <a:fillRect/>
          </a:stretch>
        </p:blipFill>
        <p:spPr>
          <a:xfrm>
            <a:off x="397975" y="876550"/>
            <a:ext cx="2419350" cy="3676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5"/>
          <p:cNvSpPr txBox="1"/>
          <p:nvPr/>
        </p:nvSpPr>
        <p:spPr>
          <a:xfrm>
            <a:off x="3549750" y="949000"/>
            <a:ext cx="5188800" cy="29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Fredoka"/>
                <a:ea typeface="Fredoka"/>
                <a:cs typeface="Fredoka"/>
                <a:sym typeface="Fredoka"/>
              </a:rPr>
              <a:t>Businesses lose trust in Stitch if they perceive bias in how event times are assigned to collaborations.</a:t>
            </a:r>
            <a:endParaRPr sz="1300">
              <a:solidFill>
                <a:schemeClr val="lt1"/>
              </a:solidFill>
              <a:latin typeface="Fredoka"/>
              <a:ea typeface="Fredoka"/>
              <a:cs typeface="Fredoka"/>
              <a:sym typeface="Fredoka"/>
            </a:endParaRPr>
          </a:p>
          <a:p>
            <a:pPr indent="0" lvl="0" marL="0" rtl="0" algn="l">
              <a:spcBef>
                <a:spcPts val="0"/>
              </a:spcBef>
              <a:spcAft>
                <a:spcPts val="0"/>
              </a:spcAft>
              <a:buNone/>
            </a:pPr>
            <a:r>
              <a:t/>
            </a:r>
            <a:endParaRPr sz="1300">
              <a:solidFill>
                <a:schemeClr val="lt1"/>
              </a:solidFill>
              <a:latin typeface="Fredoka"/>
              <a:ea typeface="Fredoka"/>
              <a:cs typeface="Fredoka"/>
              <a:sym typeface="Fredoka"/>
            </a:endParaRPr>
          </a:p>
          <a:p>
            <a:pPr indent="0" lvl="0" marL="0" rtl="0" algn="l">
              <a:spcBef>
                <a:spcPts val="0"/>
              </a:spcBef>
              <a:spcAft>
                <a:spcPts val="0"/>
              </a:spcAft>
              <a:buNone/>
            </a:pPr>
            <a:r>
              <a:rPr lang="en" sz="1300">
                <a:solidFill>
                  <a:schemeClr val="lt1"/>
                </a:solidFill>
                <a:latin typeface="Fredoka"/>
                <a:ea typeface="Fredoka"/>
                <a:cs typeface="Fredoka"/>
                <a:sym typeface="Fredoka"/>
              </a:rPr>
              <a:t>For example: A flower shop repeatedly gets matched to night-time collaborations while other businesses consistently get assigned prime daytime slots. Even if night-time works for the flower shop, repeated patterns of unequal time slot distribution make it appear the platform is biased or unfairly favoring certain businesses.</a:t>
            </a:r>
            <a:endParaRPr sz="1300">
              <a:solidFill>
                <a:schemeClr val="lt1"/>
              </a:solidFill>
              <a:latin typeface="Fredoka"/>
              <a:ea typeface="Fredoka"/>
              <a:cs typeface="Fredoka"/>
              <a:sym typeface="Fredoka"/>
            </a:endParaRPr>
          </a:p>
          <a:p>
            <a:pPr indent="0" lvl="0" marL="0" rtl="0" algn="l">
              <a:spcBef>
                <a:spcPts val="0"/>
              </a:spcBef>
              <a:spcAft>
                <a:spcPts val="0"/>
              </a:spcAft>
              <a:buNone/>
            </a:pPr>
            <a:r>
              <a:t/>
            </a:r>
            <a:endParaRPr sz="1300">
              <a:solidFill>
                <a:schemeClr val="lt1"/>
              </a:solidFill>
              <a:latin typeface="Fredoka"/>
              <a:ea typeface="Fredoka"/>
              <a:cs typeface="Fredoka"/>
              <a:sym typeface="Fredoka"/>
            </a:endParaRPr>
          </a:p>
          <a:p>
            <a:pPr indent="0" lvl="0" marL="0" rtl="0" algn="l">
              <a:spcBef>
                <a:spcPts val="0"/>
              </a:spcBef>
              <a:spcAft>
                <a:spcPts val="0"/>
              </a:spcAft>
              <a:buNone/>
            </a:pPr>
            <a:r>
              <a:rPr lang="en" sz="1300">
                <a:solidFill>
                  <a:schemeClr val="lt1"/>
                </a:solidFill>
                <a:latin typeface="Fredoka"/>
                <a:ea typeface="Fredoka"/>
                <a:cs typeface="Fredoka"/>
                <a:sym typeface="Fredoka"/>
              </a:rPr>
              <a:t>Stitch uses randomization in event time matching while respecting business preferences. We track how many times each business receives specific time slots to ensure equal distribution over time. Businesses input their ideal operating times upfront, and the algorithm prioritizes matching them to events during these preferred windows. This transparency removes perception of bias.</a:t>
            </a:r>
            <a:endParaRPr sz="1300">
              <a:solidFill>
                <a:schemeClr val="lt1"/>
              </a:solidFill>
              <a:latin typeface="Fredoka"/>
              <a:ea typeface="Fredoka"/>
              <a:cs typeface="Fredoka"/>
              <a:sym typeface="Fredoka"/>
            </a:endParaRPr>
          </a:p>
          <a:p>
            <a:pPr indent="0" lvl="0" marL="0" rtl="0" algn="l">
              <a:spcBef>
                <a:spcPts val="0"/>
              </a:spcBef>
              <a:spcAft>
                <a:spcPts val="0"/>
              </a:spcAft>
              <a:buNone/>
            </a:pPr>
            <a:r>
              <a:t/>
            </a:r>
            <a:endParaRPr sz="1300">
              <a:solidFill>
                <a:schemeClr val="lt1"/>
              </a:solidFill>
              <a:latin typeface="Fredoka"/>
              <a:ea typeface="Fredoka"/>
              <a:cs typeface="Fredoka"/>
              <a:sym typeface="Fredoka"/>
            </a:endParaRPr>
          </a:p>
        </p:txBody>
      </p:sp>
      <p:sp>
        <p:nvSpPr>
          <p:cNvPr id="563" name="Google Shape;563;p75"/>
          <p:cNvSpPr txBox="1"/>
          <p:nvPr>
            <p:ph type="title"/>
          </p:nvPr>
        </p:nvSpPr>
        <p:spPr>
          <a:xfrm>
            <a:off x="284700" y="286200"/>
            <a:ext cx="8118900" cy="72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Ethical Implications: </a:t>
            </a:r>
            <a:endParaRPr sz="3600"/>
          </a:p>
          <a:p>
            <a:pPr indent="0" lvl="0" marL="0" rtl="0" algn="l">
              <a:spcBef>
                <a:spcPts val="0"/>
              </a:spcBef>
              <a:spcAft>
                <a:spcPts val="0"/>
              </a:spcAft>
              <a:buNone/>
            </a:pPr>
            <a:r>
              <a:t/>
            </a:r>
            <a:endParaRPr/>
          </a:p>
        </p:txBody>
      </p:sp>
      <p:pic>
        <p:nvPicPr>
          <p:cNvPr descr="A purple pill shape" id="564" name="Google Shape;564;p75"/>
          <p:cNvPicPr preferRelativeResize="0"/>
          <p:nvPr/>
        </p:nvPicPr>
        <p:blipFill>
          <a:blip r:embed="rId3">
            <a:alphaModFix/>
          </a:blip>
          <a:stretch>
            <a:fillRect/>
          </a:stretch>
        </p:blipFill>
        <p:spPr>
          <a:xfrm>
            <a:off x="8790588" y="949000"/>
            <a:ext cx="125566" cy="238178"/>
          </a:xfrm>
          <a:prstGeom prst="rect">
            <a:avLst/>
          </a:prstGeom>
          <a:noFill/>
          <a:ln>
            <a:noFill/>
          </a:ln>
        </p:spPr>
      </p:pic>
      <p:pic>
        <p:nvPicPr>
          <p:cNvPr descr="A blue diamond shape" id="565" name="Google Shape;565;p75"/>
          <p:cNvPicPr preferRelativeResize="0"/>
          <p:nvPr/>
        </p:nvPicPr>
        <p:blipFill>
          <a:blip r:embed="rId4">
            <a:alphaModFix/>
          </a:blip>
          <a:stretch>
            <a:fillRect/>
          </a:stretch>
        </p:blipFill>
        <p:spPr>
          <a:xfrm>
            <a:off x="8360310" y="1212804"/>
            <a:ext cx="378156" cy="375278"/>
          </a:xfrm>
          <a:prstGeom prst="rect">
            <a:avLst/>
          </a:prstGeom>
          <a:noFill/>
          <a:ln>
            <a:noFill/>
          </a:ln>
        </p:spPr>
      </p:pic>
      <p:pic>
        <p:nvPicPr>
          <p:cNvPr descr="A blue pill shape" id="566" name="Google Shape;566;p75"/>
          <p:cNvPicPr preferRelativeResize="0"/>
          <p:nvPr/>
        </p:nvPicPr>
        <p:blipFill rotWithShape="1">
          <a:blip r:embed="rId5">
            <a:alphaModFix/>
          </a:blip>
          <a:srcRect b="-22776" l="0" r="0" t="36435"/>
          <a:stretch/>
        </p:blipFill>
        <p:spPr>
          <a:xfrm rot="5400000">
            <a:off x="8915113" y="1288487"/>
            <a:ext cx="172200" cy="288825"/>
          </a:xfrm>
          <a:prstGeom prst="rect">
            <a:avLst/>
          </a:prstGeom>
          <a:noFill/>
          <a:ln>
            <a:noFill/>
          </a:ln>
        </p:spPr>
      </p:pic>
      <p:pic>
        <p:nvPicPr>
          <p:cNvPr id="567" name="Google Shape;567;p75"/>
          <p:cNvPicPr preferRelativeResize="0"/>
          <p:nvPr/>
        </p:nvPicPr>
        <p:blipFill>
          <a:blip r:embed="rId6">
            <a:alphaModFix/>
          </a:blip>
          <a:stretch>
            <a:fillRect/>
          </a:stretch>
        </p:blipFill>
        <p:spPr>
          <a:xfrm>
            <a:off x="452525" y="948988"/>
            <a:ext cx="2409825" cy="3590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76"/>
          <p:cNvSpPr/>
          <p:nvPr/>
        </p:nvSpPr>
        <p:spPr>
          <a:xfrm flipH="1" rot="-5400000">
            <a:off x="-820762" y="2335300"/>
            <a:ext cx="3105900" cy="893400"/>
          </a:xfrm>
          <a:prstGeom prst="roundRect">
            <a:avLst>
              <a:gd fmla="val 50000" name="adj"/>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573" name="Google Shape;573;p76"/>
          <p:cNvSpPr/>
          <p:nvPr/>
        </p:nvSpPr>
        <p:spPr>
          <a:xfrm flipH="1" rot="-5400000">
            <a:off x="289388" y="3445525"/>
            <a:ext cx="885600" cy="893400"/>
          </a:xfrm>
          <a:prstGeom prst="roundRect">
            <a:avLst>
              <a:gd fmla="val 50000" name="adj"/>
            </a:avLst>
          </a:prstGeom>
          <a:gradFill>
            <a:gsLst>
              <a:gs pos="0">
                <a:schemeClr val="accent6"/>
              </a:gs>
              <a:gs pos="100000">
                <a:schemeClr val="accent4"/>
              </a:gs>
            </a:gsLst>
            <a:path path="circle">
              <a:fillToRect b="50%" l="50%" r="50%" t="50%"/>
            </a:path>
            <a:tileRect/>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574" name="Google Shape;574;p76"/>
          <p:cNvSpPr/>
          <p:nvPr/>
        </p:nvSpPr>
        <p:spPr>
          <a:xfrm flipH="1" rot="-5400000">
            <a:off x="1886950" y="519850"/>
            <a:ext cx="1035600" cy="2454000"/>
          </a:xfrm>
          <a:prstGeom prst="roundRect">
            <a:avLst>
              <a:gd fmla="val 18046" name="adj"/>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Inter"/>
                <a:ea typeface="Inter"/>
                <a:cs typeface="Inter"/>
                <a:sym typeface="Inter"/>
              </a:rPr>
              <a:t> </a:t>
            </a:r>
            <a:endParaRPr>
              <a:solidFill>
                <a:schemeClr val="accent1"/>
              </a:solidFill>
              <a:latin typeface="Inter"/>
              <a:ea typeface="Inter"/>
              <a:cs typeface="Inter"/>
              <a:sym typeface="Inter"/>
            </a:endParaRPr>
          </a:p>
        </p:txBody>
      </p:sp>
      <p:sp>
        <p:nvSpPr>
          <p:cNvPr id="575" name="Google Shape;575;p76"/>
          <p:cNvSpPr/>
          <p:nvPr/>
        </p:nvSpPr>
        <p:spPr>
          <a:xfrm flipH="1" rot="-5400000">
            <a:off x="5728003" y="-865850"/>
            <a:ext cx="1035600" cy="5225400"/>
          </a:xfrm>
          <a:prstGeom prst="roundRect">
            <a:avLst>
              <a:gd fmla="val 18046" name="adj"/>
            </a:avLst>
          </a:prstGeom>
          <a:solidFill>
            <a:schemeClr val="accent6"/>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576" name="Google Shape;576;p76"/>
          <p:cNvSpPr/>
          <p:nvPr/>
        </p:nvSpPr>
        <p:spPr>
          <a:xfrm flipH="1" rot="-5400000">
            <a:off x="1888213" y="1555386"/>
            <a:ext cx="1035600" cy="2454000"/>
          </a:xfrm>
          <a:prstGeom prst="roundRect">
            <a:avLst>
              <a:gd fmla="val 18046" name="adj"/>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Inter"/>
                <a:ea typeface="Inter"/>
                <a:cs typeface="Inter"/>
                <a:sym typeface="Inter"/>
              </a:rPr>
              <a:t> </a:t>
            </a:r>
            <a:endParaRPr>
              <a:solidFill>
                <a:schemeClr val="accent1"/>
              </a:solidFill>
              <a:latin typeface="Inter"/>
              <a:ea typeface="Inter"/>
              <a:cs typeface="Inter"/>
              <a:sym typeface="Inter"/>
            </a:endParaRPr>
          </a:p>
        </p:txBody>
      </p:sp>
      <p:sp>
        <p:nvSpPr>
          <p:cNvPr id="577" name="Google Shape;577;p76"/>
          <p:cNvSpPr/>
          <p:nvPr/>
        </p:nvSpPr>
        <p:spPr>
          <a:xfrm flipH="1" rot="-5400000">
            <a:off x="5727215" y="194730"/>
            <a:ext cx="1035600" cy="5225400"/>
          </a:xfrm>
          <a:prstGeom prst="roundRect">
            <a:avLst>
              <a:gd fmla="val 18046" name="adj"/>
            </a:avLst>
          </a:prstGeom>
          <a:solidFill>
            <a:schemeClr val="accent6"/>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578" name="Google Shape;578;p76"/>
          <p:cNvSpPr/>
          <p:nvPr/>
        </p:nvSpPr>
        <p:spPr>
          <a:xfrm flipH="1" rot="-5400000">
            <a:off x="1886950" y="2590922"/>
            <a:ext cx="1035600" cy="2454000"/>
          </a:xfrm>
          <a:prstGeom prst="roundRect">
            <a:avLst>
              <a:gd fmla="val 18046" name="adj"/>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Inter"/>
                <a:ea typeface="Inter"/>
                <a:cs typeface="Inter"/>
                <a:sym typeface="Inter"/>
              </a:rPr>
              <a:t> </a:t>
            </a:r>
            <a:endParaRPr>
              <a:solidFill>
                <a:schemeClr val="accent1"/>
              </a:solidFill>
              <a:latin typeface="Inter"/>
              <a:ea typeface="Inter"/>
              <a:cs typeface="Inter"/>
              <a:sym typeface="Inter"/>
            </a:endParaRPr>
          </a:p>
        </p:txBody>
      </p:sp>
      <p:sp>
        <p:nvSpPr>
          <p:cNvPr id="579" name="Google Shape;579;p76"/>
          <p:cNvSpPr/>
          <p:nvPr/>
        </p:nvSpPr>
        <p:spPr>
          <a:xfrm flipH="1" rot="-5400000">
            <a:off x="5728003" y="1205222"/>
            <a:ext cx="1035600" cy="5225400"/>
          </a:xfrm>
          <a:prstGeom prst="roundRect">
            <a:avLst>
              <a:gd fmla="val 18046" name="adj"/>
            </a:avLst>
          </a:prstGeom>
          <a:solidFill>
            <a:schemeClr val="accent6"/>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580" name="Google Shape;580;p76"/>
          <p:cNvSpPr txBox="1"/>
          <p:nvPr>
            <p:ph type="title"/>
          </p:nvPr>
        </p:nvSpPr>
        <p:spPr>
          <a:xfrm>
            <a:off x="284700" y="467100"/>
            <a:ext cx="6424200" cy="997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Tasks</a:t>
            </a:r>
            <a:endParaRPr/>
          </a:p>
          <a:p>
            <a:pPr indent="0" lvl="0" marL="0" rtl="0" algn="l">
              <a:spcBef>
                <a:spcPts val="0"/>
              </a:spcBef>
              <a:spcAft>
                <a:spcPts val="0"/>
              </a:spcAft>
              <a:buNone/>
            </a:pPr>
            <a:r>
              <a:t/>
            </a:r>
            <a:endParaRPr/>
          </a:p>
        </p:txBody>
      </p:sp>
      <p:sp>
        <p:nvSpPr>
          <p:cNvPr id="581" name="Google Shape;581;p76"/>
          <p:cNvSpPr txBox="1"/>
          <p:nvPr>
            <p:ph idx="1" type="subTitle"/>
          </p:nvPr>
        </p:nvSpPr>
        <p:spPr>
          <a:xfrm>
            <a:off x="1382100" y="1323488"/>
            <a:ext cx="2047800" cy="37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Simple: A small business messages another small business to talk about a collaboration </a:t>
            </a:r>
            <a:endParaRPr/>
          </a:p>
          <a:p>
            <a:pPr indent="0" lvl="0" marL="0" rtl="0" algn="l">
              <a:spcBef>
                <a:spcPts val="0"/>
              </a:spcBef>
              <a:spcAft>
                <a:spcPts val="0"/>
              </a:spcAft>
              <a:buNone/>
            </a:pPr>
            <a:r>
              <a:t/>
            </a:r>
            <a:endParaRPr/>
          </a:p>
        </p:txBody>
      </p:sp>
      <p:sp>
        <p:nvSpPr>
          <p:cNvPr id="582" name="Google Shape;582;p76"/>
          <p:cNvSpPr txBox="1"/>
          <p:nvPr>
            <p:ph idx="2" type="subTitle"/>
          </p:nvPr>
        </p:nvSpPr>
        <p:spPr>
          <a:xfrm>
            <a:off x="1380838" y="2395530"/>
            <a:ext cx="2148900" cy="35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Moderate: A </a:t>
            </a:r>
            <a:r>
              <a:rPr lang="en"/>
              <a:t>collaboration with another business is planned and hosted </a:t>
            </a:r>
            <a:r>
              <a:rPr lang="en"/>
              <a:t> </a:t>
            </a:r>
            <a:endParaRPr b="1"/>
          </a:p>
        </p:txBody>
      </p:sp>
      <p:sp>
        <p:nvSpPr>
          <p:cNvPr id="583" name="Google Shape;583;p76"/>
          <p:cNvSpPr txBox="1"/>
          <p:nvPr>
            <p:ph idx="3" type="subTitle"/>
          </p:nvPr>
        </p:nvSpPr>
        <p:spPr>
          <a:xfrm>
            <a:off x="1380838" y="3422505"/>
            <a:ext cx="2047800" cy="37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Complex: A small business collabs with multiple different new business monthly</a:t>
            </a:r>
            <a:endParaRPr/>
          </a:p>
        </p:txBody>
      </p:sp>
      <p:sp>
        <p:nvSpPr>
          <p:cNvPr id="584" name="Google Shape;584;p76"/>
          <p:cNvSpPr txBox="1"/>
          <p:nvPr>
            <p:ph idx="4" type="body"/>
          </p:nvPr>
        </p:nvSpPr>
        <p:spPr>
          <a:xfrm>
            <a:off x="3846163" y="1413525"/>
            <a:ext cx="4773900" cy="436200"/>
          </a:xfrm>
          <a:prstGeom prst="rect">
            <a:avLst/>
          </a:prstGeom>
        </p:spPr>
        <p:txBody>
          <a:bodyPr anchorCtr="0" anchor="t" bIns="0" lIns="0" spcFirstLastPara="1" rIns="0" wrap="square" tIns="0">
            <a:noAutofit/>
          </a:bodyPr>
          <a:lstStyle/>
          <a:p>
            <a:pPr indent="-182372" lvl="0" marL="237743" rtl="0" algn="l">
              <a:spcBef>
                <a:spcPts val="0"/>
              </a:spcBef>
              <a:spcAft>
                <a:spcPts val="0"/>
              </a:spcAft>
              <a:buClr>
                <a:schemeClr val="accent2"/>
              </a:buClr>
              <a:buSzPts val="1000"/>
              <a:buChar char="→"/>
            </a:pPr>
            <a:r>
              <a:rPr lang="en"/>
              <a:t>This is the most frequent task that a user will do. In order to determine </a:t>
            </a:r>
            <a:r>
              <a:rPr lang="en"/>
              <a:t>whether</a:t>
            </a:r>
            <a:r>
              <a:rPr lang="en"/>
              <a:t> or not to </a:t>
            </a:r>
            <a:r>
              <a:rPr lang="en"/>
              <a:t>collaborate</a:t>
            </a:r>
            <a:r>
              <a:rPr lang="en"/>
              <a:t> with a business, not only will a business use our AI matching </a:t>
            </a:r>
            <a:r>
              <a:rPr lang="en"/>
              <a:t>algorithm</a:t>
            </a:r>
            <a:r>
              <a:rPr lang="en"/>
              <a:t>, but they will also </a:t>
            </a:r>
            <a:r>
              <a:rPr lang="en"/>
              <a:t>frequently</a:t>
            </a:r>
            <a:r>
              <a:rPr lang="en"/>
              <a:t> message multiple </a:t>
            </a:r>
            <a:r>
              <a:rPr lang="en"/>
              <a:t>business</a:t>
            </a:r>
            <a:r>
              <a:rPr lang="en"/>
              <a:t> to discuss the details of </a:t>
            </a:r>
            <a:r>
              <a:rPr lang="en"/>
              <a:t>the</a:t>
            </a:r>
            <a:r>
              <a:rPr lang="en"/>
              <a:t> partnership. </a:t>
            </a:r>
            <a:endParaRPr/>
          </a:p>
          <a:p>
            <a:pPr indent="-182372" lvl="0" marL="237743" rtl="0" algn="l">
              <a:spcBef>
                <a:spcPts val="0"/>
              </a:spcBef>
              <a:spcAft>
                <a:spcPts val="0"/>
              </a:spcAft>
              <a:buClr>
                <a:schemeClr val="accent2"/>
              </a:buClr>
              <a:buSzPts val="1000"/>
              <a:buChar char="→"/>
            </a:pPr>
            <a:r>
              <a:rPr lang="en"/>
              <a:t>Timestamp: 0min.36</a:t>
            </a:r>
            <a:r>
              <a:rPr lang="en"/>
              <a:t>sec</a:t>
            </a:r>
            <a:endParaRPr/>
          </a:p>
          <a:p>
            <a:pPr indent="0" lvl="0" marL="0" rtl="0" algn="l">
              <a:spcBef>
                <a:spcPts val="0"/>
              </a:spcBef>
              <a:spcAft>
                <a:spcPts val="0"/>
              </a:spcAft>
              <a:buNone/>
            </a:pPr>
            <a:r>
              <a:t/>
            </a:r>
            <a:endParaRPr/>
          </a:p>
        </p:txBody>
      </p:sp>
      <p:sp>
        <p:nvSpPr>
          <p:cNvPr id="585" name="Google Shape;585;p76"/>
          <p:cNvSpPr txBox="1"/>
          <p:nvPr>
            <p:ph idx="5" type="body"/>
          </p:nvPr>
        </p:nvSpPr>
        <p:spPr>
          <a:xfrm>
            <a:off x="3846163" y="2447275"/>
            <a:ext cx="4773900" cy="436200"/>
          </a:xfrm>
          <a:prstGeom prst="rect">
            <a:avLst/>
          </a:prstGeom>
        </p:spPr>
        <p:txBody>
          <a:bodyPr anchorCtr="0" anchor="t" bIns="0" lIns="0" spcFirstLastPara="1" rIns="0" wrap="square" tIns="0">
            <a:noAutofit/>
          </a:bodyPr>
          <a:lstStyle/>
          <a:p>
            <a:pPr indent="-182372" lvl="0" marL="237743" rtl="0" algn="l">
              <a:spcBef>
                <a:spcPts val="0"/>
              </a:spcBef>
              <a:spcAft>
                <a:spcPts val="0"/>
              </a:spcAft>
              <a:buClr>
                <a:schemeClr val="accent2"/>
              </a:buClr>
              <a:buSzPts val="1000"/>
              <a:buChar char="→"/>
            </a:pPr>
            <a:r>
              <a:rPr lang="en"/>
              <a:t>When messaging another business </a:t>
            </a:r>
            <a:r>
              <a:rPr lang="en"/>
              <a:t>works</a:t>
            </a:r>
            <a:r>
              <a:rPr lang="en"/>
              <a:t> out and both settle on the details/date/time of the </a:t>
            </a:r>
            <a:r>
              <a:rPr lang="en"/>
              <a:t>collaboration</a:t>
            </a:r>
            <a:r>
              <a:rPr lang="en"/>
              <a:t>, then our app generates ideas nad helps plan the event. This is less frequent than the simple task </a:t>
            </a:r>
            <a:r>
              <a:rPr lang="en"/>
              <a:t>because</a:t>
            </a:r>
            <a:r>
              <a:rPr lang="en"/>
              <a:t> not all messages with </a:t>
            </a:r>
            <a:r>
              <a:rPr lang="en"/>
              <a:t>businesses turn into collaboration</a:t>
            </a:r>
            <a:endParaRPr/>
          </a:p>
          <a:p>
            <a:pPr indent="-182372" lvl="0" marL="237743" rtl="0" algn="l">
              <a:spcBef>
                <a:spcPts val="0"/>
              </a:spcBef>
              <a:spcAft>
                <a:spcPts val="0"/>
              </a:spcAft>
              <a:buClr>
                <a:schemeClr val="accent2"/>
              </a:buClr>
              <a:buSzPts val="1000"/>
              <a:buChar char="→"/>
            </a:pPr>
            <a:r>
              <a:rPr lang="en"/>
              <a:t>Timestamp: 0min.56sec</a:t>
            </a:r>
            <a:endParaRPr/>
          </a:p>
        </p:txBody>
      </p:sp>
      <p:sp>
        <p:nvSpPr>
          <p:cNvPr id="586" name="Google Shape;586;p76"/>
          <p:cNvSpPr txBox="1"/>
          <p:nvPr>
            <p:ph idx="6" type="body"/>
          </p:nvPr>
        </p:nvSpPr>
        <p:spPr>
          <a:xfrm>
            <a:off x="3846163" y="3481025"/>
            <a:ext cx="4773900" cy="436200"/>
          </a:xfrm>
          <a:prstGeom prst="rect">
            <a:avLst/>
          </a:prstGeom>
        </p:spPr>
        <p:txBody>
          <a:bodyPr anchorCtr="0" anchor="t" bIns="0" lIns="0" spcFirstLastPara="1" rIns="0" wrap="square" tIns="0">
            <a:noAutofit/>
          </a:bodyPr>
          <a:lstStyle/>
          <a:p>
            <a:pPr indent="-182372" lvl="0" marL="237743" rtl="0" algn="l">
              <a:spcBef>
                <a:spcPts val="0"/>
              </a:spcBef>
              <a:spcAft>
                <a:spcPts val="0"/>
              </a:spcAft>
              <a:buClr>
                <a:schemeClr val="accent2"/>
              </a:buClr>
              <a:buSzPts val="1000"/>
              <a:buChar char="→"/>
            </a:pPr>
            <a:r>
              <a:rPr lang="en"/>
              <a:t>The first </a:t>
            </a:r>
            <a:r>
              <a:rPr lang="en"/>
              <a:t>collaboration</a:t>
            </a:r>
            <a:r>
              <a:rPr lang="en"/>
              <a:t> was so successful that a super user might want to keep planning collabs with that store, and even extend partnerships to multiple stores. The frequency of repeats will be lower than just hosting one event, but this is </a:t>
            </a:r>
            <a:r>
              <a:rPr lang="en"/>
              <a:t>reserved</a:t>
            </a:r>
            <a:r>
              <a:rPr lang="en"/>
              <a:t> for super users who had a successful collab.</a:t>
            </a:r>
            <a:endParaRPr/>
          </a:p>
          <a:p>
            <a:pPr indent="-182372" lvl="0" marL="237743" rtl="0" algn="l">
              <a:spcBef>
                <a:spcPts val="0"/>
              </a:spcBef>
              <a:spcAft>
                <a:spcPts val="0"/>
              </a:spcAft>
              <a:buClr>
                <a:schemeClr val="accent2"/>
              </a:buClr>
              <a:buSzPts val="1000"/>
              <a:buChar char="→"/>
            </a:pPr>
            <a:r>
              <a:rPr lang="en"/>
              <a:t>Timestamp: 1min.24sec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7"/>
          <p:cNvSpPr txBox="1"/>
          <p:nvPr>
            <p:ph type="title"/>
          </p:nvPr>
        </p:nvSpPr>
        <p:spPr>
          <a:xfrm>
            <a:off x="1567350" y="2055675"/>
            <a:ext cx="6009300" cy="13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Storyboard</a:t>
            </a:r>
            <a:endParaRPr/>
          </a:p>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pic>
        <p:nvPicPr>
          <p:cNvPr id="596" name="Google Shape;596;p78"/>
          <p:cNvPicPr preferRelativeResize="0"/>
          <p:nvPr/>
        </p:nvPicPr>
        <p:blipFill>
          <a:blip r:embed="rId3">
            <a:alphaModFix/>
          </a:blip>
          <a:stretch>
            <a:fillRect/>
          </a:stretch>
        </p:blipFill>
        <p:spPr>
          <a:xfrm>
            <a:off x="1502572" y="110250"/>
            <a:ext cx="5725898" cy="49229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pic>
        <p:nvPicPr>
          <p:cNvPr id="601" name="Google Shape;601;p79"/>
          <p:cNvPicPr preferRelativeResize="0"/>
          <p:nvPr/>
        </p:nvPicPr>
        <p:blipFill>
          <a:blip r:embed="rId3">
            <a:alphaModFix/>
          </a:blip>
          <a:stretch>
            <a:fillRect/>
          </a:stretch>
        </p:blipFill>
        <p:spPr>
          <a:xfrm>
            <a:off x="152400" y="152400"/>
            <a:ext cx="8509437" cy="4838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id="606" name="Google Shape;606;p80"/>
          <p:cNvPicPr preferRelativeResize="0"/>
          <p:nvPr/>
        </p:nvPicPr>
        <p:blipFill>
          <a:blip r:embed="rId3">
            <a:alphaModFix/>
          </a:blip>
          <a:stretch>
            <a:fillRect/>
          </a:stretch>
        </p:blipFill>
        <p:spPr>
          <a:xfrm>
            <a:off x="1873764" y="0"/>
            <a:ext cx="6069033" cy="5143498"/>
          </a:xfrm>
          <a:prstGeom prst="rect">
            <a:avLst/>
          </a:prstGeom>
          <a:noFill/>
          <a:ln>
            <a:noFill/>
          </a:ln>
        </p:spPr>
      </p:pic>
      <p:sp>
        <p:nvSpPr>
          <p:cNvPr id="607" name="Google Shape;607;p80"/>
          <p:cNvSpPr txBox="1"/>
          <p:nvPr/>
        </p:nvSpPr>
        <p:spPr>
          <a:xfrm>
            <a:off x="1833400" y="2571750"/>
            <a:ext cx="12834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u="sng">
                <a:solidFill>
                  <a:schemeClr val="lt1"/>
                </a:solidFill>
                <a:highlight>
                  <a:schemeClr val="dk2"/>
                </a:highlight>
                <a:latin typeface="Inter"/>
                <a:ea typeface="Inter"/>
                <a:cs typeface="Inter"/>
                <a:sym typeface="Inter"/>
              </a:rPr>
              <a:t>TASK 1</a:t>
            </a:r>
            <a:endParaRPr b="1" sz="1900" u="sng">
              <a:solidFill>
                <a:schemeClr val="lt1"/>
              </a:solidFill>
              <a:highlight>
                <a:schemeClr val="dk2"/>
              </a:highlight>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pic>
        <p:nvPicPr>
          <p:cNvPr id="612" name="Google Shape;612;p81"/>
          <p:cNvPicPr preferRelativeResize="0"/>
          <p:nvPr/>
        </p:nvPicPr>
        <p:blipFill>
          <a:blip r:embed="rId3">
            <a:alphaModFix/>
          </a:blip>
          <a:stretch>
            <a:fillRect/>
          </a:stretch>
        </p:blipFill>
        <p:spPr>
          <a:xfrm>
            <a:off x="100655" y="214495"/>
            <a:ext cx="8839200" cy="408672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pic>
        <p:nvPicPr>
          <p:cNvPr id="617" name="Google Shape;617;p82"/>
          <p:cNvPicPr preferRelativeResize="0"/>
          <p:nvPr/>
        </p:nvPicPr>
        <p:blipFill>
          <a:blip r:embed="rId3">
            <a:alphaModFix/>
          </a:blip>
          <a:stretch>
            <a:fillRect/>
          </a:stretch>
        </p:blipFill>
        <p:spPr>
          <a:xfrm>
            <a:off x="1156275" y="0"/>
            <a:ext cx="5800880" cy="5143499"/>
          </a:xfrm>
          <a:prstGeom prst="rect">
            <a:avLst/>
          </a:prstGeom>
          <a:noFill/>
          <a:ln>
            <a:noFill/>
          </a:ln>
        </p:spPr>
      </p:pic>
      <p:sp>
        <p:nvSpPr>
          <p:cNvPr id="618" name="Google Shape;618;p82"/>
          <p:cNvSpPr txBox="1"/>
          <p:nvPr/>
        </p:nvSpPr>
        <p:spPr>
          <a:xfrm>
            <a:off x="1191700" y="2976975"/>
            <a:ext cx="12834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u="sng">
                <a:solidFill>
                  <a:schemeClr val="lt1"/>
                </a:solidFill>
                <a:highlight>
                  <a:schemeClr val="dk2"/>
                </a:highlight>
                <a:latin typeface="Inter"/>
                <a:ea typeface="Inter"/>
                <a:cs typeface="Inter"/>
                <a:sym typeface="Inter"/>
              </a:rPr>
              <a:t>TASK 2</a:t>
            </a:r>
            <a:endParaRPr b="1" sz="1900" u="sng">
              <a:solidFill>
                <a:schemeClr val="lt1"/>
              </a:solidFill>
              <a:highlight>
                <a:schemeClr val="dk2"/>
              </a:highlight>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pic>
        <p:nvPicPr>
          <p:cNvPr id="623" name="Google Shape;623;p83"/>
          <p:cNvPicPr preferRelativeResize="0"/>
          <p:nvPr/>
        </p:nvPicPr>
        <p:blipFill>
          <a:blip r:embed="rId3">
            <a:alphaModFix/>
          </a:blip>
          <a:stretch>
            <a:fillRect/>
          </a:stretch>
        </p:blipFill>
        <p:spPr>
          <a:xfrm>
            <a:off x="152400" y="152400"/>
            <a:ext cx="8839198" cy="415190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pic>
        <p:nvPicPr>
          <p:cNvPr id="628" name="Google Shape;628;p84"/>
          <p:cNvPicPr preferRelativeResize="0"/>
          <p:nvPr/>
        </p:nvPicPr>
        <p:blipFill>
          <a:blip r:embed="rId3">
            <a:alphaModFix/>
          </a:blip>
          <a:stretch>
            <a:fillRect/>
          </a:stretch>
        </p:blipFill>
        <p:spPr>
          <a:xfrm>
            <a:off x="1373575" y="39988"/>
            <a:ext cx="5536893" cy="50635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pic>
        <p:nvPicPr>
          <p:cNvPr id="633" name="Google Shape;633;p85"/>
          <p:cNvPicPr preferRelativeResize="0"/>
          <p:nvPr/>
        </p:nvPicPr>
        <p:blipFill>
          <a:blip r:embed="rId3">
            <a:alphaModFix/>
          </a:blip>
          <a:stretch>
            <a:fillRect/>
          </a:stretch>
        </p:blipFill>
        <p:spPr>
          <a:xfrm>
            <a:off x="152400" y="286200"/>
            <a:ext cx="8839200" cy="4704080"/>
          </a:xfrm>
          <a:prstGeom prst="rect">
            <a:avLst/>
          </a:prstGeom>
          <a:noFill/>
          <a:ln>
            <a:noFill/>
          </a:ln>
        </p:spPr>
      </p:pic>
      <p:sp>
        <p:nvSpPr>
          <p:cNvPr id="634" name="Google Shape;634;p85"/>
          <p:cNvSpPr txBox="1"/>
          <p:nvPr/>
        </p:nvSpPr>
        <p:spPr>
          <a:xfrm>
            <a:off x="7708200" y="1273850"/>
            <a:ext cx="12834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u="sng">
                <a:solidFill>
                  <a:schemeClr val="lt1"/>
                </a:solidFill>
                <a:highlight>
                  <a:schemeClr val="dk2"/>
                </a:highlight>
                <a:latin typeface="Inter"/>
                <a:ea typeface="Inter"/>
                <a:cs typeface="Inter"/>
                <a:sym typeface="Inter"/>
              </a:rPr>
              <a:t>TASK 3</a:t>
            </a:r>
            <a:endParaRPr b="1" sz="1900" u="sng">
              <a:solidFill>
                <a:schemeClr val="lt1"/>
              </a:solidFill>
              <a:highlight>
                <a:schemeClr val="dk2"/>
              </a:highlight>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6"/>
          <p:cNvSpPr txBox="1"/>
          <p:nvPr>
            <p:ph type="title"/>
          </p:nvPr>
        </p:nvSpPr>
        <p:spPr>
          <a:xfrm>
            <a:off x="665700" y="502825"/>
            <a:ext cx="6009300" cy="134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VIDEO </a:t>
            </a:r>
            <a:endParaRPr/>
          </a:p>
          <a:p>
            <a:pPr indent="0" lvl="0" marL="0" rtl="0" algn="l">
              <a:spcBef>
                <a:spcPts val="0"/>
              </a:spcBef>
              <a:spcAft>
                <a:spcPts val="0"/>
              </a:spcAft>
              <a:buNone/>
            </a:pPr>
            <a:r>
              <a:t/>
            </a:r>
            <a:endParaRPr/>
          </a:p>
        </p:txBody>
      </p:sp>
      <p:pic>
        <p:nvPicPr>
          <p:cNvPr id="640" name="Google Shape;640;p86" title="FINAL 147 CONCEPT VID">
            <a:hlinkClick r:id="rId3"/>
          </p:cNvPr>
          <p:cNvPicPr preferRelativeResize="0"/>
          <p:nvPr/>
        </p:nvPicPr>
        <p:blipFill>
          <a:blip r:embed="rId4">
            <a:alphaModFix/>
          </a:blip>
          <a:stretch>
            <a:fillRect/>
          </a:stretch>
        </p:blipFill>
        <p:spPr>
          <a:xfrm>
            <a:off x="1503938" y="1161425"/>
            <a:ext cx="6136125" cy="3451575"/>
          </a:xfrm>
          <a:prstGeom prst="rect">
            <a:avLst/>
          </a:prstGeom>
          <a:noFill/>
          <a:ln>
            <a:noFill/>
          </a:ln>
        </p:spPr>
      </p:pic>
      <p:sp>
        <p:nvSpPr>
          <p:cNvPr id="641" name="Google Shape;641;p86"/>
          <p:cNvSpPr txBox="1"/>
          <p:nvPr/>
        </p:nvSpPr>
        <p:spPr>
          <a:xfrm>
            <a:off x="3487650" y="4671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https://www.youtube.com/watch?v=LUw6e-Bvnl8&amp;feature=youtu.be</a:t>
            </a:r>
            <a:r>
              <a:rPr lang="en"/>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1000"/>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7"/>
          <p:cNvSpPr txBox="1"/>
          <p:nvPr>
            <p:ph type="title"/>
          </p:nvPr>
        </p:nvSpPr>
        <p:spPr>
          <a:xfrm>
            <a:off x="665700" y="591000"/>
            <a:ext cx="6009300" cy="134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lestone Celebration">
  <a:themeElements>
    <a:clrScheme name="Simple Light">
      <a:dk1>
        <a:srgbClr val="FDFDF5"/>
      </a:dk1>
      <a:lt1>
        <a:srgbClr val="131313"/>
      </a:lt1>
      <a:dk2>
        <a:srgbClr val="E9DFFE"/>
      </a:dk2>
      <a:lt2>
        <a:srgbClr val="0A3E27"/>
      </a:lt2>
      <a:accent1>
        <a:srgbClr val="D0EEF9"/>
      </a:accent1>
      <a:accent2>
        <a:srgbClr val="A732FF"/>
      </a:accent2>
      <a:accent3>
        <a:srgbClr val="4D61F4"/>
      </a:accent3>
      <a:accent4>
        <a:srgbClr val="D7FF7C"/>
      </a:accent4>
      <a:accent5>
        <a:srgbClr val="999999"/>
      </a:accent5>
      <a:accent6>
        <a:srgbClr val="F6F5F1"/>
      </a:accent6>
      <a:hlink>
        <a:srgbClr val="2B0A8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