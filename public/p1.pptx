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embeddedFontLst>
    <p:embeddedFont>
      <p:font typeface="Darker Grotesque Medium"/>
      <p:regular r:id="rId52"/>
      <p:bold r:id="rId53"/>
    </p:embeddedFont>
    <p:embeddedFont>
      <p:font typeface="Archivo Medium"/>
      <p:regular r:id="rId54"/>
      <p:bold r:id="rId55"/>
      <p:italic r:id="rId56"/>
      <p:boldItalic r:id="rId57"/>
    </p:embeddedFont>
    <p:embeddedFont>
      <p:font typeface="Darker Grotesque"/>
      <p:regular r:id="rId58"/>
      <p:bold r:id="rId59"/>
    </p:embeddedFont>
    <p:embeddedFont>
      <p:font typeface="Archivo"/>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Archivo-italic.fntdata"/><Relationship Id="rId61" Type="http://schemas.openxmlformats.org/officeDocument/2006/relationships/font" Target="fonts/Archivo-bold.fntdata"/><Relationship Id="rId20" Type="http://schemas.openxmlformats.org/officeDocument/2006/relationships/slide" Target="slides/slide15.xml"/><Relationship Id="rId63" Type="http://schemas.openxmlformats.org/officeDocument/2006/relationships/font" Target="fonts/Archiv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Archiv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DarkerGrotesqueMedium-bold.fntdata"/><Relationship Id="rId52" Type="http://schemas.openxmlformats.org/officeDocument/2006/relationships/font" Target="fonts/DarkerGrotesqueMedium-regular.fntdata"/><Relationship Id="rId11" Type="http://schemas.openxmlformats.org/officeDocument/2006/relationships/slide" Target="slides/slide6.xml"/><Relationship Id="rId55" Type="http://schemas.openxmlformats.org/officeDocument/2006/relationships/font" Target="fonts/ArchivoMedium-bold.fntdata"/><Relationship Id="rId10" Type="http://schemas.openxmlformats.org/officeDocument/2006/relationships/slide" Target="slides/slide5.xml"/><Relationship Id="rId54" Type="http://schemas.openxmlformats.org/officeDocument/2006/relationships/font" Target="fonts/ArchivoMedium-regular.fntdata"/><Relationship Id="rId13" Type="http://schemas.openxmlformats.org/officeDocument/2006/relationships/slide" Target="slides/slide8.xml"/><Relationship Id="rId57" Type="http://schemas.openxmlformats.org/officeDocument/2006/relationships/font" Target="fonts/ArchivoMedium-boldItalic.fntdata"/><Relationship Id="rId12" Type="http://schemas.openxmlformats.org/officeDocument/2006/relationships/slide" Target="slides/slide7.xml"/><Relationship Id="rId56" Type="http://schemas.openxmlformats.org/officeDocument/2006/relationships/font" Target="fonts/ArchivoMedium-italic.fntdata"/><Relationship Id="rId15" Type="http://schemas.openxmlformats.org/officeDocument/2006/relationships/slide" Target="slides/slide10.xml"/><Relationship Id="rId59" Type="http://schemas.openxmlformats.org/officeDocument/2006/relationships/font" Target="fonts/DarkerGrotesque-bold.fntdata"/><Relationship Id="rId14" Type="http://schemas.openxmlformats.org/officeDocument/2006/relationships/slide" Target="slides/slide9.xml"/><Relationship Id="rId58" Type="http://schemas.openxmlformats.org/officeDocument/2006/relationships/font" Target="fonts/DarkerGrotesque-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8e7060846c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8e7060846c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8e7060846c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8e7060846c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8e7060846c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8e7060846c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8e7060846c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8e7060846c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8e7704468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8e7704468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84ec1ae80d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84ec1ae80d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84ec1ae80d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84ec1ae80d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8e77044685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8e77044685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8e7060846c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8e7060846c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84ec1ae80d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84ec1ae80d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8e77044685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8e77044685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84ec1ae80d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84ec1ae80d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8e7060846c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8e7060846c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8e77044685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8e77044685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84ec1ae80d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84ec1ae80d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8e77044685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8e77044685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8e7060846c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8e7060846c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84ec1ae80d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84ec1ae80d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84ec1ae80d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84ec1ae80d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84ec1ae80d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84ec1ae80d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8ebdb0f3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8ebdb0f3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8ebdb0f3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8ebdb0f3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8ebdb0f36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8ebdb0f36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8e7060846c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8e7060846c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84ed9313a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84ed9313a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8ebdb0f36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8ebdb0f36a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84ed9313a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84ed9313a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88d5d68bb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88d5d68bb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8ebdb0f36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8ebdb0f36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88d5d68bb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88d5d68bb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8ebdb0f36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8ebdb0f36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8ebdb0f36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8ebdb0f36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8ebdb0f36a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8ebdb0f36a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8ebdb0f36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8ebdb0f36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8ebdb0f36a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8ebdb0f36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8ebdb0f36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8ebdb0f36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8ebdb0f36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8ebdb0f36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8ebdb0f36a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8ebdb0f36a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8ebdb0f36a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8ebdb0f36a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88d5d68bb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88d5d68bb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8e7060846c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8e7060846c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8e77044685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8e77044685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8e77044685_2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38e77044685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8e77044685_2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8e77044685_2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8e7060846c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38e7060846c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8e77044685_2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38e77044685_2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1"/>
        </a:solidFill>
      </p:bgPr>
    </p:bg>
    <p:spTree>
      <p:nvGrpSpPr>
        <p:cNvPr id="8" name="Shape 8"/>
        <p:cNvGrpSpPr/>
        <p:nvPr/>
      </p:nvGrpSpPr>
      <p:grpSpPr>
        <a:xfrm>
          <a:off x="0" y="0"/>
          <a:ext cx="0" cy="0"/>
          <a:chOff x="0" y="0"/>
          <a:chExt cx="0" cy="0"/>
        </a:xfrm>
      </p:grpSpPr>
      <p:sp>
        <p:nvSpPr>
          <p:cNvPr id="9" name="Google Shape;9;p2"/>
          <p:cNvSpPr txBox="1"/>
          <p:nvPr>
            <p:ph type="title"/>
          </p:nvPr>
        </p:nvSpPr>
        <p:spPr>
          <a:xfrm>
            <a:off x="114300" y="92175"/>
            <a:ext cx="8915400" cy="2353800"/>
          </a:xfrm>
          <a:prstGeom prst="rect">
            <a:avLst/>
          </a:prstGeom>
        </p:spPr>
        <p:txBody>
          <a:bodyPr anchorCtr="0" anchor="t" bIns="91425" lIns="91425" spcFirstLastPara="1" rIns="91425" wrap="square" tIns="91425">
            <a:noAutofit/>
          </a:bodyPr>
          <a:lstStyle>
            <a:lvl1pPr lvl="0">
              <a:spcBef>
                <a:spcPts val="0"/>
              </a:spcBef>
              <a:spcAft>
                <a:spcPts val="0"/>
              </a:spcAft>
              <a:buSzPts val="15900"/>
              <a:buNone/>
              <a:defRPr sz="15900"/>
            </a:lvl1pPr>
            <a:lvl2pPr lvl="1">
              <a:spcBef>
                <a:spcPts val="0"/>
              </a:spcBef>
              <a:spcAft>
                <a:spcPts val="0"/>
              </a:spcAft>
              <a:buSzPts val="15900"/>
              <a:buNone/>
              <a:defRPr sz="15900"/>
            </a:lvl2pPr>
            <a:lvl3pPr lvl="2">
              <a:spcBef>
                <a:spcPts val="0"/>
              </a:spcBef>
              <a:spcAft>
                <a:spcPts val="0"/>
              </a:spcAft>
              <a:buSzPts val="15900"/>
              <a:buNone/>
              <a:defRPr sz="15900"/>
            </a:lvl3pPr>
            <a:lvl4pPr lvl="3">
              <a:spcBef>
                <a:spcPts val="0"/>
              </a:spcBef>
              <a:spcAft>
                <a:spcPts val="0"/>
              </a:spcAft>
              <a:buSzPts val="15900"/>
              <a:buNone/>
              <a:defRPr sz="15900"/>
            </a:lvl4pPr>
            <a:lvl5pPr lvl="4">
              <a:spcBef>
                <a:spcPts val="0"/>
              </a:spcBef>
              <a:spcAft>
                <a:spcPts val="0"/>
              </a:spcAft>
              <a:buSzPts val="15900"/>
              <a:buNone/>
              <a:defRPr sz="15900"/>
            </a:lvl5pPr>
            <a:lvl6pPr lvl="5">
              <a:spcBef>
                <a:spcPts val="0"/>
              </a:spcBef>
              <a:spcAft>
                <a:spcPts val="0"/>
              </a:spcAft>
              <a:buSzPts val="15900"/>
              <a:buNone/>
              <a:defRPr sz="15900"/>
            </a:lvl6pPr>
            <a:lvl7pPr lvl="6">
              <a:spcBef>
                <a:spcPts val="0"/>
              </a:spcBef>
              <a:spcAft>
                <a:spcPts val="0"/>
              </a:spcAft>
              <a:buSzPts val="15900"/>
              <a:buNone/>
              <a:defRPr sz="15900"/>
            </a:lvl7pPr>
            <a:lvl8pPr lvl="7">
              <a:spcBef>
                <a:spcPts val="0"/>
              </a:spcBef>
              <a:spcAft>
                <a:spcPts val="0"/>
              </a:spcAft>
              <a:buSzPts val="15900"/>
              <a:buNone/>
              <a:defRPr sz="15900"/>
            </a:lvl8pPr>
            <a:lvl9pPr lvl="8">
              <a:spcBef>
                <a:spcPts val="0"/>
              </a:spcBef>
              <a:spcAft>
                <a:spcPts val="0"/>
              </a:spcAft>
              <a:buSzPts val="15900"/>
              <a:buNone/>
              <a:defRPr sz="15900"/>
            </a:lvl9pPr>
          </a:lstStyle>
          <a:p/>
        </p:txBody>
      </p:sp>
      <p:sp>
        <p:nvSpPr>
          <p:cNvPr id="10" name="Google Shape;10;p2"/>
          <p:cNvSpPr/>
          <p:nvPr/>
        </p:nvSpPr>
        <p:spPr>
          <a:xfrm>
            <a:off x="4249625" y="3488450"/>
            <a:ext cx="4665900" cy="1431600"/>
          </a:xfrm>
          <a:prstGeom prst="roundRect">
            <a:avLst>
              <a:gd fmla="val 8852"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idx="2" type="title"/>
          </p:nvPr>
        </p:nvSpPr>
        <p:spPr>
          <a:xfrm>
            <a:off x="4637775" y="3665450"/>
            <a:ext cx="4041000" cy="1254600"/>
          </a:xfrm>
          <a:prstGeom prst="rect">
            <a:avLst/>
          </a:prstGeom>
        </p:spPr>
        <p:txBody>
          <a:bodyPr anchorCtr="0" anchor="b" bIns="91425" lIns="91425" spcFirstLastPara="1" rIns="91425" wrap="square" tIns="91425">
            <a:normAutofit/>
          </a:bodyPr>
          <a:lstStyle>
            <a:lvl1pPr lvl="0">
              <a:spcBef>
                <a:spcPts val="0"/>
              </a:spcBef>
              <a:spcAft>
                <a:spcPts val="0"/>
              </a:spcAft>
              <a:buSzPts val="7000"/>
              <a:buNone/>
              <a:defRPr sz="7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type="secHead">
  <p:cSld name="SECTION_HEADER">
    <p:bg>
      <p:bgPr>
        <a:solidFill>
          <a:schemeClr val="lt2"/>
        </a:solidFill>
      </p:bgPr>
    </p:bg>
    <p:spTree>
      <p:nvGrpSpPr>
        <p:cNvPr id="12" name="Shape 12"/>
        <p:cNvGrpSpPr/>
        <p:nvPr/>
      </p:nvGrpSpPr>
      <p:grpSpPr>
        <a:xfrm>
          <a:off x="0" y="0"/>
          <a:ext cx="0" cy="0"/>
          <a:chOff x="0" y="0"/>
          <a:chExt cx="0" cy="0"/>
        </a:xfrm>
      </p:grpSpPr>
      <p:sp>
        <p:nvSpPr>
          <p:cNvPr id="13" name="Google Shape;13;p3"/>
          <p:cNvSpPr/>
          <p:nvPr/>
        </p:nvSpPr>
        <p:spPr>
          <a:xfrm>
            <a:off x="228600" y="223625"/>
            <a:ext cx="6299100" cy="4691700"/>
          </a:xfrm>
          <a:prstGeom prst="roundRect">
            <a:avLst>
              <a:gd fmla="val 3982"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 name="Google Shape;14;p3"/>
          <p:cNvSpPr/>
          <p:nvPr/>
        </p:nvSpPr>
        <p:spPr>
          <a:xfrm>
            <a:off x="8378775" y="223500"/>
            <a:ext cx="536700" cy="4696500"/>
          </a:xfrm>
          <a:prstGeom prst="roundRect">
            <a:avLst>
              <a:gd fmla="val 30566"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 name="Google Shape;15;p3"/>
          <p:cNvSpPr/>
          <p:nvPr>
            <p:ph idx="2" type="pic"/>
          </p:nvPr>
        </p:nvSpPr>
        <p:spPr>
          <a:xfrm>
            <a:off x="6702550" y="228300"/>
            <a:ext cx="1501500" cy="4691700"/>
          </a:xfrm>
          <a:prstGeom prst="roundRect">
            <a:avLst>
              <a:gd fmla="val 16667" name="adj"/>
            </a:avLst>
          </a:prstGeom>
          <a:noFill/>
          <a:ln>
            <a:noFill/>
          </a:ln>
        </p:spPr>
      </p:sp>
      <p:sp>
        <p:nvSpPr>
          <p:cNvPr id="16" name="Google Shape;16;p3"/>
          <p:cNvSpPr txBox="1"/>
          <p:nvPr>
            <p:ph type="title"/>
          </p:nvPr>
        </p:nvSpPr>
        <p:spPr>
          <a:xfrm>
            <a:off x="409800" y="2743200"/>
            <a:ext cx="5648100" cy="240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5000"/>
              <a:buFont typeface="Darker Grotesque Medium"/>
              <a:buNone/>
              <a:defRPr b="0" sz="35000">
                <a:solidFill>
                  <a:schemeClr val="lt1"/>
                </a:solidFill>
                <a:latin typeface="Darker Grotesque Medium"/>
                <a:ea typeface="Darker Grotesque Medium"/>
                <a:cs typeface="Darker Grotesque Medium"/>
                <a:sym typeface="Darker Grotesque Medium"/>
              </a:defRPr>
            </a:lvl1pPr>
            <a:lvl2pPr lvl="1">
              <a:spcBef>
                <a:spcPts val="0"/>
              </a:spcBef>
              <a:spcAft>
                <a:spcPts val="0"/>
              </a:spcAft>
              <a:buClr>
                <a:schemeClr val="lt1"/>
              </a:buClr>
              <a:buSzPts val="35000"/>
              <a:buNone/>
              <a:defRPr sz="35000">
                <a:solidFill>
                  <a:schemeClr val="lt1"/>
                </a:solidFill>
              </a:defRPr>
            </a:lvl2pPr>
            <a:lvl3pPr lvl="2">
              <a:spcBef>
                <a:spcPts val="0"/>
              </a:spcBef>
              <a:spcAft>
                <a:spcPts val="0"/>
              </a:spcAft>
              <a:buClr>
                <a:schemeClr val="lt1"/>
              </a:buClr>
              <a:buSzPts val="35000"/>
              <a:buNone/>
              <a:defRPr sz="35000">
                <a:solidFill>
                  <a:schemeClr val="lt1"/>
                </a:solidFill>
              </a:defRPr>
            </a:lvl3pPr>
            <a:lvl4pPr lvl="3">
              <a:spcBef>
                <a:spcPts val="0"/>
              </a:spcBef>
              <a:spcAft>
                <a:spcPts val="0"/>
              </a:spcAft>
              <a:buClr>
                <a:schemeClr val="lt1"/>
              </a:buClr>
              <a:buSzPts val="35000"/>
              <a:buNone/>
              <a:defRPr sz="35000">
                <a:solidFill>
                  <a:schemeClr val="lt1"/>
                </a:solidFill>
              </a:defRPr>
            </a:lvl4pPr>
            <a:lvl5pPr lvl="4">
              <a:spcBef>
                <a:spcPts val="0"/>
              </a:spcBef>
              <a:spcAft>
                <a:spcPts val="0"/>
              </a:spcAft>
              <a:buClr>
                <a:schemeClr val="lt1"/>
              </a:buClr>
              <a:buSzPts val="35000"/>
              <a:buNone/>
              <a:defRPr sz="35000">
                <a:solidFill>
                  <a:schemeClr val="lt1"/>
                </a:solidFill>
              </a:defRPr>
            </a:lvl5pPr>
            <a:lvl6pPr lvl="5">
              <a:spcBef>
                <a:spcPts val="0"/>
              </a:spcBef>
              <a:spcAft>
                <a:spcPts val="0"/>
              </a:spcAft>
              <a:buClr>
                <a:schemeClr val="lt1"/>
              </a:buClr>
              <a:buSzPts val="35000"/>
              <a:buNone/>
              <a:defRPr sz="35000">
                <a:solidFill>
                  <a:schemeClr val="lt1"/>
                </a:solidFill>
              </a:defRPr>
            </a:lvl6pPr>
            <a:lvl7pPr lvl="6">
              <a:spcBef>
                <a:spcPts val="0"/>
              </a:spcBef>
              <a:spcAft>
                <a:spcPts val="0"/>
              </a:spcAft>
              <a:buClr>
                <a:schemeClr val="lt1"/>
              </a:buClr>
              <a:buSzPts val="35000"/>
              <a:buNone/>
              <a:defRPr sz="35000">
                <a:solidFill>
                  <a:schemeClr val="lt1"/>
                </a:solidFill>
              </a:defRPr>
            </a:lvl7pPr>
            <a:lvl8pPr lvl="7">
              <a:spcBef>
                <a:spcPts val="0"/>
              </a:spcBef>
              <a:spcAft>
                <a:spcPts val="0"/>
              </a:spcAft>
              <a:buClr>
                <a:schemeClr val="lt1"/>
              </a:buClr>
              <a:buSzPts val="35000"/>
              <a:buNone/>
              <a:defRPr sz="35000">
                <a:solidFill>
                  <a:schemeClr val="lt1"/>
                </a:solidFill>
              </a:defRPr>
            </a:lvl8pPr>
            <a:lvl9pPr lvl="8">
              <a:spcBef>
                <a:spcPts val="0"/>
              </a:spcBef>
              <a:spcAft>
                <a:spcPts val="0"/>
              </a:spcAft>
              <a:buClr>
                <a:schemeClr val="lt1"/>
              </a:buClr>
              <a:buSzPts val="35000"/>
              <a:buNone/>
              <a:defRPr sz="35000">
                <a:solidFill>
                  <a:schemeClr val="lt1"/>
                </a:solidFill>
              </a:defRPr>
            </a:lvl9pPr>
          </a:lstStyle>
          <a:p/>
        </p:txBody>
      </p:sp>
      <p:sp>
        <p:nvSpPr>
          <p:cNvPr id="17" name="Google Shape;17;p3"/>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rchivo"/>
              <a:buNone/>
              <a:defRPr b="0" sz="1400">
                <a:solidFill>
                  <a:schemeClr val="lt1"/>
                </a:solidFill>
                <a:latin typeface="Archivo"/>
                <a:ea typeface="Archivo"/>
                <a:cs typeface="Archivo"/>
                <a:sym typeface="Archivo"/>
              </a:defRPr>
            </a:lvl1pPr>
            <a:lvl2pPr lvl="1">
              <a:spcBef>
                <a:spcPts val="0"/>
              </a:spcBef>
              <a:spcAft>
                <a:spcPts val="0"/>
              </a:spcAft>
              <a:buSzPts val="1400"/>
              <a:buFont typeface="Archivo"/>
              <a:buNone/>
              <a:defRPr>
                <a:latin typeface="Archivo"/>
                <a:ea typeface="Archivo"/>
                <a:cs typeface="Archivo"/>
                <a:sym typeface="Archivo"/>
              </a:defRPr>
            </a:lvl2pPr>
            <a:lvl3pPr lvl="2">
              <a:spcBef>
                <a:spcPts val="0"/>
              </a:spcBef>
              <a:spcAft>
                <a:spcPts val="0"/>
              </a:spcAft>
              <a:buSzPts val="1400"/>
              <a:buFont typeface="Archivo"/>
              <a:buNone/>
              <a:defRPr>
                <a:latin typeface="Archivo"/>
                <a:ea typeface="Archivo"/>
                <a:cs typeface="Archivo"/>
                <a:sym typeface="Archivo"/>
              </a:defRPr>
            </a:lvl3pPr>
            <a:lvl4pPr lvl="3">
              <a:spcBef>
                <a:spcPts val="0"/>
              </a:spcBef>
              <a:spcAft>
                <a:spcPts val="0"/>
              </a:spcAft>
              <a:buSzPts val="1400"/>
              <a:buFont typeface="Archivo"/>
              <a:buNone/>
              <a:defRPr>
                <a:latin typeface="Archivo"/>
                <a:ea typeface="Archivo"/>
                <a:cs typeface="Archivo"/>
                <a:sym typeface="Archivo"/>
              </a:defRPr>
            </a:lvl4pPr>
            <a:lvl5pPr lvl="4">
              <a:spcBef>
                <a:spcPts val="0"/>
              </a:spcBef>
              <a:spcAft>
                <a:spcPts val="0"/>
              </a:spcAft>
              <a:buSzPts val="1400"/>
              <a:buFont typeface="Archivo"/>
              <a:buNone/>
              <a:defRPr>
                <a:latin typeface="Archivo"/>
                <a:ea typeface="Archivo"/>
                <a:cs typeface="Archivo"/>
                <a:sym typeface="Archivo"/>
              </a:defRPr>
            </a:lvl5pPr>
            <a:lvl6pPr lvl="5">
              <a:spcBef>
                <a:spcPts val="0"/>
              </a:spcBef>
              <a:spcAft>
                <a:spcPts val="0"/>
              </a:spcAft>
              <a:buSzPts val="1400"/>
              <a:buFont typeface="Archivo"/>
              <a:buNone/>
              <a:defRPr>
                <a:latin typeface="Archivo"/>
                <a:ea typeface="Archivo"/>
                <a:cs typeface="Archivo"/>
                <a:sym typeface="Archivo"/>
              </a:defRPr>
            </a:lvl6pPr>
            <a:lvl7pPr lvl="6">
              <a:spcBef>
                <a:spcPts val="0"/>
              </a:spcBef>
              <a:spcAft>
                <a:spcPts val="0"/>
              </a:spcAft>
              <a:buSzPts val="1400"/>
              <a:buFont typeface="Archivo"/>
              <a:buNone/>
              <a:defRPr>
                <a:latin typeface="Archivo"/>
                <a:ea typeface="Archivo"/>
                <a:cs typeface="Archivo"/>
                <a:sym typeface="Archivo"/>
              </a:defRPr>
            </a:lvl7pPr>
            <a:lvl8pPr lvl="7">
              <a:spcBef>
                <a:spcPts val="0"/>
              </a:spcBef>
              <a:spcAft>
                <a:spcPts val="0"/>
              </a:spcAft>
              <a:buSzPts val="1400"/>
              <a:buFont typeface="Archivo"/>
              <a:buNone/>
              <a:defRPr>
                <a:latin typeface="Archivo"/>
                <a:ea typeface="Archivo"/>
                <a:cs typeface="Archivo"/>
                <a:sym typeface="Archivo"/>
              </a:defRPr>
            </a:lvl8pPr>
            <a:lvl9pPr lvl="8">
              <a:spcBef>
                <a:spcPts val="0"/>
              </a:spcBef>
              <a:spcAft>
                <a:spcPts val="0"/>
              </a:spcAft>
              <a:buSzPts val="1400"/>
              <a:buFont typeface="Archivo"/>
              <a:buNone/>
              <a:defRPr>
                <a:latin typeface="Archivo"/>
                <a:ea typeface="Archivo"/>
                <a:cs typeface="Archivo"/>
                <a:sym typeface="Archiv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Objective" type="tx">
  <p:cSld name="TITLE_AND_BODY">
    <p:bg>
      <p:bgPr>
        <a:solidFill>
          <a:schemeClr val="lt1"/>
        </a:solidFill>
      </p:bgPr>
    </p:bg>
    <p:spTree>
      <p:nvGrpSpPr>
        <p:cNvPr id="18" name="Shape 18"/>
        <p:cNvGrpSpPr/>
        <p:nvPr/>
      </p:nvGrpSpPr>
      <p:grpSpPr>
        <a:xfrm>
          <a:off x="0" y="0"/>
          <a:ext cx="0" cy="0"/>
          <a:chOff x="0" y="0"/>
          <a:chExt cx="0" cy="0"/>
        </a:xfrm>
      </p:grpSpPr>
      <p:sp>
        <p:nvSpPr>
          <p:cNvPr id="19" name="Google Shape;19;p4"/>
          <p:cNvSpPr/>
          <p:nvPr/>
        </p:nvSpPr>
        <p:spPr>
          <a:xfrm>
            <a:off x="228600" y="223625"/>
            <a:ext cx="28575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 name="Google Shape;20;p4"/>
          <p:cNvSpPr/>
          <p:nvPr/>
        </p:nvSpPr>
        <p:spPr>
          <a:xfrm>
            <a:off x="228600" y="2604950"/>
            <a:ext cx="4286100" cy="20457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 name="Google Shape;21;p4"/>
          <p:cNvSpPr/>
          <p:nvPr>
            <p:ph idx="2" type="pic"/>
          </p:nvPr>
        </p:nvSpPr>
        <p:spPr>
          <a:xfrm>
            <a:off x="4629150" y="2604950"/>
            <a:ext cx="4286100" cy="2042100"/>
          </a:xfrm>
          <a:prstGeom prst="roundRect">
            <a:avLst>
              <a:gd fmla="val 10953" name="adj"/>
            </a:avLst>
          </a:prstGeom>
          <a:noFill/>
          <a:ln>
            <a:noFill/>
          </a:ln>
        </p:spPr>
      </p:sp>
      <p:sp>
        <p:nvSpPr>
          <p:cNvPr id="22" name="Google Shape;22;p4"/>
          <p:cNvSpPr txBox="1"/>
          <p:nvPr>
            <p:ph idx="1" type="subTitle"/>
          </p:nvPr>
        </p:nvSpPr>
        <p:spPr>
          <a:xfrm>
            <a:off x="291900" y="1260225"/>
            <a:ext cx="25500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3" type="body"/>
          </p:nvPr>
        </p:nvSpPr>
        <p:spPr>
          <a:xfrm>
            <a:off x="291900" y="1663200"/>
            <a:ext cx="27378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 name="Google Shape;24;p4"/>
          <p:cNvSpPr txBox="1"/>
          <p:nvPr>
            <p:ph idx="4" type="subTitle"/>
          </p:nvPr>
        </p:nvSpPr>
        <p:spPr>
          <a:xfrm>
            <a:off x="291900" y="267300"/>
            <a:ext cx="24198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25" name="Google Shape;25;p4"/>
          <p:cNvSpPr/>
          <p:nvPr/>
        </p:nvSpPr>
        <p:spPr>
          <a:xfrm>
            <a:off x="3205900" y="223625"/>
            <a:ext cx="27378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txBox="1"/>
          <p:nvPr>
            <p:ph idx="5" type="subTitle"/>
          </p:nvPr>
        </p:nvSpPr>
        <p:spPr>
          <a:xfrm>
            <a:off x="3266546" y="1260225"/>
            <a:ext cx="24432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6" type="body"/>
          </p:nvPr>
        </p:nvSpPr>
        <p:spPr>
          <a:xfrm>
            <a:off x="3266550" y="1663200"/>
            <a:ext cx="26187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 name="Google Shape;28;p4"/>
          <p:cNvSpPr txBox="1"/>
          <p:nvPr>
            <p:ph idx="7" type="subTitle"/>
          </p:nvPr>
        </p:nvSpPr>
        <p:spPr>
          <a:xfrm>
            <a:off x="3266546" y="267300"/>
            <a:ext cx="23184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29" name="Google Shape;29;p4"/>
          <p:cNvSpPr/>
          <p:nvPr/>
        </p:nvSpPr>
        <p:spPr>
          <a:xfrm>
            <a:off x="6063950" y="223625"/>
            <a:ext cx="2857500" cy="2259300"/>
          </a:xfrm>
          <a:prstGeom prst="roundRect">
            <a:avLst>
              <a:gd fmla="val 691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 name="Google Shape;30;p4"/>
          <p:cNvSpPr txBox="1"/>
          <p:nvPr>
            <p:ph idx="8" type="subTitle"/>
          </p:nvPr>
        </p:nvSpPr>
        <p:spPr>
          <a:xfrm>
            <a:off x="6127250" y="1260225"/>
            <a:ext cx="2550000" cy="4029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9" type="body"/>
          </p:nvPr>
        </p:nvSpPr>
        <p:spPr>
          <a:xfrm>
            <a:off x="6127250" y="1663200"/>
            <a:ext cx="2737800" cy="681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 name="Google Shape;32;p4"/>
          <p:cNvSpPr txBox="1"/>
          <p:nvPr>
            <p:ph idx="13" type="subTitle"/>
          </p:nvPr>
        </p:nvSpPr>
        <p:spPr>
          <a:xfrm>
            <a:off x="6127250" y="267300"/>
            <a:ext cx="24198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SzPts val="2400"/>
              <a:buNone/>
              <a:defRPr/>
            </a:lvl1pPr>
            <a:lvl2pPr lvl="1">
              <a:lnSpc>
                <a:spcPct val="50000"/>
              </a:lnSpc>
              <a:spcBef>
                <a:spcPts val="0"/>
              </a:spcBef>
              <a:spcAft>
                <a:spcPts val="0"/>
              </a:spcAft>
              <a:buSzPts val="1400"/>
              <a:buNone/>
              <a:defRPr/>
            </a:lvl2pPr>
            <a:lvl3pPr lvl="2">
              <a:lnSpc>
                <a:spcPct val="50000"/>
              </a:lnSpc>
              <a:spcBef>
                <a:spcPts val="0"/>
              </a:spcBef>
              <a:spcAft>
                <a:spcPts val="0"/>
              </a:spcAft>
              <a:buSzPts val="1400"/>
              <a:buNone/>
              <a:defRPr/>
            </a:lvl3pPr>
            <a:lvl4pPr lvl="3">
              <a:lnSpc>
                <a:spcPct val="50000"/>
              </a:lnSpc>
              <a:spcBef>
                <a:spcPts val="0"/>
              </a:spcBef>
              <a:spcAft>
                <a:spcPts val="0"/>
              </a:spcAft>
              <a:buSzPts val="1400"/>
              <a:buNone/>
              <a:defRPr/>
            </a:lvl4pPr>
            <a:lvl5pPr lvl="4">
              <a:lnSpc>
                <a:spcPct val="50000"/>
              </a:lnSpc>
              <a:spcBef>
                <a:spcPts val="0"/>
              </a:spcBef>
              <a:spcAft>
                <a:spcPts val="0"/>
              </a:spcAft>
              <a:buSzPts val="1400"/>
              <a:buNone/>
              <a:defRPr/>
            </a:lvl5pPr>
            <a:lvl6pPr lvl="5">
              <a:lnSpc>
                <a:spcPct val="50000"/>
              </a:lnSpc>
              <a:spcBef>
                <a:spcPts val="0"/>
              </a:spcBef>
              <a:spcAft>
                <a:spcPts val="0"/>
              </a:spcAft>
              <a:buSzPts val="1400"/>
              <a:buNone/>
              <a:defRPr/>
            </a:lvl6pPr>
            <a:lvl7pPr lvl="6">
              <a:lnSpc>
                <a:spcPct val="50000"/>
              </a:lnSpc>
              <a:spcBef>
                <a:spcPts val="0"/>
              </a:spcBef>
              <a:spcAft>
                <a:spcPts val="0"/>
              </a:spcAft>
              <a:buSzPts val="1400"/>
              <a:buNone/>
              <a:defRPr/>
            </a:lvl7pPr>
            <a:lvl8pPr lvl="7">
              <a:lnSpc>
                <a:spcPct val="50000"/>
              </a:lnSpc>
              <a:spcBef>
                <a:spcPts val="0"/>
              </a:spcBef>
              <a:spcAft>
                <a:spcPts val="0"/>
              </a:spcAft>
              <a:buSzPts val="1400"/>
              <a:buNone/>
              <a:defRPr/>
            </a:lvl8pPr>
            <a:lvl9pPr lvl="8">
              <a:lnSpc>
                <a:spcPct val="50000"/>
              </a:lnSpc>
              <a:spcBef>
                <a:spcPts val="0"/>
              </a:spcBef>
              <a:spcAft>
                <a:spcPts val="0"/>
              </a:spcAft>
              <a:buSzPts val="1400"/>
              <a:buNone/>
              <a:defRPr/>
            </a:lvl9pPr>
          </a:lstStyle>
          <a:p/>
        </p:txBody>
      </p:sp>
      <p:sp>
        <p:nvSpPr>
          <p:cNvPr id="33" name="Google Shape;33;p4"/>
          <p:cNvSpPr txBox="1"/>
          <p:nvPr>
            <p:ph idx="14" type="subTitle"/>
          </p:nvPr>
        </p:nvSpPr>
        <p:spPr>
          <a:xfrm>
            <a:off x="291900" y="3371375"/>
            <a:ext cx="40677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4" name="Google Shape;34;p4"/>
          <p:cNvSpPr txBox="1"/>
          <p:nvPr>
            <p:ph idx="15" type="body"/>
          </p:nvPr>
        </p:nvSpPr>
        <p:spPr>
          <a:xfrm>
            <a:off x="291900" y="3837225"/>
            <a:ext cx="4143900" cy="744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35" name="Google Shape;35;p4"/>
          <p:cNvSpPr txBox="1"/>
          <p:nvPr>
            <p:ph idx="16" type="subTitle"/>
          </p:nvPr>
        </p:nvSpPr>
        <p:spPr>
          <a:xfrm>
            <a:off x="291900" y="2740300"/>
            <a:ext cx="2460600" cy="447000"/>
          </a:xfrm>
          <a:prstGeom prst="rect">
            <a:avLst/>
          </a:prstGeom>
        </p:spPr>
        <p:txBody>
          <a:bodyPr anchorCtr="0" anchor="t" bIns="91425" lIns="91425" spcFirstLastPara="1" rIns="91425" wrap="square" tIns="91425">
            <a:noAutofit/>
          </a:bodyPr>
          <a:lstStyle>
            <a:lvl1pPr lvl="0">
              <a:lnSpc>
                <a:spcPct val="50000"/>
              </a:lnSpc>
              <a:spcBef>
                <a:spcPts val="0"/>
              </a:spcBef>
              <a:spcAft>
                <a:spcPts val="0"/>
              </a:spcAft>
              <a:buClr>
                <a:schemeClr val="lt1"/>
              </a:buClr>
              <a:buSzPts val="2400"/>
              <a:buNone/>
              <a:defRPr>
                <a:solidFill>
                  <a:schemeClr val="lt1"/>
                </a:solidFill>
              </a:defRPr>
            </a:lvl1pPr>
            <a:lvl2pPr lvl="1">
              <a:lnSpc>
                <a:spcPct val="50000"/>
              </a:lnSpc>
              <a:spcBef>
                <a:spcPts val="0"/>
              </a:spcBef>
              <a:spcAft>
                <a:spcPts val="0"/>
              </a:spcAft>
              <a:buClr>
                <a:schemeClr val="lt1"/>
              </a:buClr>
              <a:buSzPts val="1400"/>
              <a:buNone/>
              <a:defRPr>
                <a:solidFill>
                  <a:schemeClr val="lt1"/>
                </a:solidFill>
              </a:defRPr>
            </a:lvl2pPr>
            <a:lvl3pPr lvl="2">
              <a:lnSpc>
                <a:spcPct val="50000"/>
              </a:lnSpc>
              <a:spcBef>
                <a:spcPts val="0"/>
              </a:spcBef>
              <a:spcAft>
                <a:spcPts val="0"/>
              </a:spcAft>
              <a:buClr>
                <a:schemeClr val="lt1"/>
              </a:buClr>
              <a:buSzPts val="1400"/>
              <a:buNone/>
              <a:defRPr>
                <a:solidFill>
                  <a:schemeClr val="lt1"/>
                </a:solidFill>
              </a:defRPr>
            </a:lvl3pPr>
            <a:lvl4pPr lvl="3">
              <a:lnSpc>
                <a:spcPct val="50000"/>
              </a:lnSpc>
              <a:spcBef>
                <a:spcPts val="0"/>
              </a:spcBef>
              <a:spcAft>
                <a:spcPts val="0"/>
              </a:spcAft>
              <a:buClr>
                <a:schemeClr val="lt1"/>
              </a:buClr>
              <a:buSzPts val="1400"/>
              <a:buNone/>
              <a:defRPr>
                <a:solidFill>
                  <a:schemeClr val="lt1"/>
                </a:solidFill>
              </a:defRPr>
            </a:lvl4pPr>
            <a:lvl5pPr lvl="4">
              <a:lnSpc>
                <a:spcPct val="50000"/>
              </a:lnSpc>
              <a:spcBef>
                <a:spcPts val="0"/>
              </a:spcBef>
              <a:spcAft>
                <a:spcPts val="0"/>
              </a:spcAft>
              <a:buClr>
                <a:schemeClr val="lt1"/>
              </a:buClr>
              <a:buSzPts val="1400"/>
              <a:buNone/>
              <a:defRPr>
                <a:solidFill>
                  <a:schemeClr val="lt1"/>
                </a:solidFill>
              </a:defRPr>
            </a:lvl5pPr>
            <a:lvl6pPr lvl="5">
              <a:lnSpc>
                <a:spcPct val="50000"/>
              </a:lnSpc>
              <a:spcBef>
                <a:spcPts val="0"/>
              </a:spcBef>
              <a:spcAft>
                <a:spcPts val="0"/>
              </a:spcAft>
              <a:buClr>
                <a:schemeClr val="lt1"/>
              </a:buClr>
              <a:buSzPts val="1400"/>
              <a:buNone/>
              <a:defRPr>
                <a:solidFill>
                  <a:schemeClr val="lt1"/>
                </a:solidFill>
              </a:defRPr>
            </a:lvl6pPr>
            <a:lvl7pPr lvl="6">
              <a:lnSpc>
                <a:spcPct val="50000"/>
              </a:lnSpc>
              <a:spcBef>
                <a:spcPts val="0"/>
              </a:spcBef>
              <a:spcAft>
                <a:spcPts val="0"/>
              </a:spcAft>
              <a:buClr>
                <a:schemeClr val="lt1"/>
              </a:buClr>
              <a:buSzPts val="1400"/>
              <a:buNone/>
              <a:defRPr>
                <a:solidFill>
                  <a:schemeClr val="lt1"/>
                </a:solidFill>
              </a:defRPr>
            </a:lvl7pPr>
            <a:lvl8pPr lvl="7">
              <a:lnSpc>
                <a:spcPct val="50000"/>
              </a:lnSpc>
              <a:spcBef>
                <a:spcPts val="0"/>
              </a:spcBef>
              <a:spcAft>
                <a:spcPts val="0"/>
              </a:spcAft>
              <a:buClr>
                <a:schemeClr val="lt1"/>
              </a:buClr>
              <a:buSzPts val="1400"/>
              <a:buNone/>
              <a:defRPr>
                <a:solidFill>
                  <a:schemeClr val="lt1"/>
                </a:solidFill>
              </a:defRPr>
            </a:lvl8pPr>
            <a:lvl9pPr lvl="8">
              <a:lnSpc>
                <a:spcPct val="50000"/>
              </a:lnSpc>
              <a:spcBef>
                <a:spcPts val="0"/>
              </a:spcBef>
              <a:spcAft>
                <a:spcPts val="0"/>
              </a:spcAft>
              <a:buClr>
                <a:schemeClr val="lt1"/>
              </a:buClr>
              <a:buSzPts val="1400"/>
              <a:buNone/>
              <a:defRPr>
                <a:solidFill>
                  <a:schemeClr val="lt1"/>
                </a:solidFill>
              </a:defRPr>
            </a:lvl9pPr>
          </a:lstStyle>
          <a:p/>
        </p:txBody>
      </p:sp>
      <p:sp>
        <p:nvSpPr>
          <p:cNvPr id="36" name="Google Shape;36;p4"/>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4"/>
          <p:cNvSpPr txBox="1"/>
          <p:nvPr>
            <p:ph idx="17"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38" name="Google Shape;38;p4"/>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type="twoColTx">
  <p:cSld name="TITLE_AND_TWO_COLUMNS">
    <p:spTree>
      <p:nvGrpSpPr>
        <p:cNvPr id="39" name="Shape 39"/>
        <p:cNvGrpSpPr/>
        <p:nvPr/>
      </p:nvGrpSpPr>
      <p:grpSpPr>
        <a:xfrm>
          <a:off x="0" y="0"/>
          <a:ext cx="0" cy="0"/>
          <a:chOff x="0" y="0"/>
          <a:chExt cx="0" cy="0"/>
        </a:xfrm>
      </p:grpSpPr>
      <p:sp>
        <p:nvSpPr>
          <p:cNvPr id="40" name="Google Shape;40;p5"/>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p5"/>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42" name="Google Shape;42;p5"/>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type="titleOnly">
  <p:cSld name="TITLE_ONLY">
    <p:bg>
      <p:bgPr>
        <a:solidFill>
          <a:schemeClr val="lt1"/>
        </a:solidFill>
      </p:bgPr>
    </p:bg>
    <p:spTree>
      <p:nvGrpSpPr>
        <p:cNvPr id="43" name="Shape 43"/>
        <p:cNvGrpSpPr/>
        <p:nvPr/>
      </p:nvGrpSpPr>
      <p:grpSpPr>
        <a:xfrm>
          <a:off x="0" y="0"/>
          <a:ext cx="0" cy="0"/>
          <a:chOff x="0" y="0"/>
          <a:chExt cx="0" cy="0"/>
        </a:xfrm>
      </p:grpSpPr>
      <p:sp>
        <p:nvSpPr>
          <p:cNvPr id="44" name="Google Shape;44;p6"/>
          <p:cNvSpPr/>
          <p:nvPr/>
        </p:nvSpPr>
        <p:spPr>
          <a:xfrm>
            <a:off x="228600" y="223625"/>
            <a:ext cx="4286100" cy="44379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 name="Google Shape;45;p6"/>
          <p:cNvSpPr/>
          <p:nvPr/>
        </p:nvSpPr>
        <p:spPr>
          <a:xfrm>
            <a:off x="4751225" y="223625"/>
            <a:ext cx="4164300" cy="4437900"/>
          </a:xfrm>
          <a:prstGeom prst="roundRect">
            <a:avLst>
              <a:gd fmla="val 945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 name="Google Shape;46;p6"/>
          <p:cNvSpPr txBox="1"/>
          <p:nvPr>
            <p:ph type="title"/>
          </p:nvPr>
        </p:nvSpPr>
        <p:spPr>
          <a:xfrm>
            <a:off x="476409" y="3845757"/>
            <a:ext cx="2638500" cy="801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7" name="Google Shape;47;p6"/>
          <p:cNvSpPr txBox="1"/>
          <p:nvPr>
            <p:ph idx="2" type="title"/>
          </p:nvPr>
        </p:nvSpPr>
        <p:spPr>
          <a:xfrm>
            <a:off x="5382375" y="3845757"/>
            <a:ext cx="2110200" cy="665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8" name="Google Shape;48;p6"/>
          <p:cNvSpPr txBox="1"/>
          <p:nvPr>
            <p:ph idx="1" type="body"/>
          </p:nvPr>
        </p:nvSpPr>
        <p:spPr>
          <a:xfrm>
            <a:off x="476409" y="392594"/>
            <a:ext cx="4164300" cy="26085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49" name="Google Shape;49;p6"/>
          <p:cNvSpPr txBox="1"/>
          <p:nvPr>
            <p:ph idx="3" type="body"/>
          </p:nvPr>
        </p:nvSpPr>
        <p:spPr>
          <a:xfrm>
            <a:off x="5382375" y="392594"/>
            <a:ext cx="3419400" cy="26085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50" name="Google Shape;50;p6"/>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 name="Google Shape;51;p6"/>
          <p:cNvSpPr txBox="1"/>
          <p:nvPr>
            <p:ph idx="4"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lnSpc>
                <a:spcPct val="100000"/>
              </a:lnSpc>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52" name="Google Shape;52;p6"/>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ing Strategy">
  <p:cSld name="ONE_COLUMN_TEXT">
    <p:bg>
      <p:bgPr>
        <a:solidFill>
          <a:schemeClr val="lt1"/>
        </a:solidFill>
      </p:bgPr>
    </p:bg>
    <p:spTree>
      <p:nvGrpSpPr>
        <p:cNvPr id="53" name="Shape 53"/>
        <p:cNvGrpSpPr/>
        <p:nvPr/>
      </p:nvGrpSpPr>
      <p:grpSpPr>
        <a:xfrm>
          <a:off x="0" y="0"/>
          <a:ext cx="0" cy="0"/>
          <a:chOff x="0" y="0"/>
          <a:chExt cx="0" cy="0"/>
        </a:xfrm>
      </p:grpSpPr>
      <p:sp>
        <p:nvSpPr>
          <p:cNvPr id="54" name="Google Shape;54;p7"/>
          <p:cNvSpPr/>
          <p:nvPr/>
        </p:nvSpPr>
        <p:spPr>
          <a:xfrm>
            <a:off x="228600" y="223625"/>
            <a:ext cx="4238100" cy="4423500"/>
          </a:xfrm>
          <a:prstGeom prst="roundRect">
            <a:avLst>
              <a:gd fmla="val 597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7"/>
          <p:cNvSpPr/>
          <p:nvPr/>
        </p:nvSpPr>
        <p:spPr>
          <a:xfrm>
            <a:off x="4636327" y="223652"/>
            <a:ext cx="4279200" cy="9159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7"/>
          <p:cNvSpPr/>
          <p:nvPr/>
        </p:nvSpPr>
        <p:spPr>
          <a:xfrm>
            <a:off x="4636325" y="1307410"/>
            <a:ext cx="4279200" cy="2371800"/>
          </a:xfrm>
          <a:prstGeom prst="roundRect">
            <a:avLst>
              <a:gd fmla="val 1198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7"/>
          <p:cNvSpPr/>
          <p:nvPr/>
        </p:nvSpPr>
        <p:spPr>
          <a:xfrm>
            <a:off x="4636327" y="3846769"/>
            <a:ext cx="4279200" cy="8004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7"/>
          <p:cNvSpPr txBox="1"/>
          <p:nvPr>
            <p:ph type="title"/>
          </p:nvPr>
        </p:nvSpPr>
        <p:spPr>
          <a:xfrm>
            <a:off x="299276" y="3595975"/>
            <a:ext cx="3630000" cy="915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7"/>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7"/>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2pPr>
            <a:lvl3pPr lvl="2">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3pPr>
            <a:lvl4pPr lvl="3">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4pPr>
            <a:lvl5pPr lvl="4">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5pPr>
            <a:lvl6pPr lvl="5">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6pPr>
            <a:lvl7pPr lvl="6">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7pPr>
            <a:lvl8pPr lvl="7">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8pPr>
            <a:lvl9pPr lvl="8">
              <a:spcBef>
                <a:spcPts val="0"/>
              </a:spcBef>
              <a:spcAft>
                <a:spcPts val="0"/>
              </a:spcAft>
              <a:buClr>
                <a:schemeClr val="lt1"/>
              </a:buClr>
              <a:buSzPts val="1400"/>
              <a:buFont typeface="Archivo"/>
              <a:buNone/>
              <a:defRPr>
                <a:solidFill>
                  <a:schemeClr val="lt1"/>
                </a:solidFill>
                <a:latin typeface="Archivo"/>
                <a:ea typeface="Archivo"/>
                <a:cs typeface="Archivo"/>
                <a:sym typeface="Archivo"/>
              </a:defRPr>
            </a:lvl9pPr>
          </a:lstStyle>
          <a:p/>
        </p:txBody>
      </p:sp>
      <p:sp>
        <p:nvSpPr>
          <p:cNvPr id="61" name="Google Shape;61;p7"/>
          <p:cNvSpPr txBox="1"/>
          <p:nvPr>
            <p:ph idx="2" type="subTitle"/>
          </p:nvPr>
        </p:nvSpPr>
        <p:spPr>
          <a:xfrm>
            <a:off x="4762500" y="210875"/>
            <a:ext cx="586800" cy="915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62" name="Google Shape;62;p7"/>
          <p:cNvSpPr txBox="1"/>
          <p:nvPr>
            <p:ph idx="3" type="subTitle"/>
          </p:nvPr>
        </p:nvSpPr>
        <p:spPr>
          <a:xfrm>
            <a:off x="4762500" y="1307425"/>
            <a:ext cx="586800" cy="2371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63" name="Google Shape;63;p7"/>
          <p:cNvSpPr txBox="1"/>
          <p:nvPr>
            <p:ph idx="4" type="subTitle"/>
          </p:nvPr>
        </p:nvSpPr>
        <p:spPr>
          <a:xfrm>
            <a:off x="4762500" y="3846775"/>
            <a:ext cx="586800" cy="800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Font typeface="Darker Grotesque"/>
              <a:buNone/>
              <a:defRPr sz="1800">
                <a:solidFill>
                  <a:schemeClr val="lt1"/>
                </a:solidFill>
              </a:defRPr>
            </a:lvl2pPr>
            <a:lvl3pPr lvl="2">
              <a:spcBef>
                <a:spcPts val="0"/>
              </a:spcBef>
              <a:spcAft>
                <a:spcPts val="0"/>
              </a:spcAft>
              <a:buClr>
                <a:schemeClr val="lt1"/>
              </a:buClr>
              <a:buSzPts val="1800"/>
              <a:buFont typeface="Darker Grotesque"/>
              <a:buNone/>
              <a:defRPr sz="1800">
                <a:solidFill>
                  <a:schemeClr val="lt1"/>
                </a:solidFill>
              </a:defRPr>
            </a:lvl3pPr>
            <a:lvl4pPr lvl="3">
              <a:spcBef>
                <a:spcPts val="0"/>
              </a:spcBef>
              <a:spcAft>
                <a:spcPts val="0"/>
              </a:spcAft>
              <a:buClr>
                <a:schemeClr val="lt1"/>
              </a:buClr>
              <a:buSzPts val="1800"/>
              <a:buFont typeface="Darker Grotesque"/>
              <a:buNone/>
              <a:defRPr sz="1800">
                <a:solidFill>
                  <a:schemeClr val="lt1"/>
                </a:solidFill>
              </a:defRPr>
            </a:lvl4pPr>
            <a:lvl5pPr lvl="4">
              <a:spcBef>
                <a:spcPts val="0"/>
              </a:spcBef>
              <a:spcAft>
                <a:spcPts val="0"/>
              </a:spcAft>
              <a:buClr>
                <a:schemeClr val="lt1"/>
              </a:buClr>
              <a:buSzPts val="1800"/>
              <a:buFont typeface="Darker Grotesque"/>
              <a:buNone/>
              <a:defRPr sz="1800">
                <a:solidFill>
                  <a:schemeClr val="lt1"/>
                </a:solidFill>
              </a:defRPr>
            </a:lvl5pPr>
            <a:lvl6pPr lvl="5">
              <a:spcBef>
                <a:spcPts val="0"/>
              </a:spcBef>
              <a:spcAft>
                <a:spcPts val="0"/>
              </a:spcAft>
              <a:buClr>
                <a:schemeClr val="lt1"/>
              </a:buClr>
              <a:buSzPts val="1800"/>
              <a:buFont typeface="Darker Grotesque"/>
              <a:buNone/>
              <a:defRPr sz="1800">
                <a:solidFill>
                  <a:schemeClr val="lt1"/>
                </a:solidFill>
              </a:defRPr>
            </a:lvl6pPr>
            <a:lvl7pPr lvl="6">
              <a:spcBef>
                <a:spcPts val="0"/>
              </a:spcBef>
              <a:spcAft>
                <a:spcPts val="0"/>
              </a:spcAft>
              <a:buClr>
                <a:schemeClr val="lt1"/>
              </a:buClr>
              <a:buSzPts val="1800"/>
              <a:buFont typeface="Darker Grotesque"/>
              <a:buNone/>
              <a:defRPr sz="1800">
                <a:solidFill>
                  <a:schemeClr val="lt1"/>
                </a:solidFill>
              </a:defRPr>
            </a:lvl7pPr>
            <a:lvl8pPr lvl="7">
              <a:spcBef>
                <a:spcPts val="0"/>
              </a:spcBef>
              <a:spcAft>
                <a:spcPts val="0"/>
              </a:spcAft>
              <a:buClr>
                <a:schemeClr val="lt1"/>
              </a:buClr>
              <a:buSzPts val="1800"/>
              <a:buFont typeface="Darker Grotesque"/>
              <a:buNone/>
              <a:defRPr sz="1800">
                <a:solidFill>
                  <a:schemeClr val="lt1"/>
                </a:solidFill>
              </a:defRPr>
            </a:lvl8pPr>
            <a:lvl9pPr lvl="8">
              <a:spcBef>
                <a:spcPts val="0"/>
              </a:spcBef>
              <a:spcAft>
                <a:spcPts val="0"/>
              </a:spcAft>
              <a:buClr>
                <a:schemeClr val="lt1"/>
              </a:buClr>
              <a:buSzPts val="1800"/>
              <a:buFont typeface="Darker Grotesque"/>
              <a:buNone/>
              <a:defRPr sz="1800">
                <a:solidFill>
                  <a:schemeClr val="lt1"/>
                </a:solidFill>
              </a:defRPr>
            </a:lvl9pPr>
          </a:lstStyle>
          <a:p/>
        </p:txBody>
      </p:sp>
      <p:sp>
        <p:nvSpPr>
          <p:cNvPr id="64" name="Google Shape;64;p7"/>
          <p:cNvSpPr txBox="1"/>
          <p:nvPr>
            <p:ph idx="5" type="body"/>
          </p:nvPr>
        </p:nvSpPr>
        <p:spPr>
          <a:xfrm>
            <a:off x="5922019" y="223650"/>
            <a:ext cx="2922300" cy="9159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65" name="Google Shape;65;p7"/>
          <p:cNvSpPr txBox="1"/>
          <p:nvPr>
            <p:ph idx="6" type="body"/>
          </p:nvPr>
        </p:nvSpPr>
        <p:spPr>
          <a:xfrm>
            <a:off x="5922019" y="1307400"/>
            <a:ext cx="2922300" cy="23718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66" name="Google Shape;66;p7"/>
          <p:cNvSpPr txBox="1"/>
          <p:nvPr>
            <p:ph idx="7" type="body"/>
          </p:nvPr>
        </p:nvSpPr>
        <p:spPr>
          <a:xfrm>
            <a:off x="5922019" y="3846775"/>
            <a:ext cx="2922300" cy="8004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67" name="Google Shape;67;p7"/>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s">
  <p:cSld name="CUSTOM">
    <p:spTree>
      <p:nvGrpSpPr>
        <p:cNvPr id="68" name="Shape 68"/>
        <p:cNvGrpSpPr/>
        <p:nvPr/>
      </p:nvGrpSpPr>
      <p:grpSpPr>
        <a:xfrm>
          <a:off x="0" y="0"/>
          <a:ext cx="0" cy="0"/>
          <a:chOff x="0" y="0"/>
          <a:chExt cx="0" cy="0"/>
        </a:xfrm>
      </p:grpSpPr>
      <p:sp>
        <p:nvSpPr>
          <p:cNvPr id="69" name="Google Shape;69;p8"/>
          <p:cNvSpPr/>
          <p:nvPr/>
        </p:nvSpPr>
        <p:spPr>
          <a:xfrm>
            <a:off x="228625" y="223625"/>
            <a:ext cx="8686800" cy="1180200"/>
          </a:xfrm>
          <a:prstGeom prst="roundRect">
            <a:avLst>
              <a:gd fmla="val 1821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8"/>
          <p:cNvSpPr/>
          <p:nvPr>
            <p:ph idx="2" type="pic"/>
          </p:nvPr>
        </p:nvSpPr>
        <p:spPr>
          <a:xfrm>
            <a:off x="228375" y="1508150"/>
            <a:ext cx="2082900" cy="3138900"/>
          </a:xfrm>
          <a:prstGeom prst="roundRect">
            <a:avLst>
              <a:gd fmla="val 16667" name="adj"/>
            </a:avLst>
          </a:prstGeom>
          <a:noFill/>
          <a:ln>
            <a:noFill/>
          </a:ln>
        </p:spPr>
      </p:sp>
      <p:sp>
        <p:nvSpPr>
          <p:cNvPr id="71" name="Google Shape;71;p8"/>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8"/>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73" name="Google Shape;73;p8"/>
          <p:cNvSpPr txBox="1"/>
          <p:nvPr>
            <p:ph type="title"/>
          </p:nvPr>
        </p:nvSpPr>
        <p:spPr>
          <a:xfrm>
            <a:off x="342900" y="269025"/>
            <a:ext cx="34572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8"/>
          <p:cNvSpPr txBox="1"/>
          <p:nvPr>
            <p:ph idx="3" type="body"/>
          </p:nvPr>
        </p:nvSpPr>
        <p:spPr>
          <a:xfrm>
            <a:off x="3920125" y="269025"/>
            <a:ext cx="41673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8"/>
          <p:cNvSpPr/>
          <p:nvPr>
            <p:ph idx="4" type="pic"/>
          </p:nvPr>
        </p:nvSpPr>
        <p:spPr>
          <a:xfrm>
            <a:off x="2431158" y="1508150"/>
            <a:ext cx="2082900" cy="3138900"/>
          </a:xfrm>
          <a:prstGeom prst="roundRect">
            <a:avLst>
              <a:gd fmla="val 16667" name="adj"/>
            </a:avLst>
          </a:prstGeom>
          <a:noFill/>
          <a:ln>
            <a:noFill/>
          </a:ln>
        </p:spPr>
      </p:sp>
      <p:sp>
        <p:nvSpPr>
          <p:cNvPr id="76" name="Google Shape;76;p8"/>
          <p:cNvSpPr/>
          <p:nvPr>
            <p:ph idx="5" type="pic"/>
          </p:nvPr>
        </p:nvSpPr>
        <p:spPr>
          <a:xfrm>
            <a:off x="4633942" y="1508150"/>
            <a:ext cx="2082900" cy="3138900"/>
          </a:xfrm>
          <a:prstGeom prst="roundRect">
            <a:avLst>
              <a:gd fmla="val 16667" name="adj"/>
            </a:avLst>
          </a:prstGeom>
          <a:noFill/>
          <a:ln>
            <a:noFill/>
          </a:ln>
        </p:spPr>
      </p:sp>
      <p:sp>
        <p:nvSpPr>
          <p:cNvPr id="77" name="Google Shape;77;p8"/>
          <p:cNvSpPr/>
          <p:nvPr>
            <p:ph idx="6" type="pic"/>
          </p:nvPr>
        </p:nvSpPr>
        <p:spPr>
          <a:xfrm>
            <a:off x="6836725" y="1508150"/>
            <a:ext cx="2082900" cy="3138900"/>
          </a:xfrm>
          <a:prstGeom prst="roundRect">
            <a:avLst>
              <a:gd fmla="val 16667" name="adj"/>
            </a:avLst>
          </a:prstGeom>
          <a:noFill/>
          <a:ln>
            <a:noFill/>
          </a:ln>
        </p:spPr>
      </p:sp>
      <p:sp>
        <p:nvSpPr>
          <p:cNvPr id="78" name="Google Shape;78;p8"/>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Info">
  <p:cSld name="CUSTOM_1_1">
    <p:spTree>
      <p:nvGrpSpPr>
        <p:cNvPr id="79" name="Shape 79"/>
        <p:cNvGrpSpPr/>
        <p:nvPr/>
      </p:nvGrpSpPr>
      <p:grpSpPr>
        <a:xfrm>
          <a:off x="0" y="0"/>
          <a:ext cx="0" cy="0"/>
          <a:chOff x="0" y="0"/>
          <a:chExt cx="0" cy="0"/>
        </a:xfrm>
      </p:grpSpPr>
      <p:sp>
        <p:nvSpPr>
          <p:cNvPr id="80" name="Google Shape;80;p9"/>
          <p:cNvSpPr/>
          <p:nvPr/>
        </p:nvSpPr>
        <p:spPr>
          <a:xfrm>
            <a:off x="228600" y="223675"/>
            <a:ext cx="28629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1" name="Google Shape;81;p9"/>
          <p:cNvSpPr/>
          <p:nvPr/>
        </p:nvSpPr>
        <p:spPr>
          <a:xfrm>
            <a:off x="228625" y="3466850"/>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9"/>
          <p:cNvSpPr txBox="1"/>
          <p:nvPr>
            <p:ph type="title"/>
          </p:nvPr>
        </p:nvSpPr>
        <p:spPr>
          <a:xfrm>
            <a:off x="342900" y="3512250"/>
            <a:ext cx="34572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9"/>
          <p:cNvSpPr txBox="1"/>
          <p:nvPr>
            <p:ph idx="1" type="body"/>
          </p:nvPr>
        </p:nvSpPr>
        <p:spPr>
          <a:xfrm>
            <a:off x="3920125" y="3512250"/>
            <a:ext cx="41673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9"/>
          <p:cNvSpPr/>
          <p:nvPr/>
        </p:nvSpPr>
        <p:spPr>
          <a:xfrm>
            <a:off x="3203200" y="223675"/>
            <a:ext cx="27405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5" name="Google Shape;85;p9"/>
          <p:cNvSpPr/>
          <p:nvPr/>
        </p:nvSpPr>
        <p:spPr>
          <a:xfrm>
            <a:off x="6057900" y="223675"/>
            <a:ext cx="2866200" cy="3144600"/>
          </a:xfrm>
          <a:prstGeom prst="roundRect">
            <a:avLst>
              <a:gd fmla="val 728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6" name="Google Shape;86;p9"/>
          <p:cNvSpPr txBox="1"/>
          <p:nvPr>
            <p:ph idx="2" type="body"/>
          </p:nvPr>
        </p:nvSpPr>
        <p:spPr>
          <a:xfrm>
            <a:off x="228550" y="1647025"/>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87" name="Google Shape;87;p9"/>
          <p:cNvSpPr txBox="1"/>
          <p:nvPr>
            <p:ph idx="3" type="body"/>
          </p:nvPr>
        </p:nvSpPr>
        <p:spPr>
          <a:xfrm>
            <a:off x="3205675" y="1647025"/>
            <a:ext cx="27405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88" name="Google Shape;88;p9"/>
          <p:cNvSpPr txBox="1"/>
          <p:nvPr>
            <p:ph idx="4" type="body"/>
          </p:nvPr>
        </p:nvSpPr>
        <p:spPr>
          <a:xfrm>
            <a:off x="6052500" y="1647025"/>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89" name="Google Shape;89;p9"/>
          <p:cNvSpPr txBox="1"/>
          <p:nvPr>
            <p:ph idx="5" type="subTitle"/>
          </p:nvPr>
        </p:nvSpPr>
        <p:spPr>
          <a:xfrm>
            <a:off x="291900" y="267300"/>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9"/>
          <p:cNvSpPr txBox="1"/>
          <p:nvPr>
            <p:ph idx="6" type="subTitle"/>
          </p:nvPr>
        </p:nvSpPr>
        <p:spPr>
          <a:xfrm>
            <a:off x="3266546" y="267300"/>
            <a:ext cx="23184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9"/>
          <p:cNvSpPr txBox="1"/>
          <p:nvPr>
            <p:ph idx="7" type="subTitle"/>
          </p:nvPr>
        </p:nvSpPr>
        <p:spPr>
          <a:xfrm>
            <a:off x="6127250" y="267300"/>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9"/>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9"/>
          <p:cNvSpPr txBox="1"/>
          <p:nvPr>
            <p:ph idx="8"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94" name="Google Shape;94;p9"/>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ortunities">
  <p:cSld name="CUSTOM_11">
    <p:spTree>
      <p:nvGrpSpPr>
        <p:cNvPr id="95" name="Shape 95"/>
        <p:cNvGrpSpPr/>
        <p:nvPr/>
      </p:nvGrpSpPr>
      <p:grpSpPr>
        <a:xfrm>
          <a:off x="0" y="0"/>
          <a:ext cx="0" cy="0"/>
          <a:chOff x="0" y="0"/>
          <a:chExt cx="0" cy="0"/>
        </a:xfrm>
      </p:grpSpPr>
      <p:sp>
        <p:nvSpPr>
          <p:cNvPr id="96" name="Google Shape;96;p10"/>
          <p:cNvSpPr/>
          <p:nvPr/>
        </p:nvSpPr>
        <p:spPr>
          <a:xfrm>
            <a:off x="219700" y="1502438"/>
            <a:ext cx="28629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7" name="Google Shape;97;p10"/>
          <p:cNvSpPr/>
          <p:nvPr/>
        </p:nvSpPr>
        <p:spPr>
          <a:xfrm>
            <a:off x="228625" y="223625"/>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0"/>
          <p:cNvSpPr txBox="1"/>
          <p:nvPr>
            <p:ph type="title"/>
          </p:nvPr>
        </p:nvSpPr>
        <p:spPr>
          <a:xfrm>
            <a:off x="342900" y="269025"/>
            <a:ext cx="42918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0"/>
          <p:cNvSpPr txBox="1"/>
          <p:nvPr>
            <p:ph idx="1" type="body"/>
          </p:nvPr>
        </p:nvSpPr>
        <p:spPr>
          <a:xfrm>
            <a:off x="5349150" y="269025"/>
            <a:ext cx="34575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0" name="Google Shape;100;p10"/>
          <p:cNvSpPr/>
          <p:nvPr/>
        </p:nvSpPr>
        <p:spPr>
          <a:xfrm>
            <a:off x="3194300" y="1502438"/>
            <a:ext cx="27405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01" name="Google Shape;101;p10"/>
          <p:cNvSpPr/>
          <p:nvPr/>
        </p:nvSpPr>
        <p:spPr>
          <a:xfrm>
            <a:off x="6049000" y="1502438"/>
            <a:ext cx="2866200" cy="3144600"/>
          </a:xfrm>
          <a:prstGeom prst="roundRect">
            <a:avLst>
              <a:gd fmla="val 728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02" name="Google Shape;102;p10"/>
          <p:cNvSpPr txBox="1"/>
          <p:nvPr>
            <p:ph idx="2" type="body"/>
          </p:nvPr>
        </p:nvSpPr>
        <p:spPr>
          <a:xfrm>
            <a:off x="219650" y="2925788"/>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03" name="Google Shape;103;p10"/>
          <p:cNvSpPr txBox="1"/>
          <p:nvPr>
            <p:ph idx="3" type="body"/>
          </p:nvPr>
        </p:nvSpPr>
        <p:spPr>
          <a:xfrm>
            <a:off x="3196775" y="2925788"/>
            <a:ext cx="27405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04" name="Google Shape;104;p10"/>
          <p:cNvSpPr txBox="1"/>
          <p:nvPr>
            <p:ph idx="4" type="body"/>
          </p:nvPr>
        </p:nvSpPr>
        <p:spPr>
          <a:xfrm>
            <a:off x="6043600" y="2925788"/>
            <a:ext cx="2862900" cy="1624500"/>
          </a:xfrm>
          <a:prstGeom prst="rect">
            <a:avLst/>
          </a:prstGeom>
        </p:spPr>
        <p:txBody>
          <a:bodyPr anchorCtr="0" anchor="b" bIns="91425" lIns="91425" spcFirstLastPara="1" rIns="91425" wrap="square" tIns="91425">
            <a:noAutofit/>
          </a:bodyPr>
          <a:lstStyle>
            <a:lvl1pPr indent="-342900" lvl="0" marL="457200">
              <a:spcBef>
                <a:spcPts val="0"/>
              </a:spcBef>
              <a:spcAft>
                <a:spcPts val="0"/>
              </a:spcAft>
              <a:buClr>
                <a:schemeClr val="lt1"/>
              </a:buClr>
              <a:buSzPts val="1800"/>
              <a:buChar char="●"/>
              <a:defRPr sz="1800">
                <a:solidFill>
                  <a:schemeClr val="lt1"/>
                </a:solidFill>
              </a:defRPr>
            </a:lvl1pPr>
            <a:lvl2pPr indent="-342900" lvl="1" marL="914400">
              <a:spcBef>
                <a:spcPts val="0"/>
              </a:spcBef>
              <a:spcAft>
                <a:spcPts val="0"/>
              </a:spcAft>
              <a:buClr>
                <a:schemeClr val="lt1"/>
              </a:buClr>
              <a:buSzPts val="1800"/>
              <a:buChar char="○"/>
              <a:defRPr sz="1800">
                <a:solidFill>
                  <a:schemeClr val="lt1"/>
                </a:solidFill>
              </a:defRPr>
            </a:lvl2pPr>
            <a:lvl3pPr indent="-342900" lvl="2" marL="1371600">
              <a:spcBef>
                <a:spcPts val="0"/>
              </a:spcBef>
              <a:spcAft>
                <a:spcPts val="0"/>
              </a:spcAft>
              <a:buClr>
                <a:schemeClr val="lt1"/>
              </a:buClr>
              <a:buSzPts val="1800"/>
              <a:buChar char="■"/>
              <a:defRPr sz="1800">
                <a:solidFill>
                  <a:schemeClr val="lt1"/>
                </a:solidFill>
              </a:defRPr>
            </a:lvl3pPr>
            <a:lvl4pPr indent="-342900" lvl="3" marL="1828800">
              <a:spcBef>
                <a:spcPts val="0"/>
              </a:spcBef>
              <a:spcAft>
                <a:spcPts val="0"/>
              </a:spcAft>
              <a:buClr>
                <a:schemeClr val="lt1"/>
              </a:buClr>
              <a:buSzPts val="1800"/>
              <a:buChar char="●"/>
              <a:defRPr sz="1800">
                <a:solidFill>
                  <a:schemeClr val="lt1"/>
                </a:solidFill>
              </a:defRPr>
            </a:lvl4pPr>
            <a:lvl5pPr indent="-342900" lvl="4" marL="2286000">
              <a:spcBef>
                <a:spcPts val="0"/>
              </a:spcBef>
              <a:spcAft>
                <a:spcPts val="0"/>
              </a:spcAft>
              <a:buClr>
                <a:schemeClr val="lt1"/>
              </a:buClr>
              <a:buSzPts val="1800"/>
              <a:buChar char="○"/>
              <a:defRPr sz="1800">
                <a:solidFill>
                  <a:schemeClr val="lt1"/>
                </a:solidFill>
              </a:defRPr>
            </a:lvl5pPr>
            <a:lvl6pPr indent="-342900" lvl="5" marL="2743200">
              <a:spcBef>
                <a:spcPts val="0"/>
              </a:spcBef>
              <a:spcAft>
                <a:spcPts val="0"/>
              </a:spcAft>
              <a:buClr>
                <a:schemeClr val="lt1"/>
              </a:buClr>
              <a:buSzPts val="1800"/>
              <a:buChar char="■"/>
              <a:defRPr sz="1800">
                <a:solidFill>
                  <a:schemeClr val="lt1"/>
                </a:solidFill>
              </a:defRPr>
            </a:lvl6pPr>
            <a:lvl7pPr indent="-342900" lvl="6" marL="3200400">
              <a:spcBef>
                <a:spcPts val="0"/>
              </a:spcBef>
              <a:spcAft>
                <a:spcPts val="0"/>
              </a:spcAft>
              <a:buClr>
                <a:schemeClr val="lt1"/>
              </a:buClr>
              <a:buSzPts val="1800"/>
              <a:buChar char="●"/>
              <a:defRPr sz="1800">
                <a:solidFill>
                  <a:schemeClr val="lt1"/>
                </a:solidFill>
              </a:defRPr>
            </a:lvl7pPr>
            <a:lvl8pPr indent="-342900" lvl="7" marL="3657600">
              <a:spcBef>
                <a:spcPts val="0"/>
              </a:spcBef>
              <a:spcAft>
                <a:spcPts val="0"/>
              </a:spcAft>
              <a:buClr>
                <a:schemeClr val="lt1"/>
              </a:buClr>
              <a:buSzPts val="1800"/>
              <a:buChar char="○"/>
              <a:defRPr sz="1800">
                <a:solidFill>
                  <a:schemeClr val="lt1"/>
                </a:solidFill>
              </a:defRPr>
            </a:lvl8pPr>
            <a:lvl9pPr indent="-342900" lvl="8" marL="4114800">
              <a:spcBef>
                <a:spcPts val="0"/>
              </a:spcBef>
              <a:spcAft>
                <a:spcPts val="0"/>
              </a:spcAft>
              <a:buClr>
                <a:schemeClr val="lt1"/>
              </a:buClr>
              <a:buSzPts val="1800"/>
              <a:buChar char="■"/>
              <a:defRPr sz="1800">
                <a:solidFill>
                  <a:schemeClr val="lt1"/>
                </a:solidFill>
              </a:defRPr>
            </a:lvl9pPr>
          </a:lstStyle>
          <a:p/>
        </p:txBody>
      </p:sp>
      <p:sp>
        <p:nvSpPr>
          <p:cNvPr id="105" name="Google Shape;105;p10"/>
          <p:cNvSpPr txBox="1"/>
          <p:nvPr>
            <p:ph idx="5" type="subTitle"/>
          </p:nvPr>
        </p:nvSpPr>
        <p:spPr>
          <a:xfrm>
            <a:off x="283000" y="1546063"/>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06" name="Google Shape;106;p10"/>
          <p:cNvSpPr txBox="1"/>
          <p:nvPr>
            <p:ph idx="6" type="subTitle"/>
          </p:nvPr>
        </p:nvSpPr>
        <p:spPr>
          <a:xfrm>
            <a:off x="3257646" y="1546063"/>
            <a:ext cx="23184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07" name="Google Shape;107;p10"/>
          <p:cNvSpPr txBox="1"/>
          <p:nvPr>
            <p:ph idx="7" type="subTitle"/>
          </p:nvPr>
        </p:nvSpPr>
        <p:spPr>
          <a:xfrm>
            <a:off x="6118350" y="1546063"/>
            <a:ext cx="2419800" cy="447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08" name="Google Shape;108;p10"/>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0"/>
          <p:cNvSpPr txBox="1"/>
          <p:nvPr>
            <p:ph idx="8"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10" name="Google Shape;110;p10"/>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Analysis">
  <p:cSld name="CUSTOM_13">
    <p:spTree>
      <p:nvGrpSpPr>
        <p:cNvPr id="111" name="Shape 111"/>
        <p:cNvGrpSpPr/>
        <p:nvPr/>
      </p:nvGrpSpPr>
      <p:grpSpPr>
        <a:xfrm>
          <a:off x="0" y="0"/>
          <a:ext cx="0" cy="0"/>
          <a:chOff x="0" y="0"/>
          <a:chExt cx="0" cy="0"/>
        </a:xfrm>
      </p:grpSpPr>
      <p:sp>
        <p:nvSpPr>
          <p:cNvPr id="112" name="Google Shape;112;p11"/>
          <p:cNvSpPr/>
          <p:nvPr/>
        </p:nvSpPr>
        <p:spPr>
          <a:xfrm>
            <a:off x="228625" y="223625"/>
            <a:ext cx="8686800" cy="1180200"/>
          </a:xfrm>
          <a:prstGeom prst="roundRect">
            <a:avLst>
              <a:gd fmla="val 11763"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1"/>
          <p:cNvSpPr txBox="1"/>
          <p:nvPr>
            <p:ph type="title"/>
          </p:nvPr>
        </p:nvSpPr>
        <p:spPr>
          <a:xfrm>
            <a:off x="342900" y="269025"/>
            <a:ext cx="4291800" cy="8505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11"/>
          <p:cNvSpPr txBox="1"/>
          <p:nvPr>
            <p:ph idx="1" type="body"/>
          </p:nvPr>
        </p:nvSpPr>
        <p:spPr>
          <a:xfrm>
            <a:off x="5349150" y="269025"/>
            <a:ext cx="34575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5" name="Google Shape;115;p11"/>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1"/>
          <p:cNvSpPr txBox="1"/>
          <p:nvPr>
            <p:ph idx="2"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17" name="Google Shape;117;p11"/>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dgeting plan">
  <p:cSld name="CUSTOM_14">
    <p:spTree>
      <p:nvGrpSpPr>
        <p:cNvPr id="118" name="Shape 118"/>
        <p:cNvGrpSpPr/>
        <p:nvPr/>
      </p:nvGrpSpPr>
      <p:grpSpPr>
        <a:xfrm>
          <a:off x="0" y="0"/>
          <a:ext cx="0" cy="0"/>
          <a:chOff x="0" y="0"/>
          <a:chExt cx="0" cy="0"/>
        </a:xfrm>
      </p:grpSpPr>
      <p:sp>
        <p:nvSpPr>
          <p:cNvPr id="119" name="Google Shape;119;p12"/>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2"/>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21" name="Google Shape;121;p12"/>
          <p:cNvSpPr txBox="1"/>
          <p:nvPr>
            <p:ph type="title"/>
          </p:nvPr>
        </p:nvSpPr>
        <p:spPr>
          <a:xfrm>
            <a:off x="228600" y="223625"/>
            <a:ext cx="7978500" cy="3795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2"/>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1">
    <p:bg>
      <p:bgPr>
        <a:solidFill>
          <a:schemeClr val="accent1"/>
        </a:solidFill>
      </p:bgPr>
    </p:bg>
    <p:spTree>
      <p:nvGrpSpPr>
        <p:cNvPr id="123" name="Shape 123"/>
        <p:cNvGrpSpPr/>
        <p:nvPr/>
      </p:nvGrpSpPr>
      <p:grpSpPr>
        <a:xfrm>
          <a:off x="0" y="0"/>
          <a:ext cx="0" cy="0"/>
          <a:chOff x="0" y="0"/>
          <a:chExt cx="0" cy="0"/>
        </a:xfrm>
      </p:grpSpPr>
      <p:sp>
        <p:nvSpPr>
          <p:cNvPr id="124" name="Google Shape;124;p13"/>
          <p:cNvSpPr/>
          <p:nvPr/>
        </p:nvSpPr>
        <p:spPr>
          <a:xfrm>
            <a:off x="228600" y="223625"/>
            <a:ext cx="8686800" cy="1180200"/>
          </a:xfrm>
          <a:prstGeom prst="roundRect">
            <a:avLst>
              <a:gd fmla="val 11763"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3"/>
          <p:cNvSpPr txBox="1"/>
          <p:nvPr>
            <p:ph type="title"/>
          </p:nvPr>
        </p:nvSpPr>
        <p:spPr>
          <a:xfrm>
            <a:off x="342900" y="269025"/>
            <a:ext cx="4141200" cy="101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6" name="Google Shape;126;p13"/>
          <p:cNvSpPr/>
          <p:nvPr>
            <p:ph idx="2" type="pic"/>
          </p:nvPr>
        </p:nvSpPr>
        <p:spPr>
          <a:xfrm>
            <a:off x="228375" y="1508150"/>
            <a:ext cx="2082900" cy="3138900"/>
          </a:xfrm>
          <a:prstGeom prst="roundRect">
            <a:avLst>
              <a:gd fmla="val 16667" name="adj"/>
            </a:avLst>
          </a:prstGeom>
          <a:noFill/>
          <a:ln>
            <a:noFill/>
          </a:ln>
        </p:spPr>
      </p:sp>
      <p:sp>
        <p:nvSpPr>
          <p:cNvPr id="127" name="Google Shape;127;p13"/>
          <p:cNvSpPr/>
          <p:nvPr/>
        </p:nvSpPr>
        <p:spPr>
          <a:xfrm>
            <a:off x="228600" y="4820575"/>
            <a:ext cx="8686800" cy="188700"/>
          </a:xfrm>
          <a:prstGeom prst="roundRect">
            <a:avLst>
              <a:gd fmla="val 3112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3"/>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chivo"/>
              <a:buNone/>
              <a:defRPr b="0" sz="800">
                <a:latin typeface="Archivo"/>
                <a:ea typeface="Archivo"/>
                <a:cs typeface="Archivo"/>
                <a:sym typeface="Archivo"/>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29" name="Google Shape;129;p13"/>
          <p:cNvSpPr/>
          <p:nvPr>
            <p:ph idx="3" type="pic"/>
          </p:nvPr>
        </p:nvSpPr>
        <p:spPr>
          <a:xfrm>
            <a:off x="2431158" y="1508150"/>
            <a:ext cx="2082900" cy="3138900"/>
          </a:xfrm>
          <a:prstGeom prst="roundRect">
            <a:avLst>
              <a:gd fmla="val 16667" name="adj"/>
            </a:avLst>
          </a:prstGeom>
          <a:noFill/>
          <a:ln>
            <a:noFill/>
          </a:ln>
        </p:spPr>
      </p:sp>
      <p:sp>
        <p:nvSpPr>
          <p:cNvPr id="130" name="Google Shape;130;p13"/>
          <p:cNvSpPr/>
          <p:nvPr>
            <p:ph idx="4" type="pic"/>
          </p:nvPr>
        </p:nvSpPr>
        <p:spPr>
          <a:xfrm>
            <a:off x="4633942" y="1508150"/>
            <a:ext cx="2082900" cy="3138900"/>
          </a:xfrm>
          <a:prstGeom prst="roundRect">
            <a:avLst>
              <a:gd fmla="val 16667" name="adj"/>
            </a:avLst>
          </a:prstGeom>
          <a:noFill/>
          <a:ln>
            <a:noFill/>
          </a:ln>
        </p:spPr>
      </p:sp>
      <p:sp>
        <p:nvSpPr>
          <p:cNvPr id="131" name="Google Shape;131;p13"/>
          <p:cNvSpPr/>
          <p:nvPr>
            <p:ph idx="5" type="pic"/>
          </p:nvPr>
        </p:nvSpPr>
        <p:spPr>
          <a:xfrm>
            <a:off x="6836725" y="1508150"/>
            <a:ext cx="2082900" cy="3138900"/>
          </a:xfrm>
          <a:prstGeom prst="roundRect">
            <a:avLst>
              <a:gd fmla="val 16667" name="adj"/>
            </a:avLst>
          </a:prstGeom>
          <a:noFill/>
          <a:ln>
            <a:noFill/>
          </a:ln>
        </p:spPr>
      </p:sp>
      <p:sp>
        <p:nvSpPr>
          <p:cNvPr id="132" name="Google Shape;132;p13"/>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dk1"/>
                </a:solidFill>
                <a:latin typeface="Archivo"/>
                <a:ea typeface="Archivo"/>
                <a:cs typeface="Archivo"/>
                <a:sym typeface="Archivo"/>
              </a:rPr>
              <a:t>‹#›</a:t>
            </a:fld>
            <a:endParaRPr sz="800">
              <a:solidFill>
                <a:schemeClr val="dk1"/>
              </a:solidFill>
              <a:latin typeface="Archivo"/>
              <a:ea typeface="Archivo"/>
              <a:cs typeface="Archivo"/>
              <a:sym typeface="Archiv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2">
    <p:spTree>
      <p:nvGrpSpPr>
        <p:cNvPr id="133" name="Shape 133"/>
        <p:cNvGrpSpPr/>
        <p:nvPr/>
      </p:nvGrpSpPr>
      <p:grpSpPr>
        <a:xfrm>
          <a:off x="0" y="0"/>
          <a:ext cx="0" cy="0"/>
          <a:chOff x="0" y="0"/>
          <a:chExt cx="0" cy="0"/>
        </a:xfrm>
      </p:grpSpPr>
      <p:sp>
        <p:nvSpPr>
          <p:cNvPr id="134" name="Google Shape;134;p14"/>
          <p:cNvSpPr/>
          <p:nvPr/>
        </p:nvSpPr>
        <p:spPr>
          <a:xfrm>
            <a:off x="228600" y="3378300"/>
            <a:ext cx="5000700" cy="1268700"/>
          </a:xfrm>
          <a:prstGeom prst="roundRect">
            <a:avLst>
              <a:gd fmla="val 14288"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4"/>
          <p:cNvSpPr/>
          <p:nvPr/>
        </p:nvSpPr>
        <p:spPr>
          <a:xfrm>
            <a:off x="228600" y="223625"/>
            <a:ext cx="50007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4"/>
          <p:cNvSpPr/>
          <p:nvPr>
            <p:ph idx="2" type="pic"/>
          </p:nvPr>
        </p:nvSpPr>
        <p:spPr>
          <a:xfrm>
            <a:off x="5349150" y="223625"/>
            <a:ext cx="3566400" cy="4423500"/>
          </a:xfrm>
          <a:prstGeom prst="roundRect">
            <a:avLst>
              <a:gd fmla="val 16667" name="adj"/>
            </a:avLst>
          </a:prstGeom>
          <a:noFill/>
          <a:ln>
            <a:noFill/>
          </a:ln>
        </p:spPr>
      </p:sp>
      <p:sp>
        <p:nvSpPr>
          <p:cNvPr id="137" name="Google Shape;137;p14"/>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4"/>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39" name="Google Shape;139;p14"/>
          <p:cNvSpPr/>
          <p:nvPr/>
        </p:nvSpPr>
        <p:spPr>
          <a:xfrm>
            <a:off x="228600" y="1275183"/>
            <a:ext cx="50007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4"/>
          <p:cNvSpPr/>
          <p:nvPr/>
        </p:nvSpPr>
        <p:spPr>
          <a:xfrm>
            <a:off x="228600" y="2326742"/>
            <a:ext cx="50007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4"/>
          <p:cNvSpPr txBox="1"/>
          <p:nvPr>
            <p:ph idx="3" type="subTitle"/>
          </p:nvPr>
        </p:nvSpPr>
        <p:spPr>
          <a:xfrm>
            <a:off x="342900" y="223625"/>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42" name="Google Shape;142;p14"/>
          <p:cNvSpPr txBox="1"/>
          <p:nvPr>
            <p:ph idx="4" type="body"/>
          </p:nvPr>
        </p:nvSpPr>
        <p:spPr>
          <a:xfrm>
            <a:off x="2491100" y="223625"/>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3" name="Google Shape;143;p14"/>
          <p:cNvSpPr txBox="1"/>
          <p:nvPr>
            <p:ph idx="5" type="subTitle"/>
          </p:nvPr>
        </p:nvSpPr>
        <p:spPr>
          <a:xfrm>
            <a:off x="342947" y="1275188"/>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44" name="Google Shape;144;p14"/>
          <p:cNvSpPr txBox="1"/>
          <p:nvPr>
            <p:ph idx="6" type="body"/>
          </p:nvPr>
        </p:nvSpPr>
        <p:spPr>
          <a:xfrm>
            <a:off x="2491150" y="1275188"/>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5" name="Google Shape;145;p14"/>
          <p:cNvSpPr txBox="1"/>
          <p:nvPr>
            <p:ph idx="7" type="subTitle"/>
          </p:nvPr>
        </p:nvSpPr>
        <p:spPr>
          <a:xfrm>
            <a:off x="342947" y="2326750"/>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46" name="Google Shape;146;p14"/>
          <p:cNvSpPr txBox="1"/>
          <p:nvPr>
            <p:ph idx="8" type="body"/>
          </p:nvPr>
        </p:nvSpPr>
        <p:spPr>
          <a:xfrm>
            <a:off x="2491150" y="2326750"/>
            <a:ext cx="27381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47" name="Google Shape;147;p14"/>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
        <p:nvSpPr>
          <p:cNvPr id="148" name="Google Shape;148;p14"/>
          <p:cNvSpPr txBox="1"/>
          <p:nvPr>
            <p:ph type="title"/>
          </p:nvPr>
        </p:nvSpPr>
        <p:spPr>
          <a:xfrm>
            <a:off x="342900" y="3423725"/>
            <a:ext cx="3457200" cy="9738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eration slide">
  <p:cSld name="CUSTOM_12">
    <p:spTree>
      <p:nvGrpSpPr>
        <p:cNvPr id="149" name="Shape 149"/>
        <p:cNvGrpSpPr/>
        <p:nvPr/>
      </p:nvGrpSpPr>
      <p:grpSpPr>
        <a:xfrm>
          <a:off x="0" y="0"/>
          <a:ext cx="0" cy="0"/>
          <a:chOff x="0" y="0"/>
          <a:chExt cx="0" cy="0"/>
        </a:xfrm>
      </p:grpSpPr>
      <p:sp>
        <p:nvSpPr>
          <p:cNvPr id="150" name="Google Shape;150;p15"/>
          <p:cNvSpPr/>
          <p:nvPr/>
        </p:nvSpPr>
        <p:spPr>
          <a:xfrm>
            <a:off x="228600" y="3378300"/>
            <a:ext cx="8686800" cy="1245300"/>
          </a:xfrm>
          <a:prstGeom prst="roundRect">
            <a:avLst>
              <a:gd fmla="val 14288"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5"/>
          <p:cNvSpPr/>
          <p:nvPr/>
        </p:nvSpPr>
        <p:spPr>
          <a:xfrm>
            <a:off x="228600" y="223625"/>
            <a:ext cx="42861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5"/>
          <p:cNvSpPr/>
          <p:nvPr/>
        </p:nvSpPr>
        <p:spPr>
          <a:xfrm>
            <a:off x="228600" y="1275183"/>
            <a:ext cx="42861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5"/>
          <p:cNvSpPr/>
          <p:nvPr/>
        </p:nvSpPr>
        <p:spPr>
          <a:xfrm>
            <a:off x="228600" y="2326742"/>
            <a:ext cx="42861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5"/>
          <p:cNvSpPr txBox="1"/>
          <p:nvPr>
            <p:ph type="title"/>
          </p:nvPr>
        </p:nvSpPr>
        <p:spPr>
          <a:xfrm>
            <a:off x="345750" y="3423713"/>
            <a:ext cx="4168800" cy="9738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55" name="Google Shape;155;p15"/>
          <p:cNvSpPr txBox="1"/>
          <p:nvPr>
            <p:ph idx="1" type="subTitle"/>
          </p:nvPr>
        </p:nvSpPr>
        <p:spPr>
          <a:xfrm>
            <a:off x="342900" y="223625"/>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56" name="Google Shape;156;p15"/>
          <p:cNvSpPr txBox="1"/>
          <p:nvPr>
            <p:ph idx="2" type="body"/>
          </p:nvPr>
        </p:nvSpPr>
        <p:spPr>
          <a:xfrm>
            <a:off x="2167777" y="223625"/>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57" name="Google Shape;157;p15"/>
          <p:cNvSpPr txBox="1"/>
          <p:nvPr>
            <p:ph idx="3" type="subTitle"/>
          </p:nvPr>
        </p:nvSpPr>
        <p:spPr>
          <a:xfrm>
            <a:off x="342947" y="1275188"/>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58" name="Google Shape;158;p15"/>
          <p:cNvSpPr txBox="1"/>
          <p:nvPr>
            <p:ph idx="4" type="body"/>
          </p:nvPr>
        </p:nvSpPr>
        <p:spPr>
          <a:xfrm>
            <a:off x="2167820" y="1275188"/>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59" name="Google Shape;159;p15"/>
          <p:cNvSpPr txBox="1"/>
          <p:nvPr>
            <p:ph idx="5" type="subTitle"/>
          </p:nvPr>
        </p:nvSpPr>
        <p:spPr>
          <a:xfrm>
            <a:off x="342947" y="2326750"/>
            <a:ext cx="202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60" name="Google Shape;160;p15"/>
          <p:cNvSpPr txBox="1"/>
          <p:nvPr>
            <p:ph idx="6" type="body"/>
          </p:nvPr>
        </p:nvSpPr>
        <p:spPr>
          <a:xfrm>
            <a:off x="2167820" y="2326750"/>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61" name="Google Shape;161;p15"/>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5"/>
          <p:cNvSpPr txBox="1"/>
          <p:nvPr>
            <p:ph idx="7"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63" name="Google Shape;163;p15"/>
          <p:cNvSpPr/>
          <p:nvPr/>
        </p:nvSpPr>
        <p:spPr>
          <a:xfrm>
            <a:off x="4635138" y="223638"/>
            <a:ext cx="4286100" cy="924600"/>
          </a:xfrm>
          <a:prstGeom prst="roundRect">
            <a:avLst>
              <a:gd fmla="val 197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5"/>
          <p:cNvSpPr/>
          <p:nvPr/>
        </p:nvSpPr>
        <p:spPr>
          <a:xfrm>
            <a:off x="4635138" y="1275196"/>
            <a:ext cx="4286100" cy="924600"/>
          </a:xfrm>
          <a:prstGeom prst="roundRect">
            <a:avLst>
              <a:gd fmla="val 1975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15"/>
          <p:cNvSpPr/>
          <p:nvPr/>
        </p:nvSpPr>
        <p:spPr>
          <a:xfrm>
            <a:off x="4635138" y="2326754"/>
            <a:ext cx="4286100" cy="924600"/>
          </a:xfrm>
          <a:prstGeom prst="roundRect">
            <a:avLst>
              <a:gd fmla="val 19759"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5"/>
          <p:cNvSpPr txBox="1"/>
          <p:nvPr>
            <p:ph idx="8" type="subTitle"/>
          </p:nvPr>
        </p:nvSpPr>
        <p:spPr>
          <a:xfrm>
            <a:off x="4749850" y="223650"/>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67" name="Google Shape;167;p15"/>
          <p:cNvSpPr txBox="1"/>
          <p:nvPr>
            <p:ph idx="9" type="body"/>
          </p:nvPr>
        </p:nvSpPr>
        <p:spPr>
          <a:xfrm>
            <a:off x="6574314" y="223638"/>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68" name="Google Shape;168;p15"/>
          <p:cNvSpPr txBox="1"/>
          <p:nvPr>
            <p:ph idx="13" type="subTitle"/>
          </p:nvPr>
        </p:nvSpPr>
        <p:spPr>
          <a:xfrm>
            <a:off x="4749894" y="1275213"/>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69" name="Google Shape;169;p15"/>
          <p:cNvSpPr txBox="1"/>
          <p:nvPr>
            <p:ph idx="14" type="body"/>
          </p:nvPr>
        </p:nvSpPr>
        <p:spPr>
          <a:xfrm>
            <a:off x="6574357" y="1275200"/>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70" name="Google Shape;170;p15"/>
          <p:cNvSpPr txBox="1"/>
          <p:nvPr>
            <p:ph idx="15" type="subTitle"/>
          </p:nvPr>
        </p:nvSpPr>
        <p:spPr>
          <a:xfrm>
            <a:off x="4749894" y="2326775"/>
            <a:ext cx="1908300" cy="92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Clr>
                <a:schemeClr val="lt1"/>
              </a:buClr>
              <a:buSzPts val="1800"/>
              <a:buNone/>
              <a:defRPr sz="1800">
                <a:solidFill>
                  <a:schemeClr val="lt1"/>
                </a:solidFill>
              </a:defRPr>
            </a:lvl2pPr>
            <a:lvl3pPr lvl="2">
              <a:spcBef>
                <a:spcPts val="0"/>
              </a:spcBef>
              <a:spcAft>
                <a:spcPts val="0"/>
              </a:spcAft>
              <a:buClr>
                <a:schemeClr val="lt1"/>
              </a:buClr>
              <a:buSzPts val="1800"/>
              <a:buNone/>
              <a:defRPr sz="1800">
                <a:solidFill>
                  <a:schemeClr val="lt1"/>
                </a:solidFill>
              </a:defRPr>
            </a:lvl3pPr>
            <a:lvl4pPr lvl="3">
              <a:spcBef>
                <a:spcPts val="0"/>
              </a:spcBef>
              <a:spcAft>
                <a:spcPts val="0"/>
              </a:spcAft>
              <a:buClr>
                <a:schemeClr val="lt1"/>
              </a:buClr>
              <a:buSzPts val="1800"/>
              <a:buNone/>
              <a:defRPr sz="1800">
                <a:solidFill>
                  <a:schemeClr val="lt1"/>
                </a:solidFill>
              </a:defRPr>
            </a:lvl4pPr>
            <a:lvl5pPr lvl="4">
              <a:spcBef>
                <a:spcPts val="0"/>
              </a:spcBef>
              <a:spcAft>
                <a:spcPts val="0"/>
              </a:spcAft>
              <a:buClr>
                <a:schemeClr val="lt1"/>
              </a:buClr>
              <a:buSzPts val="1800"/>
              <a:buNone/>
              <a:defRPr sz="1800">
                <a:solidFill>
                  <a:schemeClr val="lt1"/>
                </a:solidFill>
              </a:defRPr>
            </a:lvl5pPr>
            <a:lvl6pPr lvl="5">
              <a:spcBef>
                <a:spcPts val="0"/>
              </a:spcBef>
              <a:spcAft>
                <a:spcPts val="0"/>
              </a:spcAft>
              <a:buClr>
                <a:schemeClr val="lt1"/>
              </a:buClr>
              <a:buSzPts val="1800"/>
              <a:buNone/>
              <a:defRPr sz="1800">
                <a:solidFill>
                  <a:schemeClr val="lt1"/>
                </a:solidFill>
              </a:defRPr>
            </a:lvl6pPr>
            <a:lvl7pPr lvl="6">
              <a:spcBef>
                <a:spcPts val="0"/>
              </a:spcBef>
              <a:spcAft>
                <a:spcPts val="0"/>
              </a:spcAft>
              <a:buClr>
                <a:schemeClr val="lt1"/>
              </a:buClr>
              <a:buSzPts val="1800"/>
              <a:buNone/>
              <a:defRPr sz="1800">
                <a:solidFill>
                  <a:schemeClr val="lt1"/>
                </a:solidFill>
              </a:defRPr>
            </a:lvl7pPr>
            <a:lvl8pPr lvl="7">
              <a:spcBef>
                <a:spcPts val="0"/>
              </a:spcBef>
              <a:spcAft>
                <a:spcPts val="0"/>
              </a:spcAft>
              <a:buClr>
                <a:schemeClr val="lt1"/>
              </a:buClr>
              <a:buSzPts val="1800"/>
              <a:buNone/>
              <a:defRPr sz="1800">
                <a:solidFill>
                  <a:schemeClr val="lt1"/>
                </a:solidFill>
              </a:defRPr>
            </a:lvl8pPr>
            <a:lvl9pPr lvl="8">
              <a:spcBef>
                <a:spcPts val="0"/>
              </a:spcBef>
              <a:spcAft>
                <a:spcPts val="0"/>
              </a:spcAft>
              <a:buClr>
                <a:schemeClr val="lt1"/>
              </a:buClr>
              <a:buSzPts val="1800"/>
              <a:buNone/>
              <a:defRPr sz="1800">
                <a:solidFill>
                  <a:schemeClr val="lt1"/>
                </a:solidFill>
              </a:defRPr>
            </a:lvl9pPr>
          </a:lstStyle>
          <a:p/>
        </p:txBody>
      </p:sp>
      <p:sp>
        <p:nvSpPr>
          <p:cNvPr id="171" name="Google Shape;171;p15"/>
          <p:cNvSpPr txBox="1"/>
          <p:nvPr>
            <p:ph idx="16" type="body"/>
          </p:nvPr>
        </p:nvSpPr>
        <p:spPr>
          <a:xfrm>
            <a:off x="6574357" y="2326763"/>
            <a:ext cx="2346900" cy="9246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72" name="Google Shape;172;p15"/>
          <p:cNvSpPr txBox="1"/>
          <p:nvPr>
            <p:ph idx="17" type="body"/>
          </p:nvPr>
        </p:nvSpPr>
        <p:spPr>
          <a:xfrm>
            <a:off x="4634650" y="3423725"/>
            <a:ext cx="3452100" cy="748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73" name="Google Shape;173;p15"/>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cess">
  <p:cSld name="CUSTOM_4">
    <p:spTree>
      <p:nvGrpSpPr>
        <p:cNvPr id="174" name="Shape 174"/>
        <p:cNvGrpSpPr/>
        <p:nvPr/>
      </p:nvGrpSpPr>
      <p:grpSpPr>
        <a:xfrm>
          <a:off x="0" y="0"/>
          <a:ext cx="0" cy="0"/>
          <a:chOff x="0" y="0"/>
          <a:chExt cx="0" cy="0"/>
        </a:xfrm>
      </p:grpSpPr>
      <p:sp>
        <p:nvSpPr>
          <p:cNvPr id="175" name="Google Shape;175;p16"/>
          <p:cNvSpPr txBox="1"/>
          <p:nvPr>
            <p:ph type="title"/>
          </p:nvPr>
        </p:nvSpPr>
        <p:spPr>
          <a:xfrm>
            <a:off x="228600" y="223625"/>
            <a:ext cx="3571500" cy="8403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16"/>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16"/>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78" name="Google Shape;178;p16"/>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3">
    <p:spTree>
      <p:nvGrpSpPr>
        <p:cNvPr id="179" name="Shape 179"/>
        <p:cNvGrpSpPr/>
        <p:nvPr/>
      </p:nvGrpSpPr>
      <p:grpSpPr>
        <a:xfrm>
          <a:off x="0" y="0"/>
          <a:ext cx="0" cy="0"/>
          <a:chOff x="0" y="0"/>
          <a:chExt cx="0" cy="0"/>
        </a:xfrm>
      </p:grpSpPr>
      <p:sp>
        <p:nvSpPr>
          <p:cNvPr id="180" name="Google Shape;180;p17"/>
          <p:cNvSpPr/>
          <p:nvPr/>
        </p:nvSpPr>
        <p:spPr>
          <a:xfrm>
            <a:off x="228600" y="223625"/>
            <a:ext cx="4286100" cy="16179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7"/>
          <p:cNvSpPr/>
          <p:nvPr/>
        </p:nvSpPr>
        <p:spPr>
          <a:xfrm>
            <a:off x="228600" y="2007883"/>
            <a:ext cx="4286100" cy="2639100"/>
          </a:xfrm>
          <a:prstGeom prst="roundRect">
            <a:avLst>
              <a:gd fmla="val 945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7"/>
          <p:cNvSpPr/>
          <p:nvPr/>
        </p:nvSpPr>
        <p:spPr>
          <a:xfrm>
            <a:off x="4635150" y="223620"/>
            <a:ext cx="4286100" cy="4423500"/>
          </a:xfrm>
          <a:prstGeom prst="roundRect">
            <a:avLst>
              <a:gd fmla="val 945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17"/>
          <p:cNvSpPr txBox="1"/>
          <p:nvPr>
            <p:ph type="title"/>
          </p:nvPr>
        </p:nvSpPr>
        <p:spPr>
          <a:xfrm>
            <a:off x="486900" y="313025"/>
            <a:ext cx="3768600" cy="1439100"/>
          </a:xfrm>
          <a:prstGeom prst="rect">
            <a:avLst/>
          </a:prstGeom>
        </p:spPr>
        <p:txBody>
          <a:bodyPr anchorCtr="0" anchor="t" bIns="91425" lIns="91425" spcFirstLastPara="1" rIns="91425" wrap="square" tIns="91425">
            <a:noAutofit/>
          </a:bodyPr>
          <a:lstStyle>
            <a:lvl1pPr lvl="0">
              <a:spcBef>
                <a:spcPts val="0"/>
              </a:spcBef>
              <a:spcAft>
                <a:spcPts val="0"/>
              </a:spcAft>
              <a:buSzPts val="15900"/>
              <a:buNone/>
              <a:defRPr sz="15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17"/>
          <p:cNvSpPr txBox="1"/>
          <p:nvPr>
            <p:ph idx="1" type="subTitle"/>
          </p:nvPr>
        </p:nvSpPr>
        <p:spPr>
          <a:xfrm>
            <a:off x="300250" y="2184550"/>
            <a:ext cx="3609900" cy="49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85" name="Google Shape;185;p17"/>
          <p:cNvSpPr txBox="1"/>
          <p:nvPr>
            <p:ph idx="2" type="body"/>
          </p:nvPr>
        </p:nvSpPr>
        <p:spPr>
          <a:xfrm>
            <a:off x="342625" y="2878200"/>
            <a:ext cx="4005600" cy="16179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186" name="Google Shape;186;p17"/>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7"/>
          <p:cNvSpPr txBox="1"/>
          <p:nvPr>
            <p:ph idx="3"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188" name="Google Shape;188;p17"/>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breakdown">
  <p:cSld name="CUSTOM_5">
    <p:spTree>
      <p:nvGrpSpPr>
        <p:cNvPr id="189" name="Shape 189"/>
        <p:cNvGrpSpPr/>
        <p:nvPr/>
      </p:nvGrpSpPr>
      <p:grpSpPr>
        <a:xfrm>
          <a:off x="0" y="0"/>
          <a:ext cx="0" cy="0"/>
          <a:chOff x="0" y="0"/>
          <a:chExt cx="0" cy="0"/>
        </a:xfrm>
      </p:grpSpPr>
      <p:sp>
        <p:nvSpPr>
          <p:cNvPr id="190" name="Google Shape;190;p18"/>
          <p:cNvSpPr/>
          <p:nvPr/>
        </p:nvSpPr>
        <p:spPr>
          <a:xfrm>
            <a:off x="228600" y="223625"/>
            <a:ext cx="2817000" cy="3238500"/>
          </a:xfrm>
          <a:prstGeom prst="roundRect">
            <a:avLst>
              <a:gd fmla="val 673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18"/>
          <p:cNvSpPr txBox="1"/>
          <p:nvPr>
            <p:ph type="title"/>
          </p:nvPr>
        </p:nvSpPr>
        <p:spPr>
          <a:xfrm>
            <a:off x="297725" y="339825"/>
            <a:ext cx="2175600" cy="6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92" name="Google Shape;192;p18"/>
          <p:cNvSpPr txBox="1"/>
          <p:nvPr>
            <p:ph idx="1" type="subTitle"/>
          </p:nvPr>
        </p:nvSpPr>
        <p:spPr>
          <a:xfrm>
            <a:off x="286975" y="1833350"/>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93" name="Google Shape;193;p18"/>
          <p:cNvSpPr txBox="1"/>
          <p:nvPr>
            <p:ph idx="2" type="body"/>
          </p:nvPr>
        </p:nvSpPr>
        <p:spPr>
          <a:xfrm>
            <a:off x="297713" y="2174175"/>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4" name="Google Shape;194;p18"/>
          <p:cNvSpPr/>
          <p:nvPr/>
        </p:nvSpPr>
        <p:spPr>
          <a:xfrm>
            <a:off x="3163566" y="1408550"/>
            <a:ext cx="2817000" cy="3238500"/>
          </a:xfrm>
          <a:prstGeom prst="roundRect">
            <a:avLst>
              <a:gd fmla="val 6866"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8"/>
          <p:cNvSpPr txBox="1"/>
          <p:nvPr>
            <p:ph idx="3" type="title"/>
          </p:nvPr>
        </p:nvSpPr>
        <p:spPr>
          <a:xfrm>
            <a:off x="3232700" y="1526050"/>
            <a:ext cx="2175600" cy="673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96" name="Google Shape;196;p18"/>
          <p:cNvSpPr txBox="1"/>
          <p:nvPr>
            <p:ph idx="4" type="subTitle"/>
          </p:nvPr>
        </p:nvSpPr>
        <p:spPr>
          <a:xfrm>
            <a:off x="3221925" y="3018275"/>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97" name="Google Shape;197;p18"/>
          <p:cNvSpPr txBox="1"/>
          <p:nvPr>
            <p:ph idx="5" type="body"/>
          </p:nvPr>
        </p:nvSpPr>
        <p:spPr>
          <a:xfrm>
            <a:off x="3232678" y="3359100"/>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198" name="Google Shape;198;p18"/>
          <p:cNvSpPr/>
          <p:nvPr/>
        </p:nvSpPr>
        <p:spPr>
          <a:xfrm>
            <a:off x="6098531" y="223625"/>
            <a:ext cx="2817000" cy="3238500"/>
          </a:xfrm>
          <a:prstGeom prst="roundRect">
            <a:avLst>
              <a:gd fmla="val 824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18"/>
          <p:cNvSpPr txBox="1"/>
          <p:nvPr>
            <p:ph idx="6" type="title"/>
          </p:nvPr>
        </p:nvSpPr>
        <p:spPr>
          <a:xfrm>
            <a:off x="6167650" y="339825"/>
            <a:ext cx="2175600" cy="6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00" name="Google Shape;200;p18"/>
          <p:cNvSpPr txBox="1"/>
          <p:nvPr>
            <p:ph idx="7" type="subTitle"/>
          </p:nvPr>
        </p:nvSpPr>
        <p:spPr>
          <a:xfrm>
            <a:off x="6156900" y="1833350"/>
            <a:ext cx="2658000" cy="3510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01" name="Google Shape;201;p18"/>
          <p:cNvSpPr txBox="1"/>
          <p:nvPr>
            <p:ph idx="8" type="body"/>
          </p:nvPr>
        </p:nvSpPr>
        <p:spPr>
          <a:xfrm>
            <a:off x="6167644" y="2174175"/>
            <a:ext cx="2647200" cy="1025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02" name="Google Shape;202;p18"/>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18"/>
          <p:cNvSpPr txBox="1"/>
          <p:nvPr>
            <p:ph idx="9"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04" name="Google Shape;204;p18"/>
          <p:cNvSpPr/>
          <p:nvPr/>
        </p:nvSpPr>
        <p:spPr>
          <a:xfrm>
            <a:off x="176700" y="3614750"/>
            <a:ext cx="2868900" cy="1032300"/>
          </a:xfrm>
          <a:prstGeom prst="roundRect">
            <a:avLst>
              <a:gd fmla="val 1789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
          <p:cNvSpPr/>
          <p:nvPr/>
        </p:nvSpPr>
        <p:spPr>
          <a:xfrm>
            <a:off x="3163575" y="223625"/>
            <a:ext cx="2817000" cy="1032300"/>
          </a:xfrm>
          <a:prstGeom prst="roundRect">
            <a:avLst>
              <a:gd fmla="val 178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
          <p:cNvSpPr/>
          <p:nvPr/>
        </p:nvSpPr>
        <p:spPr>
          <a:xfrm>
            <a:off x="6098550" y="3614750"/>
            <a:ext cx="2817000" cy="1032300"/>
          </a:xfrm>
          <a:prstGeom prst="roundRect">
            <a:avLst>
              <a:gd fmla="val 178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8"/>
          <p:cNvSpPr txBox="1"/>
          <p:nvPr>
            <p:ph idx="13" type="title"/>
          </p:nvPr>
        </p:nvSpPr>
        <p:spPr>
          <a:xfrm>
            <a:off x="336850" y="3751925"/>
            <a:ext cx="24858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1000"/>
              <a:buNone/>
              <a:defRPr sz="1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08" name="Google Shape;208;p18"/>
          <p:cNvSpPr txBox="1"/>
          <p:nvPr>
            <p:ph idx="14" type="title"/>
          </p:nvPr>
        </p:nvSpPr>
        <p:spPr>
          <a:xfrm>
            <a:off x="3363725" y="339825"/>
            <a:ext cx="24858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1000"/>
              <a:buNone/>
              <a:defRPr sz="1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09" name="Google Shape;209;p18"/>
          <p:cNvSpPr txBox="1"/>
          <p:nvPr>
            <p:ph idx="15" type="title"/>
          </p:nvPr>
        </p:nvSpPr>
        <p:spPr>
          <a:xfrm>
            <a:off x="6098100" y="3751925"/>
            <a:ext cx="2817000" cy="895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9500"/>
              <a:buNone/>
              <a:defRPr sz="95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10" name="Google Shape;210;p18"/>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
        <p:nvSpPr>
          <p:cNvPr id="211" name="Google Shape;211;p18"/>
          <p:cNvSpPr txBox="1"/>
          <p:nvPr/>
        </p:nvSpPr>
        <p:spPr>
          <a:xfrm>
            <a:off x="-2481308" y="1833350"/>
            <a:ext cx="2658000" cy="351000"/>
          </a:xfrm>
          <a:prstGeom prst="rect">
            <a:avLst/>
          </a:prstGeom>
          <a:noFill/>
          <a:ln>
            <a:noFill/>
          </a:ln>
        </p:spPr>
        <p:txBody>
          <a:bodyPr anchorCtr="0" anchor="t" bIns="91425" lIns="91425" spcFirstLastPara="1" rIns="91425" wrap="square" tIns="91425">
            <a:spAutoFit/>
          </a:bodyPr>
          <a:lstStyle/>
          <a:p>
            <a:pPr indent="0" lvl="0" marL="0" rtl="0" algn="l">
              <a:lnSpc>
                <a:spcPct val="60000"/>
              </a:lnSpc>
              <a:spcBef>
                <a:spcPts val="0"/>
              </a:spcBef>
              <a:spcAft>
                <a:spcPts val="0"/>
              </a:spcAft>
              <a:buNone/>
            </a:pPr>
            <a:r>
              <a:rPr b="1" lang="en" sz="1800">
                <a:solidFill>
                  <a:schemeClr val="lt1"/>
                </a:solidFill>
                <a:latin typeface="Darker Grotesque"/>
                <a:ea typeface="Darker Grotesque"/>
                <a:cs typeface="Darker Grotesque"/>
                <a:sym typeface="Darker Grotesque"/>
              </a:rPr>
              <a:t>100K</a:t>
            </a:r>
            <a:endParaRPr b="1" sz="1800">
              <a:solidFill>
                <a:schemeClr val="lt1"/>
              </a:solidFill>
              <a:latin typeface="Darker Grotesque"/>
              <a:ea typeface="Darker Grotesque"/>
              <a:cs typeface="Darker Grotesque"/>
              <a:sym typeface="Darker Grotesque"/>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lide">
  <p:cSld name="CUSTOM_10">
    <p:spTree>
      <p:nvGrpSpPr>
        <p:cNvPr id="212" name="Shape 212"/>
        <p:cNvGrpSpPr/>
        <p:nvPr/>
      </p:nvGrpSpPr>
      <p:grpSpPr>
        <a:xfrm>
          <a:off x="0" y="0"/>
          <a:ext cx="0" cy="0"/>
          <a:chOff x="0" y="0"/>
          <a:chExt cx="0" cy="0"/>
        </a:xfrm>
      </p:grpSpPr>
      <p:sp>
        <p:nvSpPr>
          <p:cNvPr id="213" name="Google Shape;213;p19"/>
          <p:cNvSpPr/>
          <p:nvPr>
            <p:ph idx="2" type="pic"/>
          </p:nvPr>
        </p:nvSpPr>
        <p:spPr>
          <a:xfrm>
            <a:off x="228600" y="3200450"/>
            <a:ext cx="8686800" cy="1446600"/>
          </a:xfrm>
          <a:prstGeom prst="roundRect">
            <a:avLst>
              <a:gd fmla="val 16667" name="adj"/>
            </a:avLst>
          </a:prstGeom>
          <a:noFill/>
          <a:ln>
            <a:noFill/>
          </a:ln>
        </p:spPr>
      </p:sp>
      <p:sp>
        <p:nvSpPr>
          <p:cNvPr id="214" name="Google Shape;214;p19"/>
          <p:cNvSpPr/>
          <p:nvPr/>
        </p:nvSpPr>
        <p:spPr>
          <a:xfrm>
            <a:off x="228600" y="4820575"/>
            <a:ext cx="8686800" cy="188700"/>
          </a:xfrm>
          <a:prstGeom prst="roundRect">
            <a:avLst>
              <a:gd fmla="val 31123"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19"/>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800"/>
              <a:buFont typeface="Archivo"/>
              <a:buNone/>
              <a:defRPr b="0" sz="800">
                <a:solidFill>
                  <a:schemeClr val="lt1"/>
                </a:solidFill>
                <a:latin typeface="Archivo"/>
                <a:ea typeface="Archivo"/>
                <a:cs typeface="Archivo"/>
                <a:sym typeface="Archivo"/>
              </a:defRPr>
            </a:lvl1pPr>
            <a:lvl2pPr lvl="1">
              <a:lnSpc>
                <a:spcPct val="100000"/>
              </a:lnSpc>
              <a:spcBef>
                <a:spcPts val="0"/>
              </a:spcBef>
              <a:spcAft>
                <a:spcPts val="0"/>
              </a:spcAft>
              <a:buClr>
                <a:schemeClr val="lt1"/>
              </a:buClr>
              <a:buSzPts val="1400"/>
              <a:buNone/>
              <a:defRPr>
                <a:solidFill>
                  <a:schemeClr val="lt1"/>
                </a:solidFill>
              </a:defRPr>
            </a:lvl2pPr>
            <a:lvl3pPr lvl="2">
              <a:lnSpc>
                <a:spcPct val="100000"/>
              </a:lnSpc>
              <a:spcBef>
                <a:spcPts val="0"/>
              </a:spcBef>
              <a:spcAft>
                <a:spcPts val="0"/>
              </a:spcAft>
              <a:buClr>
                <a:schemeClr val="lt1"/>
              </a:buClr>
              <a:buSzPts val="1400"/>
              <a:buNone/>
              <a:defRPr>
                <a:solidFill>
                  <a:schemeClr val="lt1"/>
                </a:solidFill>
              </a:defRPr>
            </a:lvl3pPr>
            <a:lvl4pPr lvl="3">
              <a:lnSpc>
                <a:spcPct val="100000"/>
              </a:lnSpc>
              <a:spcBef>
                <a:spcPts val="0"/>
              </a:spcBef>
              <a:spcAft>
                <a:spcPts val="0"/>
              </a:spcAft>
              <a:buClr>
                <a:schemeClr val="lt1"/>
              </a:buClr>
              <a:buSzPts val="1400"/>
              <a:buNone/>
              <a:defRPr>
                <a:solidFill>
                  <a:schemeClr val="lt1"/>
                </a:solidFill>
              </a:defRPr>
            </a:lvl4pPr>
            <a:lvl5pPr lvl="4">
              <a:lnSpc>
                <a:spcPct val="100000"/>
              </a:lnSpc>
              <a:spcBef>
                <a:spcPts val="0"/>
              </a:spcBef>
              <a:spcAft>
                <a:spcPts val="0"/>
              </a:spcAft>
              <a:buClr>
                <a:schemeClr val="lt1"/>
              </a:buClr>
              <a:buSzPts val="1400"/>
              <a:buNone/>
              <a:defRPr>
                <a:solidFill>
                  <a:schemeClr val="lt1"/>
                </a:solidFill>
              </a:defRPr>
            </a:lvl5pPr>
            <a:lvl6pPr lvl="5">
              <a:lnSpc>
                <a:spcPct val="100000"/>
              </a:lnSpc>
              <a:spcBef>
                <a:spcPts val="0"/>
              </a:spcBef>
              <a:spcAft>
                <a:spcPts val="0"/>
              </a:spcAft>
              <a:buClr>
                <a:schemeClr val="lt1"/>
              </a:buClr>
              <a:buSzPts val="1400"/>
              <a:buNone/>
              <a:defRPr>
                <a:solidFill>
                  <a:schemeClr val="lt1"/>
                </a:solidFill>
              </a:defRPr>
            </a:lvl6pPr>
            <a:lvl7pPr lvl="6">
              <a:lnSpc>
                <a:spcPct val="100000"/>
              </a:lnSpc>
              <a:spcBef>
                <a:spcPts val="0"/>
              </a:spcBef>
              <a:spcAft>
                <a:spcPts val="0"/>
              </a:spcAft>
              <a:buClr>
                <a:schemeClr val="lt1"/>
              </a:buClr>
              <a:buSzPts val="1400"/>
              <a:buNone/>
              <a:defRPr>
                <a:solidFill>
                  <a:schemeClr val="lt1"/>
                </a:solidFill>
              </a:defRPr>
            </a:lvl7pPr>
            <a:lvl8pPr lvl="7">
              <a:lnSpc>
                <a:spcPct val="100000"/>
              </a:lnSpc>
              <a:spcBef>
                <a:spcPts val="0"/>
              </a:spcBef>
              <a:spcAft>
                <a:spcPts val="0"/>
              </a:spcAft>
              <a:buClr>
                <a:schemeClr val="lt1"/>
              </a:buClr>
              <a:buSzPts val="1400"/>
              <a:buNone/>
              <a:defRPr>
                <a:solidFill>
                  <a:schemeClr val="lt1"/>
                </a:solidFill>
              </a:defRPr>
            </a:lvl8pPr>
            <a:lvl9pPr lvl="8">
              <a:lnSpc>
                <a:spcPct val="100000"/>
              </a:lnSpc>
              <a:spcBef>
                <a:spcPts val="0"/>
              </a:spcBef>
              <a:spcAft>
                <a:spcPts val="0"/>
              </a:spcAft>
              <a:buClr>
                <a:schemeClr val="lt1"/>
              </a:buClr>
              <a:buSzPts val="1400"/>
              <a:buNone/>
              <a:defRPr>
                <a:solidFill>
                  <a:schemeClr val="lt1"/>
                </a:solidFill>
              </a:defRPr>
            </a:lvl9pPr>
          </a:lstStyle>
          <a:p/>
        </p:txBody>
      </p:sp>
      <p:sp>
        <p:nvSpPr>
          <p:cNvPr id="216" name="Google Shape;216;p19"/>
          <p:cNvSpPr txBox="1"/>
          <p:nvPr>
            <p:ph type="title"/>
          </p:nvPr>
        </p:nvSpPr>
        <p:spPr>
          <a:xfrm>
            <a:off x="228600" y="1917525"/>
            <a:ext cx="8686800" cy="1109400"/>
          </a:xfrm>
          <a:prstGeom prst="rect">
            <a:avLst/>
          </a:prstGeom>
        </p:spPr>
        <p:txBody>
          <a:bodyPr anchorCtr="0" anchor="t" bIns="91425" lIns="91425" spcFirstLastPara="1" rIns="91425" wrap="square" tIns="91425">
            <a:no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p:txBody>
      </p:sp>
      <p:sp>
        <p:nvSpPr>
          <p:cNvPr id="217" name="Google Shape;217;p19"/>
          <p:cNvSpPr txBox="1"/>
          <p:nvPr>
            <p:ph idx="3" type="body"/>
          </p:nvPr>
        </p:nvSpPr>
        <p:spPr>
          <a:xfrm>
            <a:off x="5349150" y="248725"/>
            <a:ext cx="3452700" cy="1446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18" name="Google Shape;218;p19"/>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MAIN_POINT">
    <p:spTree>
      <p:nvGrpSpPr>
        <p:cNvPr id="219" name="Shape 219"/>
        <p:cNvGrpSpPr/>
        <p:nvPr/>
      </p:nvGrpSpPr>
      <p:grpSpPr>
        <a:xfrm>
          <a:off x="0" y="0"/>
          <a:ext cx="0" cy="0"/>
          <a:chOff x="0" y="0"/>
          <a:chExt cx="0" cy="0"/>
        </a:xfrm>
      </p:grpSpPr>
      <p:sp>
        <p:nvSpPr>
          <p:cNvPr id="220" name="Google Shape;220;p20"/>
          <p:cNvSpPr/>
          <p:nvPr>
            <p:ph idx="2" type="pic"/>
          </p:nvPr>
        </p:nvSpPr>
        <p:spPr>
          <a:xfrm>
            <a:off x="228600" y="223625"/>
            <a:ext cx="8686800" cy="1446600"/>
          </a:xfrm>
          <a:prstGeom prst="roundRect">
            <a:avLst>
              <a:gd fmla="val 16667" name="adj"/>
            </a:avLst>
          </a:prstGeom>
          <a:noFill/>
          <a:ln>
            <a:noFill/>
          </a:ln>
        </p:spPr>
      </p:sp>
      <p:sp>
        <p:nvSpPr>
          <p:cNvPr id="221" name="Google Shape;221;p20"/>
          <p:cNvSpPr txBox="1"/>
          <p:nvPr>
            <p:ph type="title"/>
          </p:nvPr>
        </p:nvSpPr>
        <p:spPr>
          <a:xfrm>
            <a:off x="2491100" y="1960225"/>
            <a:ext cx="6538500" cy="2959800"/>
          </a:xfrm>
          <a:prstGeom prst="rect">
            <a:avLst/>
          </a:prstGeom>
        </p:spPr>
        <p:txBody>
          <a:bodyPr anchorCtr="0" anchor="t" bIns="91425" lIns="91425" spcFirstLastPara="1" rIns="91425" wrap="square" tIns="91425">
            <a:noAutofit/>
          </a:bodyPr>
          <a:lstStyle>
            <a:lvl1pPr lvl="0" algn="r">
              <a:spcBef>
                <a:spcPts val="0"/>
              </a:spcBef>
              <a:spcAft>
                <a:spcPts val="0"/>
              </a:spcAft>
              <a:buSzPts val="15900"/>
              <a:buNone/>
              <a:defRPr sz="15900"/>
            </a:lvl1pPr>
            <a:lvl2pPr lvl="1" algn="r">
              <a:spcBef>
                <a:spcPts val="0"/>
              </a:spcBef>
              <a:spcAft>
                <a:spcPts val="0"/>
              </a:spcAft>
              <a:buSzPts val="15900"/>
              <a:buNone/>
              <a:defRPr sz="15900"/>
            </a:lvl2pPr>
            <a:lvl3pPr lvl="2" algn="r">
              <a:spcBef>
                <a:spcPts val="0"/>
              </a:spcBef>
              <a:spcAft>
                <a:spcPts val="0"/>
              </a:spcAft>
              <a:buSzPts val="15900"/>
              <a:buNone/>
              <a:defRPr sz="15900"/>
            </a:lvl3pPr>
            <a:lvl4pPr lvl="3" algn="r">
              <a:spcBef>
                <a:spcPts val="0"/>
              </a:spcBef>
              <a:spcAft>
                <a:spcPts val="0"/>
              </a:spcAft>
              <a:buSzPts val="15900"/>
              <a:buNone/>
              <a:defRPr sz="15900"/>
            </a:lvl4pPr>
            <a:lvl5pPr lvl="4" algn="r">
              <a:spcBef>
                <a:spcPts val="0"/>
              </a:spcBef>
              <a:spcAft>
                <a:spcPts val="0"/>
              </a:spcAft>
              <a:buSzPts val="15900"/>
              <a:buNone/>
              <a:defRPr sz="15900"/>
            </a:lvl5pPr>
            <a:lvl6pPr lvl="5" algn="r">
              <a:spcBef>
                <a:spcPts val="0"/>
              </a:spcBef>
              <a:spcAft>
                <a:spcPts val="0"/>
              </a:spcAft>
              <a:buSzPts val="15900"/>
              <a:buNone/>
              <a:defRPr sz="15900"/>
            </a:lvl6pPr>
            <a:lvl7pPr lvl="6" algn="r">
              <a:spcBef>
                <a:spcPts val="0"/>
              </a:spcBef>
              <a:spcAft>
                <a:spcPts val="0"/>
              </a:spcAft>
              <a:buSzPts val="15900"/>
              <a:buNone/>
              <a:defRPr sz="15900"/>
            </a:lvl7pPr>
            <a:lvl8pPr lvl="7" algn="r">
              <a:spcBef>
                <a:spcPts val="0"/>
              </a:spcBef>
              <a:spcAft>
                <a:spcPts val="0"/>
              </a:spcAft>
              <a:buSzPts val="15900"/>
              <a:buNone/>
              <a:defRPr sz="15900"/>
            </a:lvl8pPr>
            <a:lvl9pPr lvl="8" algn="r">
              <a:spcBef>
                <a:spcPts val="0"/>
              </a:spcBef>
              <a:spcAft>
                <a:spcPts val="0"/>
              </a:spcAft>
              <a:buSzPts val="15900"/>
              <a:buNone/>
              <a:defRPr sz="15900"/>
            </a:lvl9pPr>
          </a:lstStyle>
          <a:p/>
        </p:txBody>
      </p:sp>
      <p:sp>
        <p:nvSpPr>
          <p:cNvPr id="222" name="Google Shape;222;p20"/>
          <p:cNvSpPr txBox="1"/>
          <p:nvPr>
            <p:ph idx="1" type="body"/>
          </p:nvPr>
        </p:nvSpPr>
        <p:spPr>
          <a:xfrm>
            <a:off x="228600" y="1705850"/>
            <a:ext cx="2262600" cy="623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b="1"/>
            </a:lvl1pPr>
            <a:lvl2pPr indent="-292100" lvl="1" marL="914400">
              <a:spcBef>
                <a:spcPts val="0"/>
              </a:spcBef>
              <a:spcAft>
                <a:spcPts val="0"/>
              </a:spcAft>
              <a:buSzPts val="1000"/>
              <a:buChar char="○"/>
              <a:defRPr b="1"/>
            </a:lvl2pPr>
            <a:lvl3pPr indent="-292100" lvl="2" marL="1371600">
              <a:spcBef>
                <a:spcPts val="0"/>
              </a:spcBef>
              <a:spcAft>
                <a:spcPts val="0"/>
              </a:spcAft>
              <a:buSzPts val="1000"/>
              <a:buChar char="■"/>
              <a:defRPr b="1"/>
            </a:lvl3pPr>
            <a:lvl4pPr indent="-292100" lvl="3" marL="1828800">
              <a:spcBef>
                <a:spcPts val="0"/>
              </a:spcBef>
              <a:spcAft>
                <a:spcPts val="0"/>
              </a:spcAft>
              <a:buSzPts val="1000"/>
              <a:buChar char="●"/>
              <a:defRPr b="1"/>
            </a:lvl4pPr>
            <a:lvl5pPr indent="-292100" lvl="4" marL="2286000">
              <a:spcBef>
                <a:spcPts val="0"/>
              </a:spcBef>
              <a:spcAft>
                <a:spcPts val="0"/>
              </a:spcAft>
              <a:buSzPts val="1000"/>
              <a:buChar char="○"/>
              <a:defRPr b="1"/>
            </a:lvl5pPr>
            <a:lvl6pPr indent="-292100" lvl="5" marL="2743200">
              <a:spcBef>
                <a:spcPts val="0"/>
              </a:spcBef>
              <a:spcAft>
                <a:spcPts val="0"/>
              </a:spcAft>
              <a:buSzPts val="1000"/>
              <a:buChar char="■"/>
              <a:defRPr b="1"/>
            </a:lvl6pPr>
            <a:lvl7pPr indent="-292100" lvl="6" marL="3200400">
              <a:spcBef>
                <a:spcPts val="0"/>
              </a:spcBef>
              <a:spcAft>
                <a:spcPts val="0"/>
              </a:spcAft>
              <a:buSzPts val="1000"/>
              <a:buChar char="●"/>
              <a:defRPr b="1"/>
            </a:lvl7pPr>
            <a:lvl8pPr indent="-292100" lvl="7" marL="3657600">
              <a:spcBef>
                <a:spcPts val="0"/>
              </a:spcBef>
              <a:spcAft>
                <a:spcPts val="0"/>
              </a:spcAft>
              <a:buSzPts val="1000"/>
              <a:buChar char="○"/>
              <a:defRPr b="1"/>
            </a:lvl8pPr>
            <a:lvl9pPr indent="-292100" lvl="8" marL="4114800">
              <a:spcBef>
                <a:spcPts val="0"/>
              </a:spcBef>
              <a:spcAft>
                <a:spcPts val="0"/>
              </a:spcAft>
              <a:buSzPts val="1000"/>
              <a:buChar char="■"/>
              <a:defRPr b="1"/>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USTOM_6">
    <p:bg>
      <p:bgPr>
        <a:solidFill>
          <a:schemeClr val="accent1"/>
        </a:solidFill>
      </p:bgPr>
    </p:bg>
    <p:spTree>
      <p:nvGrpSpPr>
        <p:cNvPr id="223" name="Shape 223"/>
        <p:cNvGrpSpPr/>
        <p:nvPr/>
      </p:nvGrpSpPr>
      <p:grpSpPr>
        <a:xfrm>
          <a:off x="0" y="0"/>
          <a:ext cx="0" cy="0"/>
          <a:chOff x="0" y="0"/>
          <a:chExt cx="0" cy="0"/>
        </a:xfrm>
      </p:grpSpPr>
      <p:sp>
        <p:nvSpPr>
          <p:cNvPr id="224" name="Google Shape;224;p21"/>
          <p:cNvSpPr txBox="1"/>
          <p:nvPr>
            <p:ph type="title"/>
          </p:nvPr>
        </p:nvSpPr>
        <p:spPr>
          <a:xfrm>
            <a:off x="342900" y="223625"/>
            <a:ext cx="8525100" cy="1835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0"/>
              <a:buNone/>
              <a:defRPr sz="15000">
                <a:solidFill>
                  <a:schemeClr val="lt1"/>
                </a:solidFill>
              </a:defRPr>
            </a:lvl1pPr>
            <a:lvl2pPr lvl="1">
              <a:spcBef>
                <a:spcPts val="0"/>
              </a:spcBef>
              <a:spcAft>
                <a:spcPts val="0"/>
              </a:spcAft>
              <a:buClr>
                <a:schemeClr val="lt1"/>
              </a:buClr>
              <a:buSzPts val="15000"/>
              <a:buNone/>
              <a:defRPr sz="15000">
                <a:solidFill>
                  <a:schemeClr val="lt1"/>
                </a:solidFill>
              </a:defRPr>
            </a:lvl2pPr>
            <a:lvl3pPr lvl="2">
              <a:spcBef>
                <a:spcPts val="0"/>
              </a:spcBef>
              <a:spcAft>
                <a:spcPts val="0"/>
              </a:spcAft>
              <a:buClr>
                <a:schemeClr val="lt1"/>
              </a:buClr>
              <a:buSzPts val="15000"/>
              <a:buNone/>
              <a:defRPr sz="15000">
                <a:solidFill>
                  <a:schemeClr val="lt1"/>
                </a:solidFill>
              </a:defRPr>
            </a:lvl3pPr>
            <a:lvl4pPr lvl="3">
              <a:spcBef>
                <a:spcPts val="0"/>
              </a:spcBef>
              <a:spcAft>
                <a:spcPts val="0"/>
              </a:spcAft>
              <a:buClr>
                <a:schemeClr val="lt1"/>
              </a:buClr>
              <a:buSzPts val="15000"/>
              <a:buNone/>
              <a:defRPr sz="15000">
                <a:solidFill>
                  <a:schemeClr val="lt1"/>
                </a:solidFill>
              </a:defRPr>
            </a:lvl4pPr>
            <a:lvl5pPr lvl="4">
              <a:spcBef>
                <a:spcPts val="0"/>
              </a:spcBef>
              <a:spcAft>
                <a:spcPts val="0"/>
              </a:spcAft>
              <a:buClr>
                <a:schemeClr val="lt1"/>
              </a:buClr>
              <a:buSzPts val="15000"/>
              <a:buNone/>
              <a:defRPr sz="15000">
                <a:solidFill>
                  <a:schemeClr val="lt1"/>
                </a:solidFill>
              </a:defRPr>
            </a:lvl5pPr>
            <a:lvl6pPr lvl="5">
              <a:spcBef>
                <a:spcPts val="0"/>
              </a:spcBef>
              <a:spcAft>
                <a:spcPts val="0"/>
              </a:spcAft>
              <a:buClr>
                <a:schemeClr val="lt1"/>
              </a:buClr>
              <a:buSzPts val="15000"/>
              <a:buNone/>
              <a:defRPr sz="15000">
                <a:solidFill>
                  <a:schemeClr val="lt1"/>
                </a:solidFill>
              </a:defRPr>
            </a:lvl6pPr>
            <a:lvl7pPr lvl="6">
              <a:spcBef>
                <a:spcPts val="0"/>
              </a:spcBef>
              <a:spcAft>
                <a:spcPts val="0"/>
              </a:spcAft>
              <a:buClr>
                <a:schemeClr val="lt1"/>
              </a:buClr>
              <a:buSzPts val="15000"/>
              <a:buNone/>
              <a:defRPr sz="15000">
                <a:solidFill>
                  <a:schemeClr val="lt1"/>
                </a:solidFill>
              </a:defRPr>
            </a:lvl7pPr>
            <a:lvl8pPr lvl="7">
              <a:spcBef>
                <a:spcPts val="0"/>
              </a:spcBef>
              <a:spcAft>
                <a:spcPts val="0"/>
              </a:spcAft>
              <a:buClr>
                <a:schemeClr val="lt1"/>
              </a:buClr>
              <a:buSzPts val="15000"/>
              <a:buNone/>
              <a:defRPr sz="15000">
                <a:solidFill>
                  <a:schemeClr val="lt1"/>
                </a:solidFill>
              </a:defRPr>
            </a:lvl8pPr>
            <a:lvl9pPr lvl="8">
              <a:spcBef>
                <a:spcPts val="0"/>
              </a:spcBef>
              <a:spcAft>
                <a:spcPts val="0"/>
              </a:spcAft>
              <a:buClr>
                <a:schemeClr val="lt1"/>
              </a:buClr>
              <a:buSzPts val="15000"/>
              <a:buNone/>
              <a:defRPr sz="15000">
                <a:solidFill>
                  <a:schemeClr val="lt1"/>
                </a:solidFill>
              </a:defRPr>
            </a:lvl9pPr>
          </a:lstStyle>
          <a:p/>
        </p:txBody>
      </p:sp>
      <p:sp>
        <p:nvSpPr>
          <p:cNvPr id="225" name="Google Shape;225;p21"/>
          <p:cNvSpPr txBox="1"/>
          <p:nvPr/>
        </p:nvSpPr>
        <p:spPr>
          <a:xfrm>
            <a:off x="8087300" y="4820575"/>
            <a:ext cx="828000" cy="18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solidFill>
                  <a:schemeClr val="lt1"/>
                </a:solidFill>
                <a:latin typeface="Archivo"/>
                <a:ea typeface="Archivo"/>
                <a:cs typeface="Archivo"/>
                <a:sym typeface="Archivo"/>
              </a:rPr>
              <a:t>‹#›</a:t>
            </a:fld>
            <a:endParaRPr sz="800">
              <a:solidFill>
                <a:schemeClr val="lt1"/>
              </a:solidFill>
              <a:latin typeface="Archivo"/>
              <a:ea typeface="Archivo"/>
              <a:cs typeface="Archivo"/>
              <a:sym typeface="Archiv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1">
  <p:cSld name="CUSTOM_7">
    <p:spTree>
      <p:nvGrpSpPr>
        <p:cNvPr id="226" name="Shape 226"/>
        <p:cNvGrpSpPr/>
        <p:nvPr/>
      </p:nvGrpSpPr>
      <p:grpSpPr>
        <a:xfrm>
          <a:off x="0" y="0"/>
          <a:ext cx="0" cy="0"/>
          <a:chOff x="0" y="0"/>
          <a:chExt cx="0" cy="0"/>
        </a:xfrm>
      </p:grpSpPr>
      <p:pic>
        <p:nvPicPr>
          <p:cNvPr descr="Design mock of a smartphone." id="227" name="Google Shape;227;p22"/>
          <p:cNvPicPr preferRelativeResize="0"/>
          <p:nvPr/>
        </p:nvPicPr>
        <p:blipFill>
          <a:blip r:embed="rId2">
            <a:alphaModFix/>
          </a:blip>
          <a:stretch>
            <a:fillRect/>
          </a:stretch>
        </p:blipFill>
        <p:spPr>
          <a:xfrm>
            <a:off x="776119" y="760213"/>
            <a:ext cx="2045398" cy="3618224"/>
          </a:xfrm>
          <a:prstGeom prst="rect">
            <a:avLst/>
          </a:prstGeom>
          <a:noFill/>
          <a:ln>
            <a:noFill/>
          </a:ln>
        </p:spPr>
      </p:pic>
      <p:pic>
        <p:nvPicPr>
          <p:cNvPr descr="Design mock of a tablet computer." id="228" name="Google Shape;228;p22"/>
          <p:cNvPicPr preferRelativeResize="0"/>
          <p:nvPr/>
        </p:nvPicPr>
        <p:blipFill rotWithShape="1">
          <a:blip r:embed="rId3">
            <a:alphaModFix/>
          </a:blip>
          <a:srcRect b="0" l="4471" r="4462" t="0"/>
          <a:stretch/>
        </p:blipFill>
        <p:spPr>
          <a:xfrm>
            <a:off x="3469416" y="760225"/>
            <a:ext cx="5023764" cy="3623074"/>
          </a:xfrm>
          <a:prstGeom prst="rect">
            <a:avLst/>
          </a:prstGeom>
          <a:noFill/>
          <a:ln>
            <a:noFill/>
          </a:ln>
        </p:spPr>
      </p:pic>
      <p:sp>
        <p:nvSpPr>
          <p:cNvPr id="229" name="Google Shape;229;p22"/>
          <p:cNvSpPr/>
          <p:nvPr>
            <p:ph idx="2" type="pic"/>
          </p:nvPr>
        </p:nvSpPr>
        <p:spPr>
          <a:xfrm>
            <a:off x="993900" y="844150"/>
            <a:ext cx="1614300" cy="3417000"/>
          </a:xfrm>
          <a:prstGeom prst="roundRect">
            <a:avLst>
              <a:gd fmla="val 12259" name="adj"/>
            </a:avLst>
          </a:prstGeom>
          <a:noFill/>
          <a:ln>
            <a:noFill/>
          </a:ln>
        </p:spPr>
      </p:sp>
      <p:sp>
        <p:nvSpPr>
          <p:cNvPr id="230" name="Google Shape;230;p22"/>
          <p:cNvSpPr/>
          <p:nvPr>
            <p:ph idx="3" type="pic"/>
          </p:nvPr>
        </p:nvSpPr>
        <p:spPr>
          <a:xfrm>
            <a:off x="3568350" y="844150"/>
            <a:ext cx="4812300" cy="3417000"/>
          </a:xfrm>
          <a:prstGeom prst="roundRect">
            <a:avLst>
              <a:gd fmla="val 4881" name="adj"/>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2">
  <p:cSld name="CUSTOM_8">
    <p:spTree>
      <p:nvGrpSpPr>
        <p:cNvPr id="231" name="Shape 231"/>
        <p:cNvGrpSpPr/>
        <p:nvPr/>
      </p:nvGrpSpPr>
      <p:grpSpPr>
        <a:xfrm>
          <a:off x="0" y="0"/>
          <a:ext cx="0" cy="0"/>
          <a:chOff x="0" y="0"/>
          <a:chExt cx="0" cy="0"/>
        </a:xfrm>
      </p:grpSpPr>
      <p:pic>
        <p:nvPicPr>
          <p:cNvPr descr="Design mock of a smartphone." id="232" name="Google Shape;232;p23"/>
          <p:cNvPicPr preferRelativeResize="0"/>
          <p:nvPr/>
        </p:nvPicPr>
        <p:blipFill>
          <a:blip r:embed="rId2">
            <a:alphaModFix/>
          </a:blip>
          <a:stretch>
            <a:fillRect/>
          </a:stretch>
        </p:blipFill>
        <p:spPr>
          <a:xfrm>
            <a:off x="595000" y="414700"/>
            <a:ext cx="2438799" cy="4314097"/>
          </a:xfrm>
          <a:prstGeom prst="rect">
            <a:avLst/>
          </a:prstGeom>
          <a:noFill/>
          <a:ln>
            <a:noFill/>
          </a:ln>
        </p:spPr>
      </p:pic>
      <p:sp>
        <p:nvSpPr>
          <p:cNvPr id="233" name="Google Shape;233;p23"/>
          <p:cNvSpPr/>
          <p:nvPr>
            <p:ph idx="2" type="pic"/>
          </p:nvPr>
        </p:nvSpPr>
        <p:spPr>
          <a:xfrm>
            <a:off x="868900" y="515475"/>
            <a:ext cx="1911000" cy="4078200"/>
          </a:xfrm>
          <a:prstGeom prst="roundRect">
            <a:avLst>
              <a:gd fmla="val 10964" name="adj"/>
            </a:avLst>
          </a:prstGeom>
          <a:noFill/>
          <a:ln>
            <a:noFill/>
          </a:ln>
        </p:spPr>
      </p:sp>
      <p:pic>
        <p:nvPicPr>
          <p:cNvPr descr="Design mock of a smartphone." id="234" name="Google Shape;234;p23"/>
          <p:cNvPicPr preferRelativeResize="0"/>
          <p:nvPr/>
        </p:nvPicPr>
        <p:blipFill>
          <a:blip r:embed="rId2">
            <a:alphaModFix/>
          </a:blip>
          <a:stretch>
            <a:fillRect/>
          </a:stretch>
        </p:blipFill>
        <p:spPr>
          <a:xfrm>
            <a:off x="3352600" y="414700"/>
            <a:ext cx="2438799" cy="4314097"/>
          </a:xfrm>
          <a:prstGeom prst="rect">
            <a:avLst/>
          </a:prstGeom>
          <a:noFill/>
          <a:ln>
            <a:noFill/>
          </a:ln>
        </p:spPr>
      </p:pic>
      <p:sp>
        <p:nvSpPr>
          <p:cNvPr id="235" name="Google Shape;235;p23"/>
          <p:cNvSpPr/>
          <p:nvPr>
            <p:ph idx="3" type="pic"/>
          </p:nvPr>
        </p:nvSpPr>
        <p:spPr>
          <a:xfrm>
            <a:off x="3626500" y="515475"/>
            <a:ext cx="1911000" cy="4078200"/>
          </a:xfrm>
          <a:prstGeom prst="roundRect">
            <a:avLst>
              <a:gd fmla="val 10964" name="adj"/>
            </a:avLst>
          </a:prstGeom>
          <a:noFill/>
          <a:ln>
            <a:noFill/>
          </a:ln>
        </p:spPr>
      </p:sp>
      <p:pic>
        <p:nvPicPr>
          <p:cNvPr descr="Design mock of a smartphone." id="236" name="Google Shape;236;p23"/>
          <p:cNvPicPr preferRelativeResize="0"/>
          <p:nvPr/>
        </p:nvPicPr>
        <p:blipFill>
          <a:blip r:embed="rId2">
            <a:alphaModFix/>
          </a:blip>
          <a:stretch>
            <a:fillRect/>
          </a:stretch>
        </p:blipFill>
        <p:spPr>
          <a:xfrm>
            <a:off x="6110200" y="414700"/>
            <a:ext cx="2438799" cy="4314097"/>
          </a:xfrm>
          <a:prstGeom prst="rect">
            <a:avLst/>
          </a:prstGeom>
          <a:noFill/>
          <a:ln>
            <a:noFill/>
          </a:ln>
        </p:spPr>
      </p:pic>
      <p:sp>
        <p:nvSpPr>
          <p:cNvPr id="237" name="Google Shape;237;p23"/>
          <p:cNvSpPr/>
          <p:nvPr>
            <p:ph idx="4" type="pic"/>
          </p:nvPr>
        </p:nvSpPr>
        <p:spPr>
          <a:xfrm>
            <a:off x="6384100" y="515475"/>
            <a:ext cx="1911000" cy="4078200"/>
          </a:xfrm>
          <a:prstGeom prst="roundRect">
            <a:avLst>
              <a:gd fmla="val 10964" name="adj"/>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Mocks 3">
  <p:cSld name="CUSTOM_9">
    <p:spTree>
      <p:nvGrpSpPr>
        <p:cNvPr id="238" name="Shape 238"/>
        <p:cNvGrpSpPr/>
        <p:nvPr/>
      </p:nvGrpSpPr>
      <p:grpSpPr>
        <a:xfrm>
          <a:off x="0" y="0"/>
          <a:ext cx="0" cy="0"/>
          <a:chOff x="0" y="0"/>
          <a:chExt cx="0" cy="0"/>
        </a:xfrm>
      </p:grpSpPr>
      <p:pic>
        <p:nvPicPr>
          <p:cNvPr descr="Design mock of a desktop computer." id="239" name="Google Shape;239;p24"/>
          <p:cNvPicPr preferRelativeResize="0"/>
          <p:nvPr/>
        </p:nvPicPr>
        <p:blipFill>
          <a:blip r:embed="rId2">
            <a:alphaModFix/>
          </a:blip>
          <a:stretch>
            <a:fillRect/>
          </a:stretch>
        </p:blipFill>
        <p:spPr>
          <a:xfrm>
            <a:off x="1874249" y="304725"/>
            <a:ext cx="5395502" cy="4534052"/>
          </a:xfrm>
          <a:prstGeom prst="rect">
            <a:avLst/>
          </a:prstGeom>
          <a:noFill/>
          <a:ln>
            <a:noFill/>
          </a:ln>
        </p:spPr>
      </p:pic>
      <p:sp>
        <p:nvSpPr>
          <p:cNvPr id="240" name="Google Shape;240;p24"/>
          <p:cNvSpPr/>
          <p:nvPr>
            <p:ph idx="2" type="pic"/>
          </p:nvPr>
        </p:nvSpPr>
        <p:spPr>
          <a:xfrm>
            <a:off x="1956925" y="389550"/>
            <a:ext cx="5231400" cy="29565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41" name="Shape 241"/>
        <p:cNvGrpSpPr/>
        <p:nvPr/>
      </p:nvGrpSpPr>
      <p:grpSpPr>
        <a:xfrm>
          <a:off x="0" y="0"/>
          <a:ext cx="0" cy="0"/>
          <a:chOff x="0" y="0"/>
          <a:chExt cx="0" cy="0"/>
        </a:xfrm>
      </p:grpSpPr>
      <p:sp>
        <p:nvSpPr>
          <p:cNvPr id="242" name="Google Shape;242;p2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43" name="Google Shape;243;p2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4" name="Google Shape;24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45" name="Shape 245"/>
        <p:cNvGrpSpPr/>
        <p:nvPr/>
      </p:nvGrpSpPr>
      <p:grpSpPr>
        <a:xfrm>
          <a:off x="0" y="0"/>
          <a:ext cx="0" cy="0"/>
          <a:chOff x="0" y="0"/>
          <a:chExt cx="0" cy="0"/>
        </a:xfrm>
      </p:grpSpPr>
      <p:sp>
        <p:nvSpPr>
          <p:cNvPr id="246" name="Google Shape;246;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7" name="Google Shape;24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48" name="Shape 248"/>
        <p:cNvGrpSpPr/>
        <p:nvPr/>
      </p:nvGrpSpPr>
      <p:grpSpPr>
        <a:xfrm>
          <a:off x="0" y="0"/>
          <a:ext cx="0" cy="0"/>
          <a:chOff x="0" y="0"/>
          <a:chExt cx="0" cy="0"/>
        </a:xfrm>
      </p:grpSpPr>
      <p:sp>
        <p:nvSpPr>
          <p:cNvPr id="249" name="Google Shape;249;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1" name="Google Shape;25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52" name="Shape 252"/>
        <p:cNvGrpSpPr/>
        <p:nvPr/>
      </p:nvGrpSpPr>
      <p:grpSpPr>
        <a:xfrm>
          <a:off x="0" y="0"/>
          <a:ext cx="0" cy="0"/>
          <a:chOff x="0" y="0"/>
          <a:chExt cx="0" cy="0"/>
        </a:xfrm>
      </p:grpSpPr>
      <p:sp>
        <p:nvSpPr>
          <p:cNvPr id="253" name="Google Shape;253;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5" name="Google Shape;255;p2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6" name="Google Shape;256;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7" name="Shape 257"/>
        <p:cNvGrpSpPr/>
        <p:nvPr/>
      </p:nvGrpSpPr>
      <p:grpSpPr>
        <a:xfrm>
          <a:off x="0" y="0"/>
          <a:ext cx="0" cy="0"/>
          <a:chOff x="0" y="0"/>
          <a:chExt cx="0" cy="0"/>
        </a:xfrm>
      </p:grpSpPr>
      <p:sp>
        <p:nvSpPr>
          <p:cNvPr id="258" name="Google Shape;258;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60" name="Shape 260"/>
        <p:cNvGrpSpPr/>
        <p:nvPr/>
      </p:nvGrpSpPr>
      <p:grpSpPr>
        <a:xfrm>
          <a:off x="0" y="0"/>
          <a:ext cx="0" cy="0"/>
          <a:chOff x="0" y="0"/>
          <a:chExt cx="0" cy="0"/>
        </a:xfrm>
      </p:grpSpPr>
      <p:sp>
        <p:nvSpPr>
          <p:cNvPr id="261" name="Google Shape;261;p3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62" name="Google Shape;262;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64" name="Shape 264"/>
        <p:cNvGrpSpPr/>
        <p:nvPr/>
      </p:nvGrpSpPr>
      <p:grpSpPr>
        <a:xfrm>
          <a:off x="0" y="0"/>
          <a:ext cx="0" cy="0"/>
          <a:chOff x="0" y="0"/>
          <a:chExt cx="0" cy="0"/>
        </a:xfrm>
      </p:grpSpPr>
      <p:sp>
        <p:nvSpPr>
          <p:cNvPr id="265" name="Google Shape;265;p3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66" name="Google Shape;26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267" name="Shape 267"/>
        <p:cNvGrpSpPr/>
        <p:nvPr/>
      </p:nvGrpSpPr>
      <p:grpSpPr>
        <a:xfrm>
          <a:off x="0" y="0"/>
          <a:ext cx="0" cy="0"/>
          <a:chOff x="0" y="0"/>
          <a:chExt cx="0" cy="0"/>
        </a:xfrm>
      </p:grpSpPr>
      <p:sp>
        <p:nvSpPr>
          <p:cNvPr id="268" name="Google Shape;268;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0" name="Google Shape;270;p3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1" name="Google Shape;271;p3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272" name="Google Shape;272;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atin typeface="Archivo"/>
                <a:ea typeface="Archivo"/>
                <a:cs typeface="Archivo"/>
                <a:sym typeface="Archivo"/>
              </a:defRPr>
            </a:lvl1pPr>
            <a:lvl2pPr lvl="1">
              <a:buNone/>
              <a:defRPr>
                <a:latin typeface="Archivo"/>
                <a:ea typeface="Archivo"/>
                <a:cs typeface="Archivo"/>
                <a:sym typeface="Archivo"/>
              </a:defRPr>
            </a:lvl2pPr>
            <a:lvl3pPr lvl="2">
              <a:buNone/>
              <a:defRPr>
                <a:latin typeface="Archivo"/>
                <a:ea typeface="Archivo"/>
                <a:cs typeface="Archivo"/>
                <a:sym typeface="Archivo"/>
              </a:defRPr>
            </a:lvl3pPr>
            <a:lvl4pPr lvl="3">
              <a:buNone/>
              <a:defRPr>
                <a:latin typeface="Archivo"/>
                <a:ea typeface="Archivo"/>
                <a:cs typeface="Archivo"/>
                <a:sym typeface="Archivo"/>
              </a:defRPr>
            </a:lvl4pPr>
            <a:lvl5pPr lvl="4">
              <a:buNone/>
              <a:defRPr>
                <a:latin typeface="Archivo"/>
                <a:ea typeface="Archivo"/>
                <a:cs typeface="Archivo"/>
                <a:sym typeface="Archivo"/>
              </a:defRPr>
            </a:lvl5pPr>
            <a:lvl6pPr lvl="5">
              <a:buNone/>
              <a:defRPr>
                <a:latin typeface="Archivo"/>
                <a:ea typeface="Archivo"/>
                <a:cs typeface="Archivo"/>
                <a:sym typeface="Archivo"/>
              </a:defRPr>
            </a:lvl6pPr>
            <a:lvl7pPr lvl="6">
              <a:buNone/>
              <a:defRPr>
                <a:latin typeface="Archivo"/>
                <a:ea typeface="Archivo"/>
                <a:cs typeface="Archivo"/>
                <a:sym typeface="Archivo"/>
              </a:defRPr>
            </a:lvl7pPr>
            <a:lvl8pPr lvl="7">
              <a:buNone/>
              <a:defRPr>
                <a:latin typeface="Archivo"/>
                <a:ea typeface="Archivo"/>
                <a:cs typeface="Archivo"/>
                <a:sym typeface="Archivo"/>
              </a:defRPr>
            </a:lvl8pPr>
            <a:lvl9pPr lvl="8">
              <a:buNone/>
              <a:defRPr>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273" name="Shape 273"/>
        <p:cNvGrpSpPr/>
        <p:nvPr/>
      </p:nvGrpSpPr>
      <p:grpSpPr>
        <a:xfrm>
          <a:off x="0" y="0"/>
          <a:ext cx="0" cy="0"/>
          <a:chOff x="0" y="0"/>
          <a:chExt cx="0" cy="0"/>
        </a:xfrm>
      </p:grpSpPr>
      <p:sp>
        <p:nvSpPr>
          <p:cNvPr id="274" name="Google Shape;274;p3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
        <p:nvSpPr>
          <p:cNvPr id="275" name="Google Shape;275;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276" name="Shape 276"/>
        <p:cNvGrpSpPr/>
        <p:nvPr/>
      </p:nvGrpSpPr>
      <p:grpSpPr>
        <a:xfrm>
          <a:off x="0" y="0"/>
          <a:ext cx="0" cy="0"/>
          <a:chOff x="0" y="0"/>
          <a:chExt cx="0" cy="0"/>
        </a:xfrm>
      </p:grpSpPr>
      <p:sp>
        <p:nvSpPr>
          <p:cNvPr id="277" name="Google Shape;277;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8" name="Google Shape;278;p3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279" name="Google Shape;27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0" name="Shape 280"/>
        <p:cNvGrpSpPr/>
        <p:nvPr/>
      </p:nvGrpSpPr>
      <p:grpSpPr>
        <a:xfrm>
          <a:off x="0" y="0"/>
          <a:ext cx="0" cy="0"/>
          <a:chOff x="0" y="0"/>
          <a:chExt cx="0" cy="0"/>
        </a:xfrm>
      </p:grpSpPr>
      <p:sp>
        <p:nvSpPr>
          <p:cNvPr id="281" name="Google Shape;281;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282" name="Shape 282"/>
        <p:cNvGrpSpPr/>
        <p:nvPr/>
      </p:nvGrpSpPr>
      <p:grpSpPr>
        <a:xfrm>
          <a:off x="0" y="0"/>
          <a:ext cx="0" cy="0"/>
          <a:chOff x="0" y="0"/>
          <a:chExt cx="0" cy="0"/>
        </a:xfrm>
      </p:grpSpPr>
      <p:sp>
        <p:nvSpPr>
          <p:cNvPr id="283" name="Google Shape;283;p36"/>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85" name="Google Shape;285;p3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86" name="Google Shape;286;p3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87" name="Google Shape;287;p3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88" name="Google Shape;288;p3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89" name="Google Shape;289;p3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290" name="Google Shape;290;p3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291" name="Shape 291"/>
        <p:cNvGrpSpPr/>
        <p:nvPr/>
      </p:nvGrpSpPr>
      <p:grpSpPr>
        <a:xfrm>
          <a:off x="0" y="0"/>
          <a:ext cx="0" cy="0"/>
          <a:chOff x="0" y="0"/>
          <a:chExt cx="0" cy="0"/>
        </a:xfrm>
      </p:grpSpPr>
      <p:sp>
        <p:nvSpPr>
          <p:cNvPr id="292" name="Google Shape;292;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37"/>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94" name="Google Shape;294;p37"/>
          <p:cNvSpPr/>
          <p:nvPr>
            <p:ph idx="2" type="pic"/>
          </p:nvPr>
        </p:nvSpPr>
        <p:spPr>
          <a:xfrm>
            <a:off x="4992024" y="1152775"/>
            <a:ext cx="3840300" cy="3416400"/>
          </a:xfrm>
          <a:prstGeom prst="rect">
            <a:avLst/>
          </a:prstGeom>
          <a:noFill/>
          <a:ln>
            <a:noFill/>
          </a:ln>
        </p:spPr>
      </p:sp>
      <p:sp>
        <p:nvSpPr>
          <p:cNvPr id="295" name="Google Shape;29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2">
    <p:spTree>
      <p:nvGrpSpPr>
        <p:cNvPr id="296" name="Shape 296"/>
        <p:cNvGrpSpPr/>
        <p:nvPr/>
      </p:nvGrpSpPr>
      <p:grpSpPr>
        <a:xfrm>
          <a:off x="0" y="0"/>
          <a:ext cx="0" cy="0"/>
          <a:chOff x="0" y="0"/>
          <a:chExt cx="0" cy="0"/>
        </a:xfrm>
      </p:grpSpPr>
      <p:sp>
        <p:nvSpPr>
          <p:cNvPr id="297" name="Google Shape;29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98" name="Google Shape;298;p3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99" name="Google Shape;299;p38"/>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0" name="Google Shape;300;p38"/>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1" name="Google Shape;301;p3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02" name="Google Shape;302;p3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03" name="Shape 303"/>
        <p:cNvGrpSpPr/>
        <p:nvPr/>
      </p:nvGrpSpPr>
      <p:grpSpPr>
        <a:xfrm>
          <a:off x="0" y="0"/>
          <a:ext cx="0" cy="0"/>
          <a:chOff x="0" y="0"/>
          <a:chExt cx="0" cy="0"/>
        </a:xfrm>
      </p:grpSpPr>
      <p:sp>
        <p:nvSpPr>
          <p:cNvPr id="304" name="Google Shape;30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05" name="Google Shape;305;p39"/>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6" name="Google Shape;306;p39"/>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7" name="Google Shape;307;p39"/>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8" name="Google Shape;308;p3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9" name="Google Shape;309;p39"/>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10" name="Google Shape;310;p39"/>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11" name="Google Shape;311;p39"/>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312" name="Shape 312"/>
        <p:cNvGrpSpPr/>
        <p:nvPr/>
      </p:nvGrpSpPr>
      <p:grpSpPr>
        <a:xfrm>
          <a:off x="0" y="0"/>
          <a:ext cx="0" cy="0"/>
          <a:chOff x="0" y="0"/>
          <a:chExt cx="0" cy="0"/>
        </a:xfrm>
      </p:grpSpPr>
      <p:sp>
        <p:nvSpPr>
          <p:cNvPr id="313" name="Google Shape;31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14" name="Google Shape;314;p40"/>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5" name="Google Shape;315;p40"/>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6" name="Google Shape;316;p40"/>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7" name="Google Shape;317;p40"/>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8" name="Google Shape;318;p40"/>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9" name="Google Shape;319;p40"/>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0" name="Google Shape;320;p40"/>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1" name="Google Shape;321;p40"/>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2" name="Google Shape;322;p40"/>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323" name="Shape 323"/>
        <p:cNvGrpSpPr/>
        <p:nvPr/>
      </p:nvGrpSpPr>
      <p:grpSpPr>
        <a:xfrm>
          <a:off x="0" y="0"/>
          <a:ext cx="0" cy="0"/>
          <a:chOff x="0" y="0"/>
          <a:chExt cx="0" cy="0"/>
        </a:xfrm>
      </p:grpSpPr>
      <p:sp>
        <p:nvSpPr>
          <p:cNvPr id="324" name="Google Shape;324;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5" name="Google Shape;325;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26" name="Google Shape;326;p4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327" name="Shape 327"/>
        <p:cNvGrpSpPr/>
        <p:nvPr/>
      </p:nvGrpSpPr>
      <p:grpSpPr>
        <a:xfrm>
          <a:off x="0" y="0"/>
          <a:ext cx="0" cy="0"/>
          <a:chOff x="0" y="0"/>
          <a:chExt cx="0" cy="0"/>
        </a:xfrm>
      </p:grpSpPr>
      <p:sp>
        <p:nvSpPr>
          <p:cNvPr id="328" name="Google Shape;328;p42"/>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9" name="Google Shape;329;p42"/>
          <p:cNvSpPr/>
          <p:nvPr>
            <p:ph idx="2" type="pic"/>
          </p:nvPr>
        </p:nvSpPr>
        <p:spPr>
          <a:xfrm>
            <a:off x="4804825" y="1133300"/>
            <a:ext cx="4027500" cy="2392800"/>
          </a:xfrm>
          <a:prstGeom prst="rect">
            <a:avLst/>
          </a:prstGeom>
          <a:noFill/>
          <a:ln>
            <a:noFill/>
          </a:ln>
        </p:spPr>
      </p:sp>
      <p:sp>
        <p:nvSpPr>
          <p:cNvPr id="330" name="Google Shape;330;p42"/>
          <p:cNvSpPr/>
          <p:nvPr>
            <p:ph idx="3" type="pic"/>
          </p:nvPr>
        </p:nvSpPr>
        <p:spPr>
          <a:xfrm>
            <a:off x="311725" y="1133300"/>
            <a:ext cx="4027500" cy="2392800"/>
          </a:xfrm>
          <a:prstGeom prst="rect">
            <a:avLst/>
          </a:prstGeom>
          <a:noFill/>
          <a:ln>
            <a:noFill/>
          </a:ln>
        </p:spPr>
      </p:sp>
      <p:sp>
        <p:nvSpPr>
          <p:cNvPr id="331" name="Google Shape;331;p42"/>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2" name="Google Shape;33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33" name="Google Shape;333;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42"/>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35" name="Google Shape;335;p42"/>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336" name="Shape 336"/>
        <p:cNvGrpSpPr/>
        <p:nvPr/>
      </p:nvGrpSpPr>
      <p:grpSpPr>
        <a:xfrm>
          <a:off x="0" y="0"/>
          <a:ext cx="0" cy="0"/>
          <a:chOff x="0" y="0"/>
          <a:chExt cx="0" cy="0"/>
        </a:xfrm>
      </p:grpSpPr>
      <p:sp>
        <p:nvSpPr>
          <p:cNvPr id="337" name="Google Shape;337;p43"/>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8" name="Google Shape;338;p43"/>
          <p:cNvSpPr/>
          <p:nvPr>
            <p:ph idx="2" type="pic"/>
          </p:nvPr>
        </p:nvSpPr>
        <p:spPr>
          <a:xfrm>
            <a:off x="6205225" y="1128325"/>
            <a:ext cx="2627100" cy="2273100"/>
          </a:xfrm>
          <a:prstGeom prst="rect">
            <a:avLst/>
          </a:prstGeom>
          <a:noFill/>
          <a:ln>
            <a:noFill/>
          </a:ln>
        </p:spPr>
      </p:sp>
      <p:sp>
        <p:nvSpPr>
          <p:cNvPr id="339" name="Google Shape;339;p43"/>
          <p:cNvSpPr/>
          <p:nvPr>
            <p:ph idx="3" type="pic"/>
          </p:nvPr>
        </p:nvSpPr>
        <p:spPr>
          <a:xfrm>
            <a:off x="311725" y="1128325"/>
            <a:ext cx="2627100" cy="2273100"/>
          </a:xfrm>
          <a:prstGeom prst="rect">
            <a:avLst/>
          </a:prstGeom>
          <a:noFill/>
          <a:ln>
            <a:noFill/>
          </a:ln>
        </p:spPr>
      </p:sp>
      <p:sp>
        <p:nvSpPr>
          <p:cNvPr id="340" name="Google Shape;340;p43"/>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1" name="Google Shape;341;p43"/>
          <p:cNvSpPr/>
          <p:nvPr>
            <p:ph idx="5" type="pic"/>
          </p:nvPr>
        </p:nvSpPr>
        <p:spPr>
          <a:xfrm>
            <a:off x="3255250" y="1128325"/>
            <a:ext cx="2627100" cy="2273100"/>
          </a:xfrm>
          <a:prstGeom prst="rect">
            <a:avLst/>
          </a:prstGeom>
          <a:noFill/>
          <a:ln>
            <a:noFill/>
          </a:ln>
        </p:spPr>
      </p:sp>
      <p:sp>
        <p:nvSpPr>
          <p:cNvPr id="342" name="Google Shape;342;p43"/>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3" name="Google Shape;343;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44" name="Google Shape;344;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5" name="Google Shape;345;p43"/>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46" name="Google Shape;346;p43"/>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47" name="Google Shape;347;p43"/>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348" name="Shape 348"/>
        <p:cNvGrpSpPr/>
        <p:nvPr/>
      </p:nvGrpSpPr>
      <p:grpSpPr>
        <a:xfrm>
          <a:off x="0" y="0"/>
          <a:ext cx="0" cy="0"/>
          <a:chOff x="0" y="0"/>
          <a:chExt cx="0" cy="0"/>
        </a:xfrm>
      </p:grpSpPr>
      <p:sp>
        <p:nvSpPr>
          <p:cNvPr id="349" name="Google Shape;349;p44"/>
          <p:cNvSpPr/>
          <p:nvPr>
            <p:ph idx="2" type="pic"/>
          </p:nvPr>
        </p:nvSpPr>
        <p:spPr>
          <a:xfrm>
            <a:off x="311700" y="445025"/>
            <a:ext cx="8520600" cy="4218300"/>
          </a:xfrm>
          <a:prstGeom prst="rect">
            <a:avLst/>
          </a:prstGeom>
          <a:noFill/>
          <a:ln>
            <a:noFill/>
          </a:ln>
        </p:spPr>
      </p:sp>
      <p:sp>
        <p:nvSpPr>
          <p:cNvPr id="350" name="Google Shape;350;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51" name="Shape 351"/>
        <p:cNvGrpSpPr/>
        <p:nvPr/>
      </p:nvGrpSpPr>
      <p:grpSpPr>
        <a:xfrm>
          <a:off x="0" y="0"/>
          <a:ext cx="0" cy="0"/>
          <a:chOff x="0" y="0"/>
          <a:chExt cx="0" cy="0"/>
        </a:xfrm>
      </p:grpSpPr>
      <p:sp>
        <p:nvSpPr>
          <p:cNvPr id="352" name="Google Shape;35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53" name="Google Shape;353;p45"/>
          <p:cNvSpPr/>
          <p:nvPr>
            <p:ph idx="2" type="pic"/>
          </p:nvPr>
        </p:nvSpPr>
        <p:spPr>
          <a:xfrm>
            <a:off x="3389600" y="118913"/>
            <a:ext cx="1643700" cy="1535100"/>
          </a:xfrm>
          <a:prstGeom prst="rect">
            <a:avLst/>
          </a:prstGeom>
          <a:noFill/>
          <a:ln>
            <a:noFill/>
          </a:ln>
        </p:spPr>
      </p:sp>
      <p:sp>
        <p:nvSpPr>
          <p:cNvPr id="354" name="Google Shape;354;p45"/>
          <p:cNvSpPr/>
          <p:nvPr>
            <p:ph idx="3" type="pic"/>
          </p:nvPr>
        </p:nvSpPr>
        <p:spPr>
          <a:xfrm>
            <a:off x="5195935" y="118913"/>
            <a:ext cx="1643700" cy="1535100"/>
          </a:xfrm>
          <a:prstGeom prst="rect">
            <a:avLst/>
          </a:prstGeom>
          <a:noFill/>
          <a:ln>
            <a:noFill/>
          </a:ln>
        </p:spPr>
      </p:sp>
      <p:sp>
        <p:nvSpPr>
          <p:cNvPr id="355" name="Google Shape;355;p45"/>
          <p:cNvSpPr/>
          <p:nvPr>
            <p:ph idx="4" type="pic"/>
          </p:nvPr>
        </p:nvSpPr>
        <p:spPr>
          <a:xfrm>
            <a:off x="7002270" y="118913"/>
            <a:ext cx="1643700" cy="1535100"/>
          </a:xfrm>
          <a:prstGeom prst="rect">
            <a:avLst/>
          </a:prstGeom>
          <a:noFill/>
          <a:ln>
            <a:noFill/>
          </a:ln>
        </p:spPr>
      </p:sp>
      <p:sp>
        <p:nvSpPr>
          <p:cNvPr id="356" name="Google Shape;356;p45"/>
          <p:cNvSpPr/>
          <p:nvPr>
            <p:ph idx="5" type="pic"/>
          </p:nvPr>
        </p:nvSpPr>
        <p:spPr>
          <a:xfrm>
            <a:off x="3389588" y="1804212"/>
            <a:ext cx="1643700" cy="1535100"/>
          </a:xfrm>
          <a:prstGeom prst="rect">
            <a:avLst/>
          </a:prstGeom>
          <a:noFill/>
          <a:ln>
            <a:noFill/>
          </a:ln>
        </p:spPr>
      </p:sp>
      <p:sp>
        <p:nvSpPr>
          <p:cNvPr id="357" name="Google Shape;357;p45"/>
          <p:cNvSpPr/>
          <p:nvPr>
            <p:ph idx="6" type="pic"/>
          </p:nvPr>
        </p:nvSpPr>
        <p:spPr>
          <a:xfrm>
            <a:off x="5195922" y="1804212"/>
            <a:ext cx="1643700" cy="1535100"/>
          </a:xfrm>
          <a:prstGeom prst="rect">
            <a:avLst/>
          </a:prstGeom>
          <a:noFill/>
          <a:ln>
            <a:noFill/>
          </a:ln>
        </p:spPr>
      </p:sp>
      <p:sp>
        <p:nvSpPr>
          <p:cNvPr id="358" name="Google Shape;358;p45"/>
          <p:cNvSpPr/>
          <p:nvPr>
            <p:ph idx="7" type="pic"/>
          </p:nvPr>
        </p:nvSpPr>
        <p:spPr>
          <a:xfrm>
            <a:off x="7002257" y="1804212"/>
            <a:ext cx="1643700" cy="1535100"/>
          </a:xfrm>
          <a:prstGeom prst="rect">
            <a:avLst/>
          </a:prstGeom>
          <a:noFill/>
          <a:ln>
            <a:noFill/>
          </a:ln>
        </p:spPr>
      </p:sp>
      <p:sp>
        <p:nvSpPr>
          <p:cNvPr id="359" name="Google Shape;359;p45"/>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0" name="Google Shape;360;p45"/>
          <p:cNvSpPr/>
          <p:nvPr>
            <p:ph idx="8" type="pic"/>
          </p:nvPr>
        </p:nvSpPr>
        <p:spPr>
          <a:xfrm>
            <a:off x="3389588" y="3489487"/>
            <a:ext cx="1643700" cy="1535100"/>
          </a:xfrm>
          <a:prstGeom prst="rect">
            <a:avLst/>
          </a:prstGeom>
          <a:noFill/>
          <a:ln>
            <a:noFill/>
          </a:ln>
        </p:spPr>
      </p:sp>
      <p:sp>
        <p:nvSpPr>
          <p:cNvPr id="361" name="Google Shape;361;p45"/>
          <p:cNvSpPr/>
          <p:nvPr>
            <p:ph idx="9" type="pic"/>
          </p:nvPr>
        </p:nvSpPr>
        <p:spPr>
          <a:xfrm>
            <a:off x="5195922" y="3489487"/>
            <a:ext cx="1643700" cy="1535100"/>
          </a:xfrm>
          <a:prstGeom prst="rect">
            <a:avLst/>
          </a:prstGeom>
          <a:noFill/>
          <a:ln>
            <a:noFill/>
          </a:ln>
        </p:spPr>
      </p:sp>
      <p:sp>
        <p:nvSpPr>
          <p:cNvPr id="362" name="Google Shape;362;p4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223625"/>
            <a:ext cx="5715000" cy="1835400"/>
          </a:xfrm>
          <a:prstGeom prst="rect">
            <a:avLst/>
          </a:prstGeom>
          <a:noFill/>
          <a:ln>
            <a:noFill/>
          </a:ln>
        </p:spPr>
        <p:txBody>
          <a:bodyPr anchorCtr="0" anchor="t" bIns="91425" lIns="91425" spcFirstLastPara="1" rIns="91425" wrap="square" tIns="91425">
            <a:noAutofit/>
          </a:bodyPr>
          <a:lstStyle>
            <a:lvl1pPr lvl="0">
              <a:lnSpc>
                <a:spcPct val="60000"/>
              </a:lnSpc>
              <a:spcBef>
                <a:spcPts val="0"/>
              </a:spcBef>
              <a:spcAft>
                <a:spcPts val="0"/>
              </a:spcAft>
              <a:buClr>
                <a:schemeClr val="dk1"/>
              </a:buClr>
              <a:buSzPts val="4800"/>
              <a:buFont typeface="Darker Grotesque"/>
              <a:buNone/>
              <a:defRPr b="1" sz="4800">
                <a:solidFill>
                  <a:schemeClr val="dk1"/>
                </a:solidFill>
                <a:latin typeface="Darker Grotesque"/>
                <a:ea typeface="Darker Grotesque"/>
                <a:cs typeface="Darker Grotesque"/>
                <a:sym typeface="Darker Grotesque"/>
              </a:defRPr>
            </a:lvl1pPr>
            <a:lvl2pPr lvl="1">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2pPr>
            <a:lvl3pPr lvl="2">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3pPr>
            <a:lvl4pPr lvl="3">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4pPr>
            <a:lvl5pPr lvl="4">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5pPr>
            <a:lvl6pPr lvl="5">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6pPr>
            <a:lvl7pPr lvl="6">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7pPr>
            <a:lvl8pPr lvl="7">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8pPr>
            <a:lvl9pPr lvl="8">
              <a:lnSpc>
                <a:spcPct val="60000"/>
              </a:lnSpc>
              <a:spcBef>
                <a:spcPts val="0"/>
              </a:spcBef>
              <a:spcAft>
                <a:spcPts val="0"/>
              </a:spcAft>
              <a:buClr>
                <a:schemeClr val="dk1"/>
              </a:buClr>
              <a:buSzPts val="1400"/>
              <a:buFont typeface="Darker Grotesque"/>
              <a:buNone/>
              <a:defRPr b="1">
                <a:solidFill>
                  <a:schemeClr val="dk1"/>
                </a:solidFill>
                <a:latin typeface="Darker Grotesque"/>
                <a:ea typeface="Darker Grotesque"/>
                <a:cs typeface="Darker Grotesque"/>
                <a:sym typeface="Darker Grotesque"/>
              </a:defRPr>
            </a:lvl9pPr>
          </a:lstStyle>
          <a:p/>
        </p:txBody>
      </p:sp>
      <p:sp>
        <p:nvSpPr>
          <p:cNvPr id="7" name="Google Shape;7;p1"/>
          <p:cNvSpPr txBox="1"/>
          <p:nvPr>
            <p:ph idx="1" type="body"/>
          </p:nvPr>
        </p:nvSpPr>
        <p:spPr>
          <a:xfrm>
            <a:off x="230900" y="3328825"/>
            <a:ext cx="6547200" cy="15912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1pPr>
            <a:lvl2pPr indent="-292100" lvl="1" marL="9144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2pPr>
            <a:lvl3pPr indent="-292100" lvl="2" marL="13716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3pPr>
            <a:lvl4pPr indent="-292100" lvl="3" marL="18288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4pPr>
            <a:lvl5pPr indent="-292100" lvl="4" marL="22860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5pPr>
            <a:lvl6pPr indent="-292100" lvl="5" marL="27432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6pPr>
            <a:lvl7pPr indent="-292100" lvl="6" marL="32004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7pPr>
            <a:lvl8pPr indent="-292100" lvl="7" marL="36576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8pPr>
            <a:lvl9pPr indent="-292100" lvl="8" marL="4114800">
              <a:spcBef>
                <a:spcPts val="0"/>
              </a:spcBef>
              <a:spcAft>
                <a:spcPts val="0"/>
              </a:spcAft>
              <a:buClr>
                <a:schemeClr val="dk1"/>
              </a:buClr>
              <a:buSzPts val="1000"/>
              <a:buFont typeface="Archivo"/>
              <a:buChar char="■"/>
              <a:defRPr sz="1000">
                <a:solidFill>
                  <a:schemeClr val="dk1"/>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orient="horz" pos="141">
          <p15:clr>
            <a:srgbClr val="E46962"/>
          </p15:clr>
        </p15:guide>
        <p15:guide id="3" orient="horz" pos="3099">
          <p15:clr>
            <a:srgbClr val="E46962"/>
          </p15:clr>
        </p15:guide>
        <p15:guide id="4" pos="216">
          <p15:clr>
            <a:srgbClr val="E46962"/>
          </p15:clr>
        </p15:guide>
        <p15:guide id="5" pos="593">
          <p15:clr>
            <a:srgbClr val="E46962"/>
          </p15:clr>
        </p15:guide>
        <p15:guide id="6" pos="669">
          <p15:clr>
            <a:srgbClr val="E46962"/>
          </p15:clr>
        </p15:guide>
        <p15:guide id="7" pos="1044">
          <p15:clr>
            <a:srgbClr val="E46962"/>
          </p15:clr>
        </p15:guide>
        <p15:guide id="8" pos="1119">
          <p15:clr>
            <a:srgbClr val="E46962"/>
          </p15:clr>
        </p15:guide>
        <p15:guide id="9" pos="1494">
          <p15:clr>
            <a:srgbClr val="E46962"/>
          </p15:clr>
        </p15:guide>
        <p15:guide id="10" pos="1569">
          <p15:clr>
            <a:srgbClr val="E46962"/>
          </p15:clr>
        </p15:guide>
        <p15:guide id="11" pos="1944">
          <p15:clr>
            <a:srgbClr val="E46962"/>
          </p15:clr>
        </p15:guide>
        <p15:guide id="12" pos="2019">
          <p15:clr>
            <a:srgbClr val="E46962"/>
          </p15:clr>
        </p15:guide>
        <p15:guide id="13" pos="2394">
          <p15:clr>
            <a:srgbClr val="E46962"/>
          </p15:clr>
        </p15:guide>
        <p15:guide id="14" pos="2469">
          <p15:clr>
            <a:srgbClr val="E46962"/>
          </p15:clr>
        </p15:guide>
        <p15:guide id="15" pos="2844">
          <p15:clr>
            <a:srgbClr val="E46962"/>
          </p15:clr>
        </p15:guide>
        <p15:guide id="16" pos="2919">
          <p15:clr>
            <a:srgbClr val="E46962"/>
          </p15:clr>
        </p15:guide>
        <p15:guide id="17" pos="3294">
          <p15:clr>
            <a:srgbClr val="E46962"/>
          </p15:clr>
        </p15:guide>
        <p15:guide id="18" pos="3370">
          <p15:clr>
            <a:srgbClr val="E46962"/>
          </p15:clr>
        </p15:guide>
        <p15:guide id="19" pos="3744">
          <p15:clr>
            <a:srgbClr val="E46962"/>
          </p15:clr>
        </p15:guide>
        <p15:guide id="20" pos="3816">
          <p15:clr>
            <a:srgbClr val="E46962"/>
          </p15:clr>
        </p15:guide>
        <p15:guide id="21" pos="4194">
          <p15:clr>
            <a:srgbClr val="E46962"/>
          </p15:clr>
        </p15:guide>
        <p15:guide id="22" pos="4270">
          <p15:clr>
            <a:srgbClr val="E46962"/>
          </p15:clr>
        </p15:guide>
        <p15:guide id="23" pos="4644">
          <p15:clr>
            <a:srgbClr val="E46962"/>
          </p15:clr>
        </p15:guide>
        <p15:guide id="24" pos="4720">
          <p15:clr>
            <a:srgbClr val="E46962"/>
          </p15:clr>
        </p15:guide>
        <p15:guide id="25" pos="5094">
          <p15:clr>
            <a:srgbClr val="E46962"/>
          </p15:clr>
        </p15:guide>
        <p15:guide id="26" pos="5170">
          <p15:clr>
            <a:srgbClr val="E46962"/>
          </p15:clr>
        </p15:guide>
        <p15:guide id="27" pos="5544">
          <p15:clr>
            <a:srgbClr val="E46962"/>
          </p15:clr>
        </p15:guide>
        <p15:guide id="28" pos="5616">
          <p15:clr>
            <a:srgbClr val="E46962"/>
          </p15:clr>
        </p15:guide>
        <p15:guide id="29" orient="horz" pos="2927">
          <p15:clr>
            <a:srgbClr val="E46962"/>
          </p15:clr>
        </p15:guide>
        <p15:guide id="30" orient="horz"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7.jpg"/><Relationship Id="rId4" Type="http://schemas.openxmlformats.org/officeDocument/2006/relationships/image" Target="../media/image24.jpg"/><Relationship Id="rId5" Type="http://schemas.openxmlformats.org/officeDocument/2006/relationships/image" Target="../media/image29.jpg"/><Relationship Id="rId6"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6.jp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2.jpg"/><Relationship Id="rId5" Type="http://schemas.openxmlformats.org/officeDocument/2006/relationships/image" Target="../media/image2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12.jpg"/><Relationship Id="rId5" Type="http://schemas.openxmlformats.org/officeDocument/2006/relationships/image" Target="../media/image26.jpg"/><Relationship Id="rId6"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 Id="rId3" Type="http://schemas.openxmlformats.org/officeDocument/2006/relationships/image" Target="../media/image2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6"/>
          <p:cNvSpPr txBox="1"/>
          <p:nvPr>
            <p:ph type="title"/>
          </p:nvPr>
        </p:nvSpPr>
        <p:spPr>
          <a:xfrm>
            <a:off x="114300" y="92175"/>
            <a:ext cx="8915400" cy="235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600"/>
              <a:t>Community Resilience </a:t>
            </a:r>
            <a:r>
              <a:rPr i="1" lang="en" sz="9600"/>
              <a:t>for</a:t>
            </a:r>
            <a:r>
              <a:rPr lang="en" sz="9600"/>
              <a:t> Small Businesses</a:t>
            </a:r>
            <a:endParaRPr sz="9600"/>
          </a:p>
        </p:txBody>
      </p:sp>
      <p:sp>
        <p:nvSpPr>
          <p:cNvPr id="368" name="Google Shape;368;p46"/>
          <p:cNvSpPr txBox="1"/>
          <p:nvPr>
            <p:ph idx="2" type="title"/>
          </p:nvPr>
        </p:nvSpPr>
        <p:spPr>
          <a:xfrm>
            <a:off x="4637775" y="3665450"/>
            <a:ext cx="4041000" cy="1254600"/>
          </a:xfrm>
          <a:prstGeom prst="rect">
            <a:avLst/>
          </a:prstGeom>
        </p:spPr>
        <p:txBody>
          <a:bodyPr anchorCtr="0" anchor="b" bIns="91425" lIns="91425" spcFirstLastPara="1" rIns="91425" wrap="square" tIns="91425">
            <a:normAutofit/>
          </a:bodyPr>
          <a:lstStyle/>
          <a:p>
            <a:pPr indent="0" lvl="0" marL="0" rtl="0" algn="l">
              <a:lnSpc>
                <a:spcPct val="50000"/>
              </a:lnSpc>
              <a:spcBef>
                <a:spcPts val="0"/>
              </a:spcBef>
              <a:spcAft>
                <a:spcPts val="0"/>
              </a:spcAft>
              <a:buClr>
                <a:schemeClr val="lt1"/>
              </a:buClr>
              <a:buSzPts val="1100"/>
              <a:buFont typeface="Arial"/>
              <a:buNone/>
            </a:pPr>
            <a:r>
              <a:rPr lang="en" sz="5900"/>
              <a:t>10</a:t>
            </a:r>
            <a:r>
              <a:rPr lang="en" sz="5900"/>
              <a:t>.03.2025</a:t>
            </a:r>
            <a:endParaRPr sz="5900"/>
          </a:p>
        </p:txBody>
      </p:sp>
      <p:sp>
        <p:nvSpPr>
          <p:cNvPr id="369" name="Google Shape;369;p46"/>
          <p:cNvSpPr txBox="1"/>
          <p:nvPr>
            <p:ph type="title"/>
          </p:nvPr>
        </p:nvSpPr>
        <p:spPr>
          <a:xfrm>
            <a:off x="213356" y="4592400"/>
            <a:ext cx="3658800" cy="3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7"/>
          <p:cNvSpPr/>
          <p:nvPr/>
        </p:nvSpPr>
        <p:spPr>
          <a:xfrm>
            <a:off x="228588" y="223625"/>
            <a:ext cx="1572000" cy="516600"/>
          </a:xfrm>
          <a:prstGeom prst="roundRect">
            <a:avLst>
              <a:gd fmla="val 33319" name="adj"/>
            </a:avLst>
          </a:prstGeom>
          <a:solidFill>
            <a:schemeClr val="dk2"/>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lt1"/>
              </a:buClr>
              <a:buSzPts val="1100"/>
              <a:buNone/>
            </a:pPr>
            <a:r>
              <a:rPr b="1" lang="en" sz="2400">
                <a:solidFill>
                  <a:schemeClr val="lt1"/>
                </a:solidFill>
                <a:latin typeface="Darker Grotesque"/>
                <a:ea typeface="Darker Grotesque"/>
                <a:cs typeface="Darker Grotesque"/>
                <a:sym typeface="Darker Grotesque"/>
              </a:rPr>
              <a:t>AGENDA</a:t>
            </a:r>
            <a:endParaRPr sz="2400">
              <a:solidFill>
                <a:schemeClr val="lt1"/>
              </a:solidFill>
              <a:latin typeface="Darker Grotesque"/>
              <a:ea typeface="Darker Grotesque"/>
              <a:cs typeface="Darker Grotesque"/>
              <a:sym typeface="Darker Grotesque"/>
            </a:endParaRPr>
          </a:p>
        </p:txBody>
      </p:sp>
      <p:sp>
        <p:nvSpPr>
          <p:cNvPr id="375" name="Google Shape;375;p47"/>
          <p:cNvSpPr/>
          <p:nvPr/>
        </p:nvSpPr>
        <p:spPr>
          <a:xfrm>
            <a:off x="228600" y="898969"/>
            <a:ext cx="1572000" cy="516600"/>
          </a:xfrm>
          <a:prstGeom prst="roundRect">
            <a:avLst>
              <a:gd fmla="val 33319"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lt1"/>
              </a:buClr>
              <a:buSzPts val="1100"/>
              <a:buNone/>
            </a:pPr>
            <a:r>
              <a:rPr b="1" lang="en" sz="2400">
                <a:solidFill>
                  <a:schemeClr val="dk1"/>
                </a:solidFill>
                <a:latin typeface="Darker Grotesque"/>
                <a:ea typeface="Darker Grotesque"/>
                <a:cs typeface="Darker Grotesque"/>
                <a:sym typeface="Darker Grotesque"/>
              </a:rPr>
              <a:t>01</a:t>
            </a:r>
            <a:endParaRPr sz="2400">
              <a:solidFill>
                <a:schemeClr val="dk1"/>
              </a:solidFill>
              <a:latin typeface="Darker Grotesque"/>
              <a:ea typeface="Darker Grotesque"/>
              <a:cs typeface="Darker Grotesque"/>
              <a:sym typeface="Darker Grotesque"/>
            </a:endParaRPr>
          </a:p>
        </p:txBody>
      </p:sp>
      <p:sp>
        <p:nvSpPr>
          <p:cNvPr id="376" name="Google Shape;376;p47"/>
          <p:cNvSpPr/>
          <p:nvPr/>
        </p:nvSpPr>
        <p:spPr>
          <a:xfrm>
            <a:off x="1929750" y="898975"/>
            <a:ext cx="2475300" cy="516600"/>
          </a:xfrm>
          <a:prstGeom prst="roundRect">
            <a:avLst>
              <a:gd fmla="val 33319" name="adj"/>
            </a:avLst>
          </a:prstGeom>
          <a:solidFill>
            <a:schemeClr val="dk1"/>
          </a:solidFill>
          <a:ln>
            <a:noFill/>
          </a:ln>
        </p:spPr>
        <p:txBody>
          <a:bodyPr anchorCtr="0" anchor="ctr" bIns="91425" lIns="91425" spcFirstLastPara="1" rIns="91425" wrap="square" tIns="91425">
            <a:noAutofit/>
          </a:bodyPr>
          <a:lstStyle/>
          <a:p>
            <a:pPr indent="0" lvl="0" marL="85725" rtl="0" algn="l">
              <a:lnSpc>
                <a:spcPct val="80000"/>
              </a:lnSpc>
              <a:spcBef>
                <a:spcPts val="0"/>
              </a:spcBef>
              <a:spcAft>
                <a:spcPts val="0"/>
              </a:spcAft>
              <a:buClr>
                <a:schemeClr val="lt1"/>
              </a:buClr>
              <a:buSzPts val="1100"/>
              <a:buNone/>
            </a:pPr>
            <a:r>
              <a:rPr b="1" lang="en" sz="2400">
                <a:solidFill>
                  <a:schemeClr val="lt1"/>
                </a:solidFill>
                <a:latin typeface="Darker Grotesque"/>
                <a:ea typeface="Darker Grotesque"/>
                <a:cs typeface="Darker Grotesque"/>
                <a:sym typeface="Darker Grotesque"/>
              </a:rPr>
              <a:t>INTRODUCTION</a:t>
            </a:r>
            <a:endParaRPr sz="2400">
              <a:solidFill>
                <a:schemeClr val="lt1"/>
              </a:solidFill>
              <a:latin typeface="Darker Grotesque"/>
              <a:ea typeface="Darker Grotesque"/>
              <a:cs typeface="Darker Grotesque"/>
              <a:sym typeface="Darker Grotesque"/>
            </a:endParaRPr>
          </a:p>
        </p:txBody>
      </p:sp>
      <p:sp>
        <p:nvSpPr>
          <p:cNvPr id="377" name="Google Shape;377;p47"/>
          <p:cNvSpPr/>
          <p:nvPr/>
        </p:nvSpPr>
        <p:spPr>
          <a:xfrm>
            <a:off x="228588" y="1601344"/>
            <a:ext cx="1572000" cy="516600"/>
          </a:xfrm>
          <a:prstGeom prst="roundRect">
            <a:avLst>
              <a:gd fmla="val 33319"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lt1"/>
              </a:buClr>
              <a:buSzPts val="1100"/>
              <a:buNone/>
            </a:pPr>
            <a:r>
              <a:rPr b="1" lang="en" sz="2400">
                <a:solidFill>
                  <a:schemeClr val="dk1"/>
                </a:solidFill>
                <a:latin typeface="Darker Grotesque"/>
                <a:ea typeface="Darker Grotesque"/>
                <a:cs typeface="Darker Grotesque"/>
                <a:sym typeface="Darker Grotesque"/>
              </a:rPr>
              <a:t>02</a:t>
            </a:r>
            <a:endParaRPr sz="2400">
              <a:solidFill>
                <a:schemeClr val="dk1"/>
              </a:solidFill>
              <a:latin typeface="Darker Grotesque"/>
              <a:ea typeface="Darker Grotesque"/>
              <a:cs typeface="Darker Grotesque"/>
              <a:sym typeface="Darker Grotesque"/>
            </a:endParaRPr>
          </a:p>
        </p:txBody>
      </p:sp>
      <p:sp>
        <p:nvSpPr>
          <p:cNvPr id="378" name="Google Shape;378;p47"/>
          <p:cNvSpPr/>
          <p:nvPr/>
        </p:nvSpPr>
        <p:spPr>
          <a:xfrm>
            <a:off x="228588" y="2267344"/>
            <a:ext cx="1572000" cy="516600"/>
          </a:xfrm>
          <a:prstGeom prst="roundRect">
            <a:avLst>
              <a:gd fmla="val 33319"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lt1"/>
              </a:buClr>
              <a:buSzPts val="1100"/>
              <a:buNone/>
            </a:pPr>
            <a:r>
              <a:rPr b="1" lang="en" sz="2400">
                <a:solidFill>
                  <a:schemeClr val="dk1"/>
                </a:solidFill>
                <a:latin typeface="Darker Grotesque"/>
                <a:ea typeface="Darker Grotesque"/>
                <a:cs typeface="Darker Grotesque"/>
                <a:sym typeface="Darker Grotesque"/>
              </a:rPr>
              <a:t>03</a:t>
            </a:r>
            <a:endParaRPr sz="2400">
              <a:solidFill>
                <a:schemeClr val="dk1"/>
              </a:solidFill>
              <a:latin typeface="Darker Grotesque"/>
              <a:ea typeface="Darker Grotesque"/>
              <a:cs typeface="Darker Grotesque"/>
              <a:sym typeface="Darker Grotesque"/>
            </a:endParaRPr>
          </a:p>
        </p:txBody>
      </p:sp>
      <p:sp>
        <p:nvSpPr>
          <p:cNvPr id="379" name="Google Shape;379;p47"/>
          <p:cNvSpPr/>
          <p:nvPr/>
        </p:nvSpPr>
        <p:spPr>
          <a:xfrm>
            <a:off x="228588" y="2933344"/>
            <a:ext cx="1572000" cy="516600"/>
          </a:xfrm>
          <a:prstGeom prst="roundRect">
            <a:avLst>
              <a:gd fmla="val 33319"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lt1"/>
              </a:buClr>
              <a:buSzPts val="1100"/>
              <a:buNone/>
            </a:pPr>
            <a:r>
              <a:rPr b="1" lang="en" sz="2400">
                <a:solidFill>
                  <a:schemeClr val="dk1"/>
                </a:solidFill>
                <a:latin typeface="Darker Grotesque"/>
                <a:ea typeface="Darker Grotesque"/>
                <a:cs typeface="Darker Grotesque"/>
                <a:sym typeface="Darker Grotesque"/>
              </a:rPr>
              <a:t>04</a:t>
            </a:r>
            <a:endParaRPr sz="2400">
              <a:solidFill>
                <a:schemeClr val="dk1"/>
              </a:solidFill>
              <a:latin typeface="Darker Grotesque"/>
              <a:ea typeface="Darker Grotesque"/>
              <a:cs typeface="Darker Grotesque"/>
              <a:sym typeface="Darker Grotesque"/>
            </a:endParaRPr>
          </a:p>
        </p:txBody>
      </p:sp>
      <p:sp>
        <p:nvSpPr>
          <p:cNvPr id="380" name="Google Shape;380;p47"/>
          <p:cNvSpPr/>
          <p:nvPr/>
        </p:nvSpPr>
        <p:spPr>
          <a:xfrm>
            <a:off x="228588" y="3602407"/>
            <a:ext cx="1572000" cy="516600"/>
          </a:xfrm>
          <a:prstGeom prst="roundRect">
            <a:avLst>
              <a:gd fmla="val 33319"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lt1"/>
              </a:buClr>
              <a:buSzPts val="1100"/>
              <a:buNone/>
            </a:pPr>
            <a:r>
              <a:rPr b="1" lang="en" sz="2400">
                <a:solidFill>
                  <a:schemeClr val="dk1"/>
                </a:solidFill>
                <a:latin typeface="Darker Grotesque"/>
                <a:ea typeface="Darker Grotesque"/>
                <a:cs typeface="Darker Grotesque"/>
                <a:sym typeface="Darker Grotesque"/>
              </a:rPr>
              <a:t>05</a:t>
            </a:r>
            <a:endParaRPr sz="2400">
              <a:solidFill>
                <a:schemeClr val="dk1"/>
              </a:solidFill>
              <a:latin typeface="Darker Grotesque"/>
              <a:ea typeface="Darker Grotesque"/>
              <a:cs typeface="Darker Grotesque"/>
              <a:sym typeface="Darker Grotesque"/>
            </a:endParaRPr>
          </a:p>
        </p:txBody>
      </p:sp>
      <p:sp>
        <p:nvSpPr>
          <p:cNvPr id="381" name="Google Shape;381;p47"/>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382" name="Google Shape;382;p47"/>
          <p:cNvSpPr/>
          <p:nvPr/>
        </p:nvSpPr>
        <p:spPr>
          <a:xfrm>
            <a:off x="1929750" y="1583175"/>
            <a:ext cx="4611000" cy="516600"/>
          </a:xfrm>
          <a:prstGeom prst="roundRect">
            <a:avLst>
              <a:gd fmla="val 33319" name="adj"/>
            </a:avLst>
          </a:prstGeom>
          <a:solidFill>
            <a:schemeClr val="dk1"/>
          </a:solidFill>
          <a:ln>
            <a:noFill/>
          </a:ln>
        </p:spPr>
        <p:txBody>
          <a:bodyPr anchorCtr="0" anchor="ctr" bIns="91425" lIns="200025" spcFirstLastPara="1" rIns="91425" wrap="square" tIns="91425">
            <a:noAutofit/>
          </a:bodyPr>
          <a:lstStyle/>
          <a:p>
            <a:pPr indent="0" lvl="0" marL="0" rtl="0" algn="l">
              <a:lnSpc>
                <a:spcPct val="80000"/>
              </a:lnSpc>
              <a:spcBef>
                <a:spcPts val="0"/>
              </a:spcBef>
              <a:spcAft>
                <a:spcPts val="0"/>
              </a:spcAft>
              <a:buClr>
                <a:schemeClr val="lt1"/>
              </a:buClr>
              <a:buSzPts val="1100"/>
              <a:buNone/>
            </a:pPr>
            <a:r>
              <a:rPr b="1" lang="en" sz="2400">
                <a:solidFill>
                  <a:schemeClr val="lt1"/>
                </a:solidFill>
                <a:latin typeface="Darker Grotesque"/>
                <a:ea typeface="Darker Grotesque"/>
                <a:cs typeface="Darker Grotesque"/>
                <a:sym typeface="Darker Grotesque"/>
              </a:rPr>
              <a:t>NEEDFINDING METHODOLOGY</a:t>
            </a:r>
            <a:endParaRPr sz="2400">
              <a:solidFill>
                <a:schemeClr val="lt1"/>
              </a:solidFill>
              <a:latin typeface="Darker Grotesque"/>
              <a:ea typeface="Darker Grotesque"/>
              <a:cs typeface="Darker Grotesque"/>
              <a:sym typeface="Darker Grotesque"/>
            </a:endParaRPr>
          </a:p>
        </p:txBody>
      </p:sp>
      <p:sp>
        <p:nvSpPr>
          <p:cNvPr id="383" name="Google Shape;383;p47"/>
          <p:cNvSpPr/>
          <p:nvPr/>
        </p:nvSpPr>
        <p:spPr>
          <a:xfrm>
            <a:off x="1929750" y="2258275"/>
            <a:ext cx="3120600" cy="516600"/>
          </a:xfrm>
          <a:prstGeom prst="roundRect">
            <a:avLst>
              <a:gd fmla="val 33319" name="adj"/>
            </a:avLst>
          </a:prstGeom>
          <a:solidFill>
            <a:schemeClr val="dk1"/>
          </a:solidFill>
          <a:ln>
            <a:noFill/>
          </a:ln>
        </p:spPr>
        <p:txBody>
          <a:bodyPr anchorCtr="0" anchor="ctr" bIns="91425" lIns="91425" spcFirstLastPara="1" rIns="91425" wrap="square" tIns="91425">
            <a:noAutofit/>
          </a:bodyPr>
          <a:lstStyle/>
          <a:p>
            <a:pPr indent="0" lvl="0" marL="85725" rtl="0" algn="l">
              <a:lnSpc>
                <a:spcPct val="80000"/>
              </a:lnSpc>
              <a:spcBef>
                <a:spcPts val="0"/>
              </a:spcBef>
              <a:spcAft>
                <a:spcPts val="0"/>
              </a:spcAft>
              <a:buClr>
                <a:schemeClr val="lt1"/>
              </a:buClr>
              <a:buSzPts val="1100"/>
              <a:buNone/>
            </a:pPr>
            <a:r>
              <a:rPr b="1" lang="en" sz="2400">
                <a:solidFill>
                  <a:schemeClr val="lt1"/>
                </a:solidFill>
                <a:latin typeface="Darker Grotesque"/>
                <a:ea typeface="Darker Grotesque"/>
                <a:cs typeface="Darker Grotesque"/>
                <a:sym typeface="Darker Grotesque"/>
              </a:rPr>
              <a:t>INTERVIEW RESULTS</a:t>
            </a:r>
            <a:endParaRPr sz="2400">
              <a:solidFill>
                <a:schemeClr val="lt1"/>
              </a:solidFill>
              <a:latin typeface="Darker Grotesque"/>
              <a:ea typeface="Darker Grotesque"/>
              <a:cs typeface="Darker Grotesque"/>
              <a:sym typeface="Darker Grotesque"/>
            </a:endParaRPr>
          </a:p>
        </p:txBody>
      </p:sp>
      <p:sp>
        <p:nvSpPr>
          <p:cNvPr id="384" name="Google Shape;384;p47"/>
          <p:cNvSpPr/>
          <p:nvPr/>
        </p:nvSpPr>
        <p:spPr>
          <a:xfrm>
            <a:off x="1929750" y="2930350"/>
            <a:ext cx="1770600" cy="516600"/>
          </a:xfrm>
          <a:prstGeom prst="roundRect">
            <a:avLst>
              <a:gd fmla="val 33319" name="adj"/>
            </a:avLst>
          </a:prstGeom>
          <a:solidFill>
            <a:schemeClr val="dk1"/>
          </a:solidFill>
          <a:ln>
            <a:noFill/>
          </a:ln>
        </p:spPr>
        <p:txBody>
          <a:bodyPr anchorCtr="0" anchor="ctr" bIns="91425" lIns="91425" spcFirstLastPara="1" rIns="91425" wrap="square" tIns="91425">
            <a:noAutofit/>
          </a:bodyPr>
          <a:lstStyle/>
          <a:p>
            <a:pPr indent="0" lvl="0" marL="85725" rtl="0" algn="l">
              <a:lnSpc>
                <a:spcPct val="80000"/>
              </a:lnSpc>
              <a:spcBef>
                <a:spcPts val="0"/>
              </a:spcBef>
              <a:spcAft>
                <a:spcPts val="0"/>
              </a:spcAft>
              <a:buClr>
                <a:schemeClr val="lt1"/>
              </a:buClr>
              <a:buSzPts val="1100"/>
              <a:buNone/>
            </a:pPr>
            <a:r>
              <a:rPr b="1" lang="en" sz="2400">
                <a:solidFill>
                  <a:schemeClr val="lt1"/>
                </a:solidFill>
                <a:latin typeface="Darker Grotesque"/>
                <a:ea typeface="Darker Grotesque"/>
                <a:cs typeface="Darker Grotesque"/>
                <a:sym typeface="Darker Grotesque"/>
              </a:rPr>
              <a:t>ANALYSIS</a:t>
            </a:r>
            <a:endParaRPr sz="2400">
              <a:solidFill>
                <a:schemeClr val="lt1"/>
              </a:solidFill>
              <a:latin typeface="Darker Grotesque"/>
              <a:ea typeface="Darker Grotesque"/>
              <a:cs typeface="Darker Grotesque"/>
              <a:sym typeface="Darker Grotesque"/>
            </a:endParaRPr>
          </a:p>
        </p:txBody>
      </p:sp>
      <p:sp>
        <p:nvSpPr>
          <p:cNvPr id="385" name="Google Shape;385;p47"/>
          <p:cNvSpPr/>
          <p:nvPr/>
        </p:nvSpPr>
        <p:spPr>
          <a:xfrm>
            <a:off x="1929750" y="3593375"/>
            <a:ext cx="1816500" cy="516600"/>
          </a:xfrm>
          <a:prstGeom prst="roundRect">
            <a:avLst>
              <a:gd fmla="val 33319" name="adj"/>
            </a:avLst>
          </a:prstGeom>
          <a:solidFill>
            <a:schemeClr val="dk1"/>
          </a:solidFill>
          <a:ln>
            <a:noFill/>
          </a:ln>
        </p:spPr>
        <p:txBody>
          <a:bodyPr anchorCtr="0" anchor="ctr" bIns="91425" lIns="91425" spcFirstLastPara="1" rIns="91425" wrap="square" tIns="91425">
            <a:noAutofit/>
          </a:bodyPr>
          <a:lstStyle/>
          <a:p>
            <a:pPr indent="0" lvl="0" marL="85725" rtl="0" algn="l">
              <a:lnSpc>
                <a:spcPct val="80000"/>
              </a:lnSpc>
              <a:spcBef>
                <a:spcPts val="0"/>
              </a:spcBef>
              <a:spcAft>
                <a:spcPts val="0"/>
              </a:spcAft>
              <a:buClr>
                <a:schemeClr val="lt1"/>
              </a:buClr>
              <a:buSzPts val="1100"/>
              <a:buNone/>
            </a:pPr>
            <a:r>
              <a:rPr b="1" lang="en" sz="2400">
                <a:solidFill>
                  <a:schemeClr val="lt1"/>
                </a:solidFill>
                <a:latin typeface="Darker Grotesque"/>
                <a:ea typeface="Darker Grotesque"/>
                <a:cs typeface="Darker Grotesque"/>
                <a:sym typeface="Darker Grotesque"/>
              </a:rPr>
              <a:t>SUMMARY</a:t>
            </a:r>
            <a:endParaRPr sz="2400">
              <a:solidFill>
                <a:schemeClr val="lt1"/>
              </a:solidFill>
              <a:latin typeface="Darker Grotesque"/>
              <a:ea typeface="Darker Grotesque"/>
              <a:cs typeface="Darker Grotesque"/>
              <a:sym typeface="Darker Grotesq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8"/>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1</a:t>
            </a:r>
            <a:endParaRPr/>
          </a:p>
        </p:txBody>
      </p:sp>
      <p:sp>
        <p:nvSpPr>
          <p:cNvPr id="391" name="Google Shape;391;p48"/>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pic>
        <p:nvPicPr>
          <p:cNvPr descr="Office workers collaborating together." id="392" name="Google Shape;392;p48"/>
          <p:cNvPicPr preferRelativeResize="0"/>
          <p:nvPr>
            <p:ph idx="2" type="pic"/>
          </p:nvPr>
        </p:nvPicPr>
        <p:blipFill rotWithShape="1">
          <a:blip r:embed="rId3">
            <a:alphaModFix/>
          </a:blip>
          <a:srcRect b="0" l="47266" r="31371" t="0"/>
          <a:stretch/>
        </p:blipFill>
        <p:spPr>
          <a:xfrm>
            <a:off x="6702550" y="228300"/>
            <a:ext cx="1501500" cy="4691700"/>
          </a:xfrm>
          <a:prstGeom prst="roundRect">
            <a:avLst>
              <a:gd fmla="val 16667" name="adj"/>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49" title="IMG_0095-preview 2.jpg"/>
          <p:cNvPicPr preferRelativeResize="0"/>
          <p:nvPr>
            <p:ph idx="2" type="pic"/>
          </p:nvPr>
        </p:nvPicPr>
        <p:blipFill rotWithShape="1">
          <a:blip r:embed="rId3">
            <a:alphaModFix/>
          </a:blip>
          <a:srcRect b="0" l="5760" r="5760" t="0"/>
          <a:stretch/>
        </p:blipFill>
        <p:spPr>
          <a:xfrm>
            <a:off x="228375" y="1508150"/>
            <a:ext cx="2082900" cy="3138900"/>
          </a:xfrm>
          <a:prstGeom prst="roundRect">
            <a:avLst>
              <a:gd fmla="val 16667" name="adj"/>
            </a:avLst>
          </a:prstGeom>
        </p:spPr>
      </p:pic>
      <p:sp>
        <p:nvSpPr>
          <p:cNvPr id="398" name="Google Shape;398;p49"/>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399" name="Google Shape;399;p49"/>
          <p:cNvSpPr txBox="1"/>
          <p:nvPr>
            <p:ph type="title"/>
          </p:nvPr>
        </p:nvSpPr>
        <p:spPr>
          <a:xfrm>
            <a:off x="342900" y="269025"/>
            <a:ext cx="4141200" cy="101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MEET</a:t>
            </a:r>
            <a:endParaRPr/>
          </a:p>
          <a:p>
            <a:pPr indent="0" lvl="0" marL="0" rtl="0" algn="l">
              <a:spcBef>
                <a:spcPts val="0"/>
              </a:spcBef>
              <a:spcAft>
                <a:spcPts val="0"/>
              </a:spcAft>
              <a:buNone/>
            </a:pPr>
            <a:r>
              <a:rPr lang="en"/>
              <a:t>THE TEAM</a:t>
            </a:r>
            <a:endParaRPr/>
          </a:p>
        </p:txBody>
      </p:sp>
      <p:pic>
        <p:nvPicPr>
          <p:cNvPr id="400" name="Google Shape;400;p49" title="eva icecream shop.jpeg"/>
          <p:cNvPicPr preferRelativeResize="0"/>
          <p:nvPr>
            <p:ph idx="3" type="pic"/>
          </p:nvPr>
        </p:nvPicPr>
        <p:blipFill rotWithShape="1">
          <a:blip r:embed="rId4">
            <a:alphaModFix/>
          </a:blip>
          <a:srcRect b="7620" l="0" r="0" t="7612"/>
          <a:stretch/>
        </p:blipFill>
        <p:spPr>
          <a:xfrm>
            <a:off x="2431158" y="1508150"/>
            <a:ext cx="2082900" cy="3138900"/>
          </a:xfrm>
          <a:prstGeom prst="roundRect">
            <a:avLst>
              <a:gd fmla="val 16667" name="adj"/>
            </a:avLst>
          </a:prstGeom>
        </p:spPr>
      </p:pic>
      <p:pic>
        <p:nvPicPr>
          <p:cNvPr id="401" name="Google Shape;401;p49" title="IMG_4777 3.jpeg"/>
          <p:cNvPicPr preferRelativeResize="0"/>
          <p:nvPr>
            <p:ph idx="4" type="pic"/>
          </p:nvPr>
        </p:nvPicPr>
        <p:blipFill rotWithShape="1">
          <a:blip r:embed="rId5">
            <a:alphaModFix/>
          </a:blip>
          <a:srcRect b="5309" l="29001" r="17003" t="33662"/>
          <a:stretch/>
        </p:blipFill>
        <p:spPr>
          <a:xfrm>
            <a:off x="4633942" y="1508150"/>
            <a:ext cx="2082900" cy="3138900"/>
          </a:xfrm>
          <a:prstGeom prst="roundRect">
            <a:avLst>
              <a:gd fmla="val 16667" name="adj"/>
            </a:avLst>
          </a:prstGeom>
        </p:spPr>
      </p:pic>
      <p:pic>
        <p:nvPicPr>
          <p:cNvPr id="402" name="Google Shape;402;p49" title="Screenshot 2025-09-27 at 5.09.25 PM.png"/>
          <p:cNvPicPr preferRelativeResize="0"/>
          <p:nvPr>
            <p:ph idx="5" type="pic"/>
          </p:nvPr>
        </p:nvPicPr>
        <p:blipFill rotWithShape="1">
          <a:blip r:embed="rId6">
            <a:alphaModFix/>
          </a:blip>
          <a:srcRect b="0" l="1305" r="1305" t="0"/>
          <a:stretch/>
        </p:blipFill>
        <p:spPr>
          <a:xfrm>
            <a:off x="6836725" y="1508150"/>
            <a:ext cx="2082900" cy="3138900"/>
          </a:xfrm>
          <a:prstGeom prst="roundRect">
            <a:avLst>
              <a:gd fmla="val 16667" name="adj"/>
            </a:avLst>
          </a:prstGeom>
        </p:spPr>
      </p:pic>
      <p:sp>
        <p:nvSpPr>
          <p:cNvPr id="403" name="Google Shape;403;p49"/>
          <p:cNvSpPr/>
          <p:nvPr/>
        </p:nvSpPr>
        <p:spPr>
          <a:xfrm>
            <a:off x="228375" y="35109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49"/>
          <p:cNvSpPr/>
          <p:nvPr/>
        </p:nvSpPr>
        <p:spPr>
          <a:xfrm>
            <a:off x="2431150" y="35109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49"/>
          <p:cNvSpPr/>
          <p:nvPr/>
        </p:nvSpPr>
        <p:spPr>
          <a:xfrm>
            <a:off x="4633938" y="35109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49"/>
          <p:cNvSpPr/>
          <p:nvPr/>
        </p:nvSpPr>
        <p:spPr>
          <a:xfrm>
            <a:off x="6836750" y="35109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49"/>
          <p:cNvSpPr txBox="1"/>
          <p:nvPr/>
        </p:nvSpPr>
        <p:spPr>
          <a:xfrm>
            <a:off x="296625" y="3632063"/>
            <a:ext cx="1946400" cy="302100"/>
          </a:xfrm>
          <a:prstGeom prst="rect">
            <a:avLst/>
          </a:prstGeom>
          <a:noFill/>
          <a:ln>
            <a:noFill/>
          </a:ln>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b="1" lang="en" sz="2400">
                <a:solidFill>
                  <a:schemeClr val="dk1"/>
                </a:solidFill>
                <a:latin typeface="Darker Grotesque"/>
                <a:ea typeface="Darker Grotesque"/>
                <a:cs typeface="Darker Grotesque"/>
                <a:sym typeface="Darker Grotesque"/>
              </a:rPr>
              <a:t>Josh Bahk</a:t>
            </a:r>
            <a:endParaRPr b="1" sz="2400">
              <a:solidFill>
                <a:schemeClr val="dk1"/>
              </a:solidFill>
              <a:latin typeface="Darker Grotesque"/>
              <a:ea typeface="Darker Grotesque"/>
              <a:cs typeface="Darker Grotesque"/>
              <a:sym typeface="Darker Grotesque"/>
            </a:endParaRPr>
          </a:p>
        </p:txBody>
      </p:sp>
      <p:sp>
        <p:nvSpPr>
          <p:cNvPr id="408" name="Google Shape;408;p49"/>
          <p:cNvSpPr txBox="1"/>
          <p:nvPr/>
        </p:nvSpPr>
        <p:spPr>
          <a:xfrm>
            <a:off x="2505858" y="3632063"/>
            <a:ext cx="1946400" cy="302100"/>
          </a:xfrm>
          <a:prstGeom prst="rect">
            <a:avLst/>
          </a:prstGeom>
          <a:noFill/>
          <a:ln>
            <a:noFill/>
          </a:ln>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b="1" lang="en" sz="2400">
                <a:solidFill>
                  <a:schemeClr val="dk1"/>
                </a:solidFill>
                <a:latin typeface="Darker Grotesque"/>
                <a:ea typeface="Darker Grotesque"/>
                <a:cs typeface="Darker Grotesque"/>
                <a:sym typeface="Darker Grotesque"/>
              </a:rPr>
              <a:t>Eva Moraa Tom</a:t>
            </a:r>
            <a:endParaRPr b="1" sz="2400">
              <a:solidFill>
                <a:schemeClr val="dk1"/>
              </a:solidFill>
              <a:latin typeface="Darker Grotesque"/>
              <a:ea typeface="Darker Grotesque"/>
              <a:cs typeface="Darker Grotesque"/>
              <a:sym typeface="Darker Grotesque"/>
            </a:endParaRPr>
          </a:p>
        </p:txBody>
      </p:sp>
      <p:sp>
        <p:nvSpPr>
          <p:cNvPr id="409" name="Google Shape;409;p49"/>
          <p:cNvSpPr txBox="1"/>
          <p:nvPr/>
        </p:nvSpPr>
        <p:spPr>
          <a:xfrm>
            <a:off x="4715092" y="3632063"/>
            <a:ext cx="1946400" cy="302100"/>
          </a:xfrm>
          <a:prstGeom prst="rect">
            <a:avLst/>
          </a:prstGeom>
          <a:noFill/>
          <a:ln>
            <a:noFill/>
          </a:ln>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b="1" lang="en" sz="2400">
                <a:solidFill>
                  <a:schemeClr val="dk1"/>
                </a:solidFill>
                <a:latin typeface="Darker Grotesque"/>
                <a:ea typeface="Darker Grotesque"/>
                <a:cs typeface="Darker Grotesque"/>
                <a:sym typeface="Darker Grotesque"/>
              </a:rPr>
              <a:t>Maimuna Muntaha</a:t>
            </a:r>
            <a:endParaRPr b="1" sz="2400">
              <a:solidFill>
                <a:schemeClr val="dk1"/>
              </a:solidFill>
              <a:latin typeface="Darker Grotesque"/>
              <a:ea typeface="Darker Grotesque"/>
              <a:cs typeface="Darker Grotesque"/>
              <a:sym typeface="Darker Grotesque"/>
            </a:endParaRPr>
          </a:p>
        </p:txBody>
      </p:sp>
      <p:sp>
        <p:nvSpPr>
          <p:cNvPr id="410" name="Google Shape;410;p49"/>
          <p:cNvSpPr txBox="1"/>
          <p:nvPr/>
        </p:nvSpPr>
        <p:spPr>
          <a:xfrm>
            <a:off x="6924325" y="3632063"/>
            <a:ext cx="1946400" cy="302100"/>
          </a:xfrm>
          <a:prstGeom prst="rect">
            <a:avLst/>
          </a:prstGeom>
          <a:noFill/>
          <a:ln>
            <a:noFill/>
          </a:ln>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b="1" lang="en" sz="2400">
                <a:solidFill>
                  <a:schemeClr val="dk1"/>
                </a:solidFill>
                <a:latin typeface="Darker Grotesque"/>
                <a:ea typeface="Darker Grotesque"/>
                <a:cs typeface="Darker Grotesque"/>
                <a:sym typeface="Darker Grotesque"/>
              </a:rPr>
              <a:t>Sunny Sun</a:t>
            </a:r>
            <a:endParaRPr b="1" sz="2400">
              <a:solidFill>
                <a:schemeClr val="dk1"/>
              </a:solidFill>
              <a:latin typeface="Darker Grotesque"/>
              <a:ea typeface="Darker Grotesque"/>
              <a:cs typeface="Darker Grotesque"/>
              <a:sym typeface="Darker Grotesque"/>
            </a:endParaRPr>
          </a:p>
        </p:txBody>
      </p:sp>
      <p:sp>
        <p:nvSpPr>
          <p:cNvPr id="411" name="Google Shape;411;p49"/>
          <p:cNvSpPr txBox="1"/>
          <p:nvPr/>
        </p:nvSpPr>
        <p:spPr>
          <a:xfrm>
            <a:off x="296625" y="4166778"/>
            <a:ext cx="1946400" cy="441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rchivo"/>
                <a:ea typeface="Archivo"/>
                <a:cs typeface="Archivo"/>
                <a:sym typeface="Archivo"/>
              </a:rPr>
              <a:t>Junior, CS</a:t>
            </a:r>
            <a:endParaRPr sz="1000">
              <a:solidFill>
                <a:schemeClr val="dk1"/>
              </a:solidFill>
              <a:latin typeface="Archivo"/>
              <a:ea typeface="Archivo"/>
              <a:cs typeface="Archivo"/>
              <a:sym typeface="Archivo"/>
            </a:endParaRPr>
          </a:p>
          <a:p>
            <a:pPr indent="0" lvl="0" marL="0" rtl="0" algn="l">
              <a:spcBef>
                <a:spcPts val="0"/>
              </a:spcBef>
              <a:spcAft>
                <a:spcPts val="0"/>
              </a:spcAft>
              <a:buNone/>
            </a:pPr>
            <a:r>
              <a:rPr lang="en" sz="1000">
                <a:solidFill>
                  <a:schemeClr val="dk1"/>
                </a:solidFill>
                <a:latin typeface="Archivo"/>
                <a:ea typeface="Archivo"/>
                <a:cs typeface="Archivo"/>
                <a:sym typeface="Archivo"/>
              </a:rPr>
              <a:t>Rancho Cucamonga, CA</a:t>
            </a:r>
            <a:endParaRPr sz="1000">
              <a:solidFill>
                <a:schemeClr val="dk1"/>
              </a:solidFill>
              <a:latin typeface="Archivo"/>
              <a:ea typeface="Archivo"/>
              <a:cs typeface="Archivo"/>
              <a:sym typeface="Archivo"/>
            </a:endParaRPr>
          </a:p>
        </p:txBody>
      </p:sp>
      <p:sp>
        <p:nvSpPr>
          <p:cNvPr id="412" name="Google Shape;412;p49"/>
          <p:cNvSpPr txBox="1"/>
          <p:nvPr/>
        </p:nvSpPr>
        <p:spPr>
          <a:xfrm>
            <a:off x="2499400" y="4166778"/>
            <a:ext cx="1946400" cy="441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rchivo"/>
                <a:ea typeface="Archivo"/>
                <a:cs typeface="Archivo"/>
                <a:sym typeface="Archivo"/>
              </a:rPr>
              <a:t>Senior, CS</a:t>
            </a:r>
            <a:endParaRPr sz="1000">
              <a:solidFill>
                <a:schemeClr val="dk1"/>
              </a:solidFill>
              <a:latin typeface="Archivo"/>
              <a:ea typeface="Archivo"/>
              <a:cs typeface="Archivo"/>
              <a:sym typeface="Archivo"/>
            </a:endParaRPr>
          </a:p>
          <a:p>
            <a:pPr indent="0" lvl="0" marL="0" rtl="0" algn="l">
              <a:spcBef>
                <a:spcPts val="0"/>
              </a:spcBef>
              <a:spcAft>
                <a:spcPts val="0"/>
              </a:spcAft>
              <a:buNone/>
            </a:pPr>
            <a:r>
              <a:rPr lang="en" sz="1000">
                <a:solidFill>
                  <a:schemeClr val="dk1"/>
                </a:solidFill>
                <a:latin typeface="Archivo"/>
                <a:ea typeface="Archivo"/>
                <a:cs typeface="Archivo"/>
                <a:sym typeface="Archivo"/>
              </a:rPr>
              <a:t>Nairobi, Kenya</a:t>
            </a:r>
            <a:endParaRPr sz="1000">
              <a:solidFill>
                <a:schemeClr val="dk1"/>
              </a:solidFill>
              <a:latin typeface="Archivo"/>
              <a:ea typeface="Archivo"/>
              <a:cs typeface="Archivo"/>
              <a:sym typeface="Archivo"/>
            </a:endParaRPr>
          </a:p>
        </p:txBody>
      </p:sp>
      <p:sp>
        <p:nvSpPr>
          <p:cNvPr id="413" name="Google Shape;413;p49"/>
          <p:cNvSpPr txBox="1"/>
          <p:nvPr/>
        </p:nvSpPr>
        <p:spPr>
          <a:xfrm>
            <a:off x="4702200" y="4166778"/>
            <a:ext cx="1946400" cy="441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rchivo"/>
                <a:ea typeface="Archivo"/>
                <a:cs typeface="Archivo"/>
                <a:sym typeface="Archivo"/>
              </a:rPr>
              <a:t>Senior, SymSys</a:t>
            </a:r>
            <a:endParaRPr sz="1000">
              <a:solidFill>
                <a:schemeClr val="dk1"/>
              </a:solidFill>
              <a:latin typeface="Archivo"/>
              <a:ea typeface="Archivo"/>
              <a:cs typeface="Archivo"/>
              <a:sym typeface="Archivo"/>
            </a:endParaRPr>
          </a:p>
          <a:p>
            <a:pPr indent="0" lvl="0" marL="0" rtl="0" algn="l">
              <a:spcBef>
                <a:spcPts val="0"/>
              </a:spcBef>
              <a:spcAft>
                <a:spcPts val="0"/>
              </a:spcAft>
              <a:buNone/>
            </a:pPr>
            <a:r>
              <a:rPr lang="en" sz="1000">
                <a:solidFill>
                  <a:schemeClr val="dk1"/>
                </a:solidFill>
                <a:latin typeface="Archivo"/>
                <a:ea typeface="Archivo"/>
                <a:cs typeface="Archivo"/>
                <a:sym typeface="Archivo"/>
              </a:rPr>
              <a:t>NYC, New York</a:t>
            </a:r>
            <a:endParaRPr sz="1000">
              <a:solidFill>
                <a:schemeClr val="dk1"/>
              </a:solidFill>
              <a:latin typeface="Archivo"/>
              <a:ea typeface="Archivo"/>
              <a:cs typeface="Archivo"/>
              <a:sym typeface="Archivo"/>
            </a:endParaRPr>
          </a:p>
        </p:txBody>
      </p:sp>
      <p:sp>
        <p:nvSpPr>
          <p:cNvPr id="414" name="Google Shape;414;p49"/>
          <p:cNvSpPr txBox="1"/>
          <p:nvPr/>
        </p:nvSpPr>
        <p:spPr>
          <a:xfrm>
            <a:off x="6905000" y="4166778"/>
            <a:ext cx="1946400" cy="441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Archivo"/>
                <a:ea typeface="Archivo"/>
                <a:cs typeface="Archivo"/>
                <a:sym typeface="Archivo"/>
              </a:rPr>
              <a:t>Junior, Symsys</a:t>
            </a:r>
            <a:endParaRPr sz="1000">
              <a:solidFill>
                <a:schemeClr val="dk1"/>
              </a:solidFill>
              <a:latin typeface="Archivo"/>
              <a:ea typeface="Archivo"/>
              <a:cs typeface="Archivo"/>
              <a:sym typeface="Archivo"/>
            </a:endParaRPr>
          </a:p>
          <a:p>
            <a:pPr indent="0" lvl="0" marL="0" rtl="0" algn="l">
              <a:spcBef>
                <a:spcPts val="0"/>
              </a:spcBef>
              <a:spcAft>
                <a:spcPts val="0"/>
              </a:spcAft>
              <a:buNone/>
            </a:pPr>
            <a:r>
              <a:rPr lang="en" sz="1000">
                <a:solidFill>
                  <a:schemeClr val="dk1"/>
                </a:solidFill>
                <a:latin typeface="Archivo"/>
                <a:ea typeface="Archivo"/>
                <a:cs typeface="Archivo"/>
                <a:sym typeface="Archivo"/>
              </a:rPr>
              <a:t>Irvine, CA</a:t>
            </a:r>
            <a:endParaRPr sz="1000">
              <a:solidFill>
                <a:schemeClr val="dk1"/>
              </a:solidFill>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0"/>
          <p:cNvSpPr/>
          <p:nvPr/>
        </p:nvSpPr>
        <p:spPr>
          <a:xfrm>
            <a:off x="228350"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50"/>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421" name="Google Shape;421;p50"/>
          <p:cNvSpPr txBox="1"/>
          <p:nvPr>
            <p:ph type="title"/>
          </p:nvPr>
        </p:nvSpPr>
        <p:spPr>
          <a:xfrm>
            <a:off x="342900" y="269025"/>
            <a:ext cx="80784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DOMAIN EVOLUTION</a:t>
            </a:r>
            <a:endParaRPr/>
          </a:p>
        </p:txBody>
      </p:sp>
      <p:sp>
        <p:nvSpPr>
          <p:cNvPr id="422" name="Google Shape;422;p50"/>
          <p:cNvSpPr/>
          <p:nvPr/>
        </p:nvSpPr>
        <p:spPr>
          <a:xfrm>
            <a:off x="422100" y="1598300"/>
            <a:ext cx="1949100" cy="304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sp>
        <p:nvSpPr>
          <p:cNvPr id="423" name="Google Shape;423;p50"/>
          <p:cNvSpPr/>
          <p:nvPr/>
        </p:nvSpPr>
        <p:spPr>
          <a:xfrm>
            <a:off x="3540175" y="2620800"/>
            <a:ext cx="1949100" cy="95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sp>
        <p:nvSpPr>
          <p:cNvPr id="424" name="Google Shape;424;p50"/>
          <p:cNvSpPr/>
          <p:nvPr/>
        </p:nvSpPr>
        <p:spPr>
          <a:xfrm>
            <a:off x="6446700" y="2620800"/>
            <a:ext cx="1949100" cy="95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cxnSp>
        <p:nvCxnSpPr>
          <p:cNvPr id="425" name="Google Shape;425;p50"/>
          <p:cNvCxnSpPr/>
          <p:nvPr/>
        </p:nvCxnSpPr>
        <p:spPr>
          <a:xfrm flipH="1" rot="10800000">
            <a:off x="2583688" y="3121250"/>
            <a:ext cx="744000" cy="1800"/>
          </a:xfrm>
          <a:prstGeom prst="straightConnector1">
            <a:avLst/>
          </a:prstGeom>
          <a:noFill/>
          <a:ln cap="flat" cmpd="sng" w="9525">
            <a:solidFill>
              <a:schemeClr val="dk2"/>
            </a:solidFill>
            <a:prstDash val="solid"/>
            <a:round/>
            <a:headEnd len="med" w="med" type="none"/>
            <a:tailEnd len="med" w="med" type="triangle"/>
          </a:ln>
        </p:spPr>
      </p:cxnSp>
      <p:cxnSp>
        <p:nvCxnSpPr>
          <p:cNvPr id="426" name="Google Shape;426;p50"/>
          <p:cNvCxnSpPr/>
          <p:nvPr/>
        </p:nvCxnSpPr>
        <p:spPr>
          <a:xfrm>
            <a:off x="5625688" y="3096750"/>
            <a:ext cx="684600" cy="3900"/>
          </a:xfrm>
          <a:prstGeom prst="straightConnector1">
            <a:avLst/>
          </a:prstGeom>
          <a:noFill/>
          <a:ln cap="flat" cmpd="sng" w="9525">
            <a:solidFill>
              <a:schemeClr val="dk2"/>
            </a:solidFill>
            <a:prstDash val="solid"/>
            <a:round/>
            <a:headEnd len="med" w="med" type="none"/>
            <a:tailEnd len="med" w="med" type="triangle"/>
          </a:ln>
        </p:spPr>
      </p:cxnSp>
      <p:sp>
        <p:nvSpPr>
          <p:cNvPr id="427" name="Google Shape;427;p50"/>
          <p:cNvSpPr txBox="1"/>
          <p:nvPr/>
        </p:nvSpPr>
        <p:spPr>
          <a:xfrm>
            <a:off x="556050" y="2376000"/>
            <a:ext cx="16812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lt1"/>
                </a:solidFill>
                <a:latin typeface="Archivo"/>
                <a:ea typeface="Archivo"/>
                <a:cs typeface="Archivo"/>
                <a:sym typeface="Archivo"/>
              </a:rPr>
              <a:t>Many </a:t>
            </a:r>
            <a:r>
              <a:rPr b="1" lang="en" sz="2200">
                <a:solidFill>
                  <a:schemeClr val="lt1"/>
                </a:solidFill>
                <a:latin typeface="Archivo"/>
                <a:ea typeface="Archivo"/>
                <a:cs typeface="Archivo"/>
                <a:sym typeface="Archivo"/>
              </a:rPr>
              <a:t>diverse interests</a:t>
            </a:r>
            <a:endParaRPr b="1" sz="2200">
              <a:solidFill>
                <a:schemeClr val="lt1"/>
              </a:solidFill>
              <a:latin typeface="Archivo"/>
              <a:ea typeface="Archivo"/>
              <a:cs typeface="Archivo"/>
              <a:sym typeface="Archivo"/>
            </a:endParaRPr>
          </a:p>
        </p:txBody>
      </p:sp>
      <p:sp>
        <p:nvSpPr>
          <p:cNvPr id="428" name="Google Shape;428;p50"/>
          <p:cNvSpPr txBox="1"/>
          <p:nvPr/>
        </p:nvSpPr>
        <p:spPr>
          <a:xfrm>
            <a:off x="3636100" y="2667750"/>
            <a:ext cx="16812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lt1"/>
                </a:solidFill>
                <a:latin typeface="Archivo"/>
                <a:ea typeface="Archivo"/>
                <a:cs typeface="Archivo"/>
                <a:sym typeface="Archivo"/>
              </a:rPr>
              <a:t>Economic downturns</a:t>
            </a:r>
            <a:endParaRPr b="1" sz="2200">
              <a:solidFill>
                <a:schemeClr val="lt1"/>
              </a:solidFill>
              <a:latin typeface="Archivo"/>
              <a:ea typeface="Archivo"/>
              <a:cs typeface="Archivo"/>
              <a:sym typeface="Archivo"/>
            </a:endParaRPr>
          </a:p>
        </p:txBody>
      </p:sp>
      <p:sp>
        <p:nvSpPr>
          <p:cNvPr id="429" name="Google Shape;429;p50"/>
          <p:cNvSpPr txBox="1"/>
          <p:nvPr/>
        </p:nvSpPr>
        <p:spPr>
          <a:xfrm>
            <a:off x="6522800" y="2667750"/>
            <a:ext cx="18729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lt1"/>
                </a:solidFill>
                <a:latin typeface="Archivo"/>
                <a:ea typeface="Archivo"/>
                <a:cs typeface="Archivo"/>
                <a:sym typeface="Archivo"/>
              </a:rPr>
              <a:t>Small businesses</a:t>
            </a:r>
            <a:endParaRPr b="1" sz="2200">
              <a:solidFill>
                <a:schemeClr val="lt1"/>
              </a:solidFill>
              <a:latin typeface="Archivo"/>
              <a:ea typeface="Archivo"/>
              <a:cs typeface="Archivo"/>
              <a:sym typeface="Archiv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1"/>
          <p:cNvSpPr/>
          <p:nvPr/>
        </p:nvSpPr>
        <p:spPr>
          <a:xfrm>
            <a:off x="228350"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51"/>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436" name="Google Shape;436;p51"/>
          <p:cNvSpPr txBox="1"/>
          <p:nvPr>
            <p:ph type="title"/>
          </p:nvPr>
        </p:nvSpPr>
        <p:spPr>
          <a:xfrm>
            <a:off x="342900" y="269025"/>
            <a:ext cx="80784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DOMAIN EVOLUTION</a:t>
            </a:r>
            <a:endParaRPr/>
          </a:p>
        </p:txBody>
      </p:sp>
      <p:sp>
        <p:nvSpPr>
          <p:cNvPr id="437" name="Google Shape;437;p51"/>
          <p:cNvSpPr/>
          <p:nvPr/>
        </p:nvSpPr>
        <p:spPr>
          <a:xfrm>
            <a:off x="422100" y="1598300"/>
            <a:ext cx="1949100" cy="3047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sp>
        <p:nvSpPr>
          <p:cNvPr id="438" name="Google Shape;438;p51"/>
          <p:cNvSpPr/>
          <p:nvPr/>
        </p:nvSpPr>
        <p:spPr>
          <a:xfrm>
            <a:off x="3540175" y="2620800"/>
            <a:ext cx="1949100" cy="95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sp>
        <p:nvSpPr>
          <p:cNvPr id="439" name="Google Shape;439;p51"/>
          <p:cNvSpPr/>
          <p:nvPr/>
        </p:nvSpPr>
        <p:spPr>
          <a:xfrm>
            <a:off x="6446700" y="2620800"/>
            <a:ext cx="1949100" cy="95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chivo"/>
              <a:ea typeface="Archivo"/>
              <a:cs typeface="Archivo"/>
              <a:sym typeface="Archivo"/>
            </a:endParaRPr>
          </a:p>
        </p:txBody>
      </p:sp>
      <p:cxnSp>
        <p:nvCxnSpPr>
          <p:cNvPr id="440" name="Google Shape;440;p51"/>
          <p:cNvCxnSpPr/>
          <p:nvPr/>
        </p:nvCxnSpPr>
        <p:spPr>
          <a:xfrm flipH="1" rot="10800000">
            <a:off x="2583688" y="3121250"/>
            <a:ext cx="744000" cy="1800"/>
          </a:xfrm>
          <a:prstGeom prst="straightConnector1">
            <a:avLst/>
          </a:prstGeom>
          <a:noFill/>
          <a:ln cap="flat" cmpd="sng" w="9525">
            <a:solidFill>
              <a:schemeClr val="dk2"/>
            </a:solidFill>
            <a:prstDash val="solid"/>
            <a:round/>
            <a:headEnd len="med" w="med" type="none"/>
            <a:tailEnd len="med" w="med" type="triangle"/>
          </a:ln>
        </p:spPr>
      </p:cxnSp>
      <p:cxnSp>
        <p:nvCxnSpPr>
          <p:cNvPr id="441" name="Google Shape;441;p51"/>
          <p:cNvCxnSpPr/>
          <p:nvPr/>
        </p:nvCxnSpPr>
        <p:spPr>
          <a:xfrm>
            <a:off x="5625688" y="3096750"/>
            <a:ext cx="684600" cy="3900"/>
          </a:xfrm>
          <a:prstGeom prst="straightConnector1">
            <a:avLst/>
          </a:prstGeom>
          <a:noFill/>
          <a:ln cap="flat" cmpd="sng" w="9525">
            <a:solidFill>
              <a:schemeClr val="dk2"/>
            </a:solidFill>
            <a:prstDash val="solid"/>
            <a:round/>
            <a:headEnd len="med" w="med" type="none"/>
            <a:tailEnd len="med" w="med" type="triangle"/>
          </a:ln>
        </p:spPr>
      </p:cxnSp>
      <p:sp>
        <p:nvSpPr>
          <p:cNvPr id="442" name="Google Shape;442;p51"/>
          <p:cNvSpPr txBox="1"/>
          <p:nvPr/>
        </p:nvSpPr>
        <p:spPr>
          <a:xfrm>
            <a:off x="556050" y="2376000"/>
            <a:ext cx="16812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lt1"/>
                </a:solidFill>
                <a:latin typeface="Archivo"/>
                <a:ea typeface="Archivo"/>
                <a:cs typeface="Archivo"/>
                <a:sym typeface="Archivo"/>
              </a:rPr>
              <a:t>Many diverse interests</a:t>
            </a:r>
            <a:endParaRPr b="1" sz="2200">
              <a:solidFill>
                <a:schemeClr val="lt1"/>
              </a:solidFill>
              <a:latin typeface="Archivo"/>
              <a:ea typeface="Archivo"/>
              <a:cs typeface="Archivo"/>
              <a:sym typeface="Archivo"/>
            </a:endParaRPr>
          </a:p>
        </p:txBody>
      </p:sp>
      <p:sp>
        <p:nvSpPr>
          <p:cNvPr id="443" name="Google Shape;443;p51"/>
          <p:cNvSpPr txBox="1"/>
          <p:nvPr/>
        </p:nvSpPr>
        <p:spPr>
          <a:xfrm>
            <a:off x="3636100" y="2667750"/>
            <a:ext cx="16812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lt1"/>
                </a:solidFill>
                <a:latin typeface="Archivo"/>
                <a:ea typeface="Archivo"/>
                <a:cs typeface="Archivo"/>
                <a:sym typeface="Archivo"/>
              </a:rPr>
              <a:t>Economic downturns</a:t>
            </a:r>
            <a:endParaRPr b="1" sz="2200">
              <a:solidFill>
                <a:schemeClr val="lt1"/>
              </a:solidFill>
              <a:latin typeface="Archivo"/>
              <a:ea typeface="Archivo"/>
              <a:cs typeface="Archivo"/>
              <a:sym typeface="Archivo"/>
            </a:endParaRPr>
          </a:p>
        </p:txBody>
      </p:sp>
      <p:sp>
        <p:nvSpPr>
          <p:cNvPr id="444" name="Google Shape;444;p51"/>
          <p:cNvSpPr txBox="1"/>
          <p:nvPr/>
        </p:nvSpPr>
        <p:spPr>
          <a:xfrm>
            <a:off x="6522800" y="2667750"/>
            <a:ext cx="18729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lt1"/>
                </a:solidFill>
                <a:latin typeface="Archivo"/>
                <a:ea typeface="Archivo"/>
                <a:cs typeface="Archivo"/>
                <a:sym typeface="Archivo"/>
              </a:rPr>
              <a:t>Small businesses</a:t>
            </a:r>
            <a:endParaRPr b="1" sz="2200">
              <a:solidFill>
                <a:schemeClr val="lt1"/>
              </a:solidFill>
              <a:latin typeface="Archivo"/>
              <a:ea typeface="Archivo"/>
              <a:cs typeface="Archivo"/>
              <a:sym typeface="Archivo"/>
            </a:endParaRPr>
          </a:p>
        </p:txBody>
      </p:sp>
      <p:cxnSp>
        <p:nvCxnSpPr>
          <p:cNvPr id="445" name="Google Shape;445;p51"/>
          <p:cNvCxnSpPr/>
          <p:nvPr/>
        </p:nvCxnSpPr>
        <p:spPr>
          <a:xfrm>
            <a:off x="2955000" y="2486159"/>
            <a:ext cx="0" cy="397500"/>
          </a:xfrm>
          <a:prstGeom prst="straightConnector1">
            <a:avLst/>
          </a:prstGeom>
          <a:noFill/>
          <a:ln cap="flat" cmpd="sng" w="9525">
            <a:solidFill>
              <a:schemeClr val="dk2"/>
            </a:solidFill>
            <a:prstDash val="solid"/>
            <a:round/>
            <a:headEnd len="med" w="med" type="none"/>
            <a:tailEnd len="med" w="med" type="triangle"/>
          </a:ln>
        </p:spPr>
      </p:cxnSp>
      <p:sp>
        <p:nvSpPr>
          <p:cNvPr id="446" name="Google Shape;446;p51"/>
          <p:cNvSpPr txBox="1"/>
          <p:nvPr/>
        </p:nvSpPr>
        <p:spPr>
          <a:xfrm>
            <a:off x="2427550" y="1990234"/>
            <a:ext cx="1056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latin typeface="Archivo"/>
                <a:ea typeface="Archivo"/>
                <a:cs typeface="Archivo"/>
                <a:sym typeface="Archivo"/>
              </a:rPr>
              <a:t>A lot of time spent here!</a:t>
            </a:r>
            <a:endParaRPr sz="1000">
              <a:solidFill>
                <a:schemeClr val="dk2"/>
              </a:solidFill>
              <a:latin typeface="Archivo"/>
              <a:ea typeface="Archivo"/>
              <a:cs typeface="Archivo"/>
              <a:sym typeface="Archiv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2"/>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452" name="Google Shape;452;p52"/>
          <p:cNvSpPr txBox="1"/>
          <p:nvPr>
            <p:ph type="title"/>
          </p:nvPr>
        </p:nvSpPr>
        <p:spPr>
          <a:xfrm>
            <a:off x="342900" y="269025"/>
            <a:ext cx="80784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PRELIMINARY INTERVIEW</a:t>
            </a:r>
            <a:endParaRPr/>
          </a:p>
        </p:txBody>
      </p:sp>
      <p:pic>
        <p:nvPicPr>
          <p:cNvPr descr="Man avatar Images - Free Download on Freepik" id="453" name="Google Shape;453;p52"/>
          <p:cNvPicPr preferRelativeResize="0"/>
          <p:nvPr/>
        </p:nvPicPr>
        <p:blipFill rotWithShape="1">
          <a:blip r:embed="rId3">
            <a:alphaModFix/>
          </a:blip>
          <a:srcRect b="4228" l="4237" r="4228" t="4237"/>
          <a:stretch/>
        </p:blipFill>
        <p:spPr>
          <a:xfrm>
            <a:off x="3311550" y="1864510"/>
            <a:ext cx="2141100" cy="2141100"/>
          </a:xfrm>
          <a:prstGeom prst="ellipse">
            <a:avLst/>
          </a:prstGeom>
          <a:noFill/>
          <a:ln>
            <a:noFill/>
          </a:ln>
        </p:spPr>
      </p:pic>
      <p:sp>
        <p:nvSpPr>
          <p:cNvPr id="454" name="Google Shape;454;p52"/>
          <p:cNvSpPr txBox="1"/>
          <p:nvPr/>
        </p:nvSpPr>
        <p:spPr>
          <a:xfrm>
            <a:off x="3701100" y="4057960"/>
            <a:ext cx="1362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chivo"/>
                <a:ea typeface="Archivo"/>
                <a:cs typeface="Archivo"/>
                <a:sym typeface="Archivo"/>
              </a:rPr>
              <a:t>“Mike”</a:t>
            </a:r>
            <a:endParaRPr sz="1200">
              <a:solidFill>
                <a:schemeClr val="dk1"/>
              </a:solidFill>
              <a:latin typeface="Archivo"/>
              <a:ea typeface="Archivo"/>
              <a:cs typeface="Archivo"/>
              <a:sym typeface="Archivo"/>
            </a:endParaRPr>
          </a:p>
          <a:p>
            <a:pPr indent="0" lvl="0" marL="0" rtl="0" algn="ctr">
              <a:spcBef>
                <a:spcPts val="0"/>
              </a:spcBef>
              <a:spcAft>
                <a:spcPts val="0"/>
              </a:spcAft>
              <a:buNone/>
            </a:pPr>
            <a:r>
              <a:rPr lang="en" sz="1200">
                <a:solidFill>
                  <a:schemeClr val="dk1"/>
                </a:solidFill>
                <a:latin typeface="Archivo"/>
                <a:ea typeface="Archivo"/>
                <a:cs typeface="Archivo"/>
                <a:sym typeface="Archivo"/>
              </a:rPr>
              <a:t>Researcher from New York</a:t>
            </a:r>
            <a:endParaRPr sz="1200">
              <a:solidFill>
                <a:schemeClr val="dk1"/>
              </a:solidFill>
              <a:latin typeface="Archivo"/>
              <a:ea typeface="Archivo"/>
              <a:cs typeface="Archivo"/>
              <a:sym typeface="Archiv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3"/>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460" name="Google Shape;460;p53"/>
          <p:cNvSpPr txBox="1"/>
          <p:nvPr>
            <p:ph type="title"/>
          </p:nvPr>
        </p:nvSpPr>
        <p:spPr>
          <a:xfrm>
            <a:off x="342900" y="269025"/>
            <a:ext cx="80784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DOMAIN</a:t>
            </a:r>
            <a:endParaRPr/>
          </a:p>
        </p:txBody>
      </p:sp>
      <p:sp>
        <p:nvSpPr>
          <p:cNvPr id="461" name="Google Shape;461;p53"/>
          <p:cNvSpPr txBox="1"/>
          <p:nvPr>
            <p:ph type="title"/>
          </p:nvPr>
        </p:nvSpPr>
        <p:spPr>
          <a:xfrm>
            <a:off x="114300" y="1739850"/>
            <a:ext cx="8915400" cy="23538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7000">
                <a:latin typeface="Archivo"/>
                <a:ea typeface="Archivo"/>
                <a:cs typeface="Archivo"/>
                <a:sym typeface="Archivo"/>
              </a:rPr>
              <a:t>Small Business</a:t>
            </a:r>
            <a:endParaRPr sz="7000">
              <a:latin typeface="Archivo"/>
              <a:ea typeface="Archivo"/>
              <a:cs typeface="Archivo"/>
              <a:sym typeface="Archivo"/>
            </a:endParaRPr>
          </a:p>
          <a:p>
            <a:pPr indent="0" lvl="0" marL="0" rtl="0" algn="ctr">
              <a:lnSpc>
                <a:spcPct val="100000"/>
              </a:lnSpc>
              <a:spcBef>
                <a:spcPts val="0"/>
              </a:spcBef>
              <a:spcAft>
                <a:spcPts val="0"/>
              </a:spcAft>
              <a:buNone/>
            </a:pPr>
            <a:r>
              <a:rPr lang="en" sz="7000">
                <a:latin typeface="Archivo"/>
                <a:ea typeface="Archivo"/>
                <a:cs typeface="Archivo"/>
                <a:sym typeface="Archivo"/>
              </a:rPr>
              <a:t>Resilience</a:t>
            </a:r>
            <a:endParaRPr sz="7000">
              <a:latin typeface="Archivo"/>
              <a:ea typeface="Archivo"/>
              <a:cs typeface="Archivo"/>
              <a:sym typeface="Archiv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descr="Warehouse workers securing boxes." id="466" name="Google Shape;466;p54"/>
          <p:cNvPicPr preferRelativeResize="0"/>
          <p:nvPr>
            <p:ph idx="2" type="pic"/>
          </p:nvPr>
        </p:nvPicPr>
        <p:blipFill rotWithShape="1">
          <a:blip r:embed="rId3">
            <a:alphaModFix/>
          </a:blip>
          <a:srcRect b="0" l="30018" r="48634" t="0"/>
          <a:stretch/>
        </p:blipFill>
        <p:spPr>
          <a:xfrm>
            <a:off x="6702550" y="228300"/>
            <a:ext cx="1501500" cy="4691700"/>
          </a:xfrm>
          <a:prstGeom prst="roundRect">
            <a:avLst>
              <a:gd fmla="val 16667" name="adj"/>
            </a:avLst>
          </a:prstGeom>
        </p:spPr>
      </p:pic>
      <p:sp>
        <p:nvSpPr>
          <p:cNvPr id="467" name="Google Shape;467;p54"/>
          <p:cNvSpPr txBox="1"/>
          <p:nvPr>
            <p:ph type="title"/>
          </p:nvPr>
        </p:nvSpPr>
        <p:spPr>
          <a:xfrm>
            <a:off x="409800" y="2226200"/>
            <a:ext cx="5648100" cy="2693700"/>
          </a:xfrm>
          <a:prstGeom prst="rect">
            <a:avLst/>
          </a:prstGeom>
        </p:spPr>
        <p:txBody>
          <a:bodyPr anchorCtr="0" anchor="b" bIns="91425" lIns="91425" spcFirstLastPara="1" rIns="91425" wrap="square" tIns="91425">
            <a:normAutofit fontScale="90000"/>
          </a:bodyPr>
          <a:lstStyle/>
          <a:p>
            <a:pPr indent="0" lvl="0" marL="0" rtl="0" algn="l">
              <a:lnSpc>
                <a:spcPct val="50000"/>
              </a:lnSpc>
              <a:spcBef>
                <a:spcPts val="0"/>
              </a:spcBef>
              <a:spcAft>
                <a:spcPts val="0"/>
              </a:spcAft>
              <a:buNone/>
            </a:pPr>
            <a:r>
              <a:rPr lang="en"/>
              <a:t>2</a:t>
            </a:r>
            <a:endParaRPr/>
          </a:p>
        </p:txBody>
      </p:sp>
      <p:sp>
        <p:nvSpPr>
          <p:cNvPr id="468" name="Google Shape;468;p54"/>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Needfinding Methodology</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5"/>
          <p:cNvSpPr txBox="1"/>
          <p:nvPr>
            <p:ph type="title"/>
          </p:nvPr>
        </p:nvSpPr>
        <p:spPr>
          <a:xfrm>
            <a:off x="342900" y="269025"/>
            <a:ext cx="84021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PARTICIPANT SELECTION</a:t>
            </a:r>
            <a:endParaRPr/>
          </a:p>
        </p:txBody>
      </p:sp>
      <p:sp>
        <p:nvSpPr>
          <p:cNvPr id="474" name="Google Shape;474;p55"/>
          <p:cNvSpPr txBox="1"/>
          <p:nvPr>
            <p:ph idx="5" type="subTitle"/>
          </p:nvPr>
        </p:nvSpPr>
        <p:spPr>
          <a:xfrm>
            <a:off x="342900" y="2295050"/>
            <a:ext cx="2652900" cy="44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OUTSIDE OF STANFORD</a:t>
            </a:r>
            <a:endParaRPr sz="4000"/>
          </a:p>
        </p:txBody>
      </p:sp>
      <p:sp>
        <p:nvSpPr>
          <p:cNvPr id="475" name="Google Shape;475;p55"/>
          <p:cNvSpPr txBox="1"/>
          <p:nvPr>
            <p:ph idx="8"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476" name="Google Shape;476;p55"/>
          <p:cNvSpPr txBox="1"/>
          <p:nvPr>
            <p:ph idx="5" type="subTitle"/>
          </p:nvPr>
        </p:nvSpPr>
        <p:spPr>
          <a:xfrm>
            <a:off x="3245550" y="2295050"/>
            <a:ext cx="2652900" cy="44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SMALL BUSINESS FOCUS</a:t>
            </a:r>
            <a:endParaRPr sz="4000"/>
          </a:p>
        </p:txBody>
      </p:sp>
      <p:sp>
        <p:nvSpPr>
          <p:cNvPr id="477" name="Google Shape;477;p55"/>
          <p:cNvSpPr txBox="1"/>
          <p:nvPr>
            <p:ph idx="5" type="subTitle"/>
          </p:nvPr>
        </p:nvSpPr>
        <p:spPr>
          <a:xfrm>
            <a:off x="6166250" y="2295050"/>
            <a:ext cx="2652900" cy="44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RANGE OF BACKGROUNDS</a:t>
            </a:r>
            <a:endParaRPr sz="4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6"/>
          <p:cNvSpPr/>
          <p:nvPr/>
        </p:nvSpPr>
        <p:spPr>
          <a:xfrm>
            <a:off x="228350"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56"/>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
        <p:nvSpPr>
          <p:cNvPr id="484" name="Google Shape;484;p56"/>
          <p:cNvSpPr txBox="1"/>
          <p:nvPr>
            <p:ph type="title"/>
          </p:nvPr>
        </p:nvSpPr>
        <p:spPr>
          <a:xfrm>
            <a:off x="342900" y="269025"/>
            <a:ext cx="40572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LOCATION</a:t>
            </a:r>
            <a:endParaRPr/>
          </a:p>
        </p:txBody>
      </p:sp>
      <p:pic>
        <p:nvPicPr>
          <p:cNvPr descr="University Ave - the main street - Picture of Palo Alto, California -  Tripadvisor" id="485" name="Google Shape;485;p56"/>
          <p:cNvPicPr preferRelativeResize="0"/>
          <p:nvPr/>
        </p:nvPicPr>
        <p:blipFill>
          <a:blip r:embed="rId3">
            <a:alphaModFix/>
          </a:blip>
          <a:stretch>
            <a:fillRect/>
          </a:stretch>
        </p:blipFill>
        <p:spPr>
          <a:xfrm>
            <a:off x="626825" y="1694075"/>
            <a:ext cx="3558875" cy="2368275"/>
          </a:xfrm>
          <a:prstGeom prst="rect">
            <a:avLst/>
          </a:prstGeom>
          <a:noFill/>
          <a:ln>
            <a:noFill/>
          </a:ln>
        </p:spPr>
      </p:pic>
      <p:pic>
        <p:nvPicPr>
          <p:cNvPr descr="Five new shops open at Town &amp; Country Village - Palo Alto Online" id="486" name="Google Shape;486;p56"/>
          <p:cNvPicPr preferRelativeResize="0"/>
          <p:nvPr/>
        </p:nvPicPr>
        <p:blipFill>
          <a:blip r:embed="rId4">
            <a:alphaModFix/>
          </a:blip>
          <a:stretch>
            <a:fillRect/>
          </a:stretch>
        </p:blipFill>
        <p:spPr>
          <a:xfrm>
            <a:off x="4828075" y="1694075"/>
            <a:ext cx="3474664" cy="2368275"/>
          </a:xfrm>
          <a:prstGeom prst="rect">
            <a:avLst/>
          </a:prstGeom>
          <a:noFill/>
          <a:ln>
            <a:noFill/>
          </a:ln>
        </p:spPr>
      </p:pic>
      <p:sp>
        <p:nvSpPr>
          <p:cNvPr id="487" name="Google Shape;487;p56"/>
          <p:cNvSpPr txBox="1"/>
          <p:nvPr/>
        </p:nvSpPr>
        <p:spPr>
          <a:xfrm>
            <a:off x="1656675" y="4111225"/>
            <a:ext cx="335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Archivo"/>
                <a:ea typeface="Archivo"/>
                <a:cs typeface="Archivo"/>
                <a:sym typeface="Archivo"/>
              </a:rPr>
              <a:t>Uni Ave</a:t>
            </a:r>
            <a:endParaRPr sz="1000">
              <a:solidFill>
                <a:schemeClr val="dk1"/>
              </a:solidFill>
              <a:latin typeface="Archivo"/>
              <a:ea typeface="Archivo"/>
              <a:cs typeface="Archivo"/>
              <a:sym typeface="Archivo"/>
            </a:endParaRPr>
          </a:p>
        </p:txBody>
      </p:sp>
      <p:sp>
        <p:nvSpPr>
          <p:cNvPr id="488" name="Google Shape;488;p56"/>
          <p:cNvSpPr txBox="1"/>
          <p:nvPr/>
        </p:nvSpPr>
        <p:spPr>
          <a:xfrm>
            <a:off x="6122075" y="4111225"/>
            <a:ext cx="3354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Archivo"/>
                <a:ea typeface="Archivo"/>
                <a:cs typeface="Archivo"/>
                <a:sym typeface="Archivo"/>
              </a:rPr>
              <a:t>Town &amp; Country</a:t>
            </a:r>
            <a:endParaRPr sz="1000">
              <a:solidFill>
                <a:schemeClr val="dk1"/>
              </a:solidFill>
              <a:latin typeface="Archivo"/>
              <a:ea typeface="Archivo"/>
              <a:cs typeface="Archivo"/>
              <a:sym typeface="Archiv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7"/>
          <p:cNvSpPr/>
          <p:nvPr/>
        </p:nvSpPr>
        <p:spPr>
          <a:xfrm>
            <a:off x="228350"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4" name="Google Shape;494;p57"/>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495" name="Google Shape;495;p57"/>
          <p:cNvSpPr txBox="1"/>
          <p:nvPr>
            <p:ph type="title"/>
          </p:nvPr>
        </p:nvSpPr>
        <p:spPr>
          <a:xfrm>
            <a:off x="342900" y="269025"/>
            <a:ext cx="67806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APPROACH</a:t>
            </a:r>
            <a:endParaRPr/>
          </a:p>
        </p:txBody>
      </p:sp>
      <p:pic>
        <p:nvPicPr>
          <p:cNvPr descr="Group Of Business People Peeking Around Corner High-Res Stock Photo - Getty  Images" id="496" name="Google Shape;496;p57"/>
          <p:cNvPicPr preferRelativeResize="0"/>
          <p:nvPr/>
        </p:nvPicPr>
        <p:blipFill>
          <a:blip r:embed="rId3">
            <a:alphaModFix/>
          </a:blip>
          <a:stretch>
            <a:fillRect/>
          </a:stretch>
        </p:blipFill>
        <p:spPr>
          <a:xfrm>
            <a:off x="2818237" y="843525"/>
            <a:ext cx="3632825" cy="4750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8"/>
          <p:cNvSpPr/>
          <p:nvPr/>
        </p:nvSpPr>
        <p:spPr>
          <a:xfrm>
            <a:off x="601879"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58"/>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503" name="Google Shape;503;p58"/>
          <p:cNvSpPr txBox="1"/>
          <p:nvPr>
            <p:ph type="title"/>
          </p:nvPr>
        </p:nvSpPr>
        <p:spPr>
          <a:xfrm>
            <a:off x="342900" y="269025"/>
            <a:ext cx="40572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INTERVIEWEES</a:t>
            </a:r>
            <a:endParaRPr/>
          </a:p>
        </p:txBody>
      </p:sp>
      <p:pic>
        <p:nvPicPr>
          <p:cNvPr id="504" name="Google Shape;504;p58" title="CleanShot 2025-10-03 at 08.16.16.png"/>
          <p:cNvPicPr preferRelativeResize="0"/>
          <p:nvPr/>
        </p:nvPicPr>
        <p:blipFill rotWithShape="1">
          <a:blip r:embed="rId3">
            <a:alphaModFix/>
          </a:blip>
          <a:srcRect b="3310" l="9636" r="15317" t="-3310"/>
          <a:stretch/>
        </p:blipFill>
        <p:spPr>
          <a:xfrm>
            <a:off x="4774179" y="1573850"/>
            <a:ext cx="1657200" cy="1655100"/>
          </a:xfrm>
          <a:prstGeom prst="ellipse">
            <a:avLst/>
          </a:prstGeom>
          <a:noFill/>
          <a:ln>
            <a:noFill/>
          </a:ln>
        </p:spPr>
      </p:pic>
      <p:pic>
        <p:nvPicPr>
          <p:cNvPr id="505" name="Google Shape;505;p58" title="CleanShot 2025-10-03 at 08.16.22.png"/>
          <p:cNvPicPr preferRelativeResize="0"/>
          <p:nvPr/>
        </p:nvPicPr>
        <p:blipFill rotWithShape="1">
          <a:blip r:embed="rId4">
            <a:alphaModFix/>
          </a:blip>
          <a:srcRect b="9707" l="0" r="0" t="13493"/>
          <a:stretch/>
        </p:blipFill>
        <p:spPr>
          <a:xfrm>
            <a:off x="2744729" y="2953925"/>
            <a:ext cx="1579500" cy="1635300"/>
          </a:xfrm>
          <a:prstGeom prst="ellipse">
            <a:avLst/>
          </a:prstGeom>
          <a:noFill/>
          <a:ln>
            <a:noFill/>
          </a:ln>
        </p:spPr>
      </p:pic>
      <p:pic>
        <p:nvPicPr>
          <p:cNvPr id="506" name="Google Shape;506;p58" title="CleanShot 2025-10-03 at 08.16.43.png"/>
          <p:cNvPicPr preferRelativeResize="0"/>
          <p:nvPr/>
        </p:nvPicPr>
        <p:blipFill rotWithShape="1">
          <a:blip r:embed="rId5">
            <a:alphaModFix/>
          </a:blip>
          <a:srcRect b="9139" l="0" r="0" t="3486"/>
          <a:stretch/>
        </p:blipFill>
        <p:spPr>
          <a:xfrm>
            <a:off x="851429" y="1583750"/>
            <a:ext cx="1657200" cy="1635300"/>
          </a:xfrm>
          <a:prstGeom prst="ellipse">
            <a:avLst/>
          </a:prstGeom>
          <a:noFill/>
          <a:ln>
            <a:noFill/>
          </a:ln>
        </p:spPr>
      </p:pic>
      <p:pic>
        <p:nvPicPr>
          <p:cNvPr id="507" name="Google Shape;507;p58"/>
          <p:cNvPicPr preferRelativeResize="0"/>
          <p:nvPr/>
        </p:nvPicPr>
        <p:blipFill rotWithShape="1">
          <a:blip r:embed="rId6">
            <a:alphaModFix/>
          </a:blip>
          <a:srcRect b="69" l="0" r="0" t="59"/>
          <a:stretch/>
        </p:blipFill>
        <p:spPr>
          <a:xfrm>
            <a:off x="6770754" y="2888475"/>
            <a:ext cx="1657200" cy="1655100"/>
          </a:xfrm>
          <a:prstGeom prst="ellipse">
            <a:avLst/>
          </a:prstGeom>
          <a:noFill/>
          <a:ln>
            <a:noFill/>
          </a:ln>
        </p:spPr>
      </p:pic>
      <p:sp>
        <p:nvSpPr>
          <p:cNvPr id="508" name="Google Shape;508;p58"/>
          <p:cNvSpPr txBox="1"/>
          <p:nvPr/>
        </p:nvSpPr>
        <p:spPr>
          <a:xfrm>
            <a:off x="962329" y="3253300"/>
            <a:ext cx="1362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chivo"/>
                <a:ea typeface="Archivo"/>
                <a:cs typeface="Archivo"/>
                <a:sym typeface="Archivo"/>
              </a:rPr>
              <a:t>“Mark”</a:t>
            </a:r>
            <a:endParaRPr sz="1200">
              <a:solidFill>
                <a:schemeClr val="dk1"/>
              </a:solidFill>
              <a:latin typeface="Archivo"/>
              <a:ea typeface="Archivo"/>
              <a:cs typeface="Archivo"/>
              <a:sym typeface="Archivo"/>
            </a:endParaRPr>
          </a:p>
          <a:p>
            <a:pPr indent="0" lvl="0" marL="0" rtl="0" algn="ctr">
              <a:spcBef>
                <a:spcPts val="0"/>
              </a:spcBef>
              <a:spcAft>
                <a:spcPts val="0"/>
              </a:spcAft>
              <a:buNone/>
            </a:pPr>
            <a:r>
              <a:rPr lang="en" sz="1200">
                <a:solidFill>
                  <a:schemeClr val="dk1"/>
                </a:solidFill>
                <a:latin typeface="Archivo"/>
                <a:ea typeface="Archivo"/>
                <a:cs typeface="Archivo"/>
                <a:sym typeface="Archivo"/>
              </a:rPr>
              <a:t>Manager of boba shop</a:t>
            </a:r>
            <a:endParaRPr sz="1200">
              <a:solidFill>
                <a:schemeClr val="dk1"/>
              </a:solidFill>
              <a:latin typeface="Archivo"/>
              <a:ea typeface="Archivo"/>
              <a:cs typeface="Archivo"/>
              <a:sym typeface="Archivo"/>
            </a:endParaRPr>
          </a:p>
        </p:txBody>
      </p:sp>
      <p:sp>
        <p:nvSpPr>
          <p:cNvPr id="509" name="Google Shape;509;p58"/>
          <p:cNvSpPr txBox="1"/>
          <p:nvPr/>
        </p:nvSpPr>
        <p:spPr>
          <a:xfrm>
            <a:off x="2853479" y="2070100"/>
            <a:ext cx="13620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chivo"/>
                <a:ea typeface="Archivo"/>
                <a:cs typeface="Archivo"/>
                <a:sym typeface="Archivo"/>
              </a:rPr>
              <a:t>“Helen”</a:t>
            </a:r>
            <a:endParaRPr sz="1200">
              <a:solidFill>
                <a:schemeClr val="dk1"/>
              </a:solidFill>
              <a:latin typeface="Archivo"/>
              <a:ea typeface="Archivo"/>
              <a:cs typeface="Archivo"/>
              <a:sym typeface="Archivo"/>
            </a:endParaRPr>
          </a:p>
          <a:p>
            <a:pPr indent="0" lvl="0" marL="0" rtl="0" algn="ctr">
              <a:spcBef>
                <a:spcPts val="0"/>
              </a:spcBef>
              <a:spcAft>
                <a:spcPts val="0"/>
              </a:spcAft>
              <a:buNone/>
            </a:pPr>
            <a:r>
              <a:rPr lang="en" sz="1200">
                <a:solidFill>
                  <a:schemeClr val="dk1"/>
                </a:solidFill>
                <a:latin typeface="Archivo"/>
                <a:ea typeface="Archivo"/>
                <a:cs typeface="Archivo"/>
                <a:sym typeface="Archivo"/>
              </a:rPr>
              <a:t>Manager at Italian restaurant for 22 years</a:t>
            </a:r>
            <a:endParaRPr sz="1200">
              <a:solidFill>
                <a:schemeClr val="dk1"/>
              </a:solidFill>
              <a:latin typeface="Archivo"/>
              <a:ea typeface="Archivo"/>
              <a:cs typeface="Archivo"/>
              <a:sym typeface="Archivo"/>
            </a:endParaRPr>
          </a:p>
          <a:p>
            <a:pPr indent="0" lvl="0" marL="0" rtl="0" algn="ctr">
              <a:spcBef>
                <a:spcPts val="0"/>
              </a:spcBef>
              <a:spcAft>
                <a:spcPts val="0"/>
              </a:spcAft>
              <a:buNone/>
            </a:pPr>
            <a:r>
              <a:t/>
            </a:r>
            <a:endParaRPr sz="1200">
              <a:solidFill>
                <a:schemeClr val="dk1"/>
              </a:solidFill>
              <a:latin typeface="Archivo"/>
              <a:ea typeface="Archivo"/>
              <a:cs typeface="Archivo"/>
              <a:sym typeface="Archivo"/>
            </a:endParaRPr>
          </a:p>
        </p:txBody>
      </p:sp>
      <p:sp>
        <p:nvSpPr>
          <p:cNvPr id="510" name="Google Shape;510;p58"/>
          <p:cNvSpPr txBox="1"/>
          <p:nvPr/>
        </p:nvSpPr>
        <p:spPr>
          <a:xfrm>
            <a:off x="4945529" y="3253300"/>
            <a:ext cx="1362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chivo"/>
                <a:ea typeface="Archivo"/>
                <a:cs typeface="Archivo"/>
                <a:sym typeface="Archivo"/>
              </a:rPr>
              <a:t>“Amy”</a:t>
            </a:r>
            <a:endParaRPr sz="1200">
              <a:solidFill>
                <a:schemeClr val="dk1"/>
              </a:solidFill>
              <a:latin typeface="Archivo"/>
              <a:ea typeface="Archivo"/>
              <a:cs typeface="Archivo"/>
              <a:sym typeface="Archivo"/>
            </a:endParaRPr>
          </a:p>
          <a:p>
            <a:pPr indent="0" lvl="0" marL="0" rtl="0" algn="ctr">
              <a:spcBef>
                <a:spcPts val="0"/>
              </a:spcBef>
              <a:spcAft>
                <a:spcPts val="0"/>
              </a:spcAft>
              <a:buNone/>
            </a:pPr>
            <a:r>
              <a:rPr lang="en" sz="1200">
                <a:solidFill>
                  <a:schemeClr val="dk1"/>
                </a:solidFill>
                <a:latin typeface="Archivo"/>
                <a:ea typeface="Archivo"/>
                <a:cs typeface="Archivo"/>
                <a:sym typeface="Archivo"/>
              </a:rPr>
              <a:t>Owner of bookstore</a:t>
            </a:r>
            <a:endParaRPr sz="1200">
              <a:solidFill>
                <a:schemeClr val="dk1"/>
              </a:solidFill>
              <a:latin typeface="Archivo"/>
              <a:ea typeface="Archivo"/>
              <a:cs typeface="Archivo"/>
              <a:sym typeface="Archivo"/>
            </a:endParaRPr>
          </a:p>
        </p:txBody>
      </p:sp>
      <p:sp>
        <p:nvSpPr>
          <p:cNvPr id="511" name="Google Shape;511;p58"/>
          <p:cNvSpPr txBox="1"/>
          <p:nvPr/>
        </p:nvSpPr>
        <p:spPr>
          <a:xfrm>
            <a:off x="6918354" y="2295500"/>
            <a:ext cx="1362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chivo"/>
                <a:ea typeface="Archivo"/>
                <a:cs typeface="Archivo"/>
                <a:sym typeface="Archivo"/>
              </a:rPr>
              <a:t>“Taryn”</a:t>
            </a:r>
            <a:endParaRPr sz="1200">
              <a:solidFill>
                <a:schemeClr val="dk1"/>
              </a:solidFill>
              <a:latin typeface="Archivo"/>
              <a:ea typeface="Archivo"/>
              <a:cs typeface="Archivo"/>
              <a:sym typeface="Archivo"/>
            </a:endParaRPr>
          </a:p>
          <a:p>
            <a:pPr indent="0" lvl="0" marL="0" rtl="0" algn="ctr">
              <a:spcBef>
                <a:spcPts val="0"/>
              </a:spcBef>
              <a:spcAft>
                <a:spcPts val="0"/>
              </a:spcAft>
              <a:buNone/>
            </a:pPr>
            <a:r>
              <a:rPr lang="en" sz="1200">
                <a:solidFill>
                  <a:schemeClr val="dk1"/>
                </a:solidFill>
                <a:latin typeface="Archivo"/>
                <a:ea typeface="Archivo"/>
                <a:cs typeface="Archivo"/>
                <a:sym typeface="Archivo"/>
              </a:rPr>
              <a:t>Owner of salon</a:t>
            </a:r>
            <a:endParaRPr sz="1200">
              <a:solidFill>
                <a:schemeClr val="dk1"/>
              </a:solidFill>
              <a:latin typeface="Archivo"/>
              <a:ea typeface="Archivo"/>
              <a:cs typeface="Archivo"/>
              <a:sym typeface="Archivo"/>
            </a:endParaRPr>
          </a:p>
          <a:p>
            <a:pPr indent="0" lvl="0" marL="0" rtl="0" algn="ctr">
              <a:spcBef>
                <a:spcPts val="0"/>
              </a:spcBef>
              <a:spcAft>
                <a:spcPts val="0"/>
              </a:spcAft>
              <a:buNone/>
            </a:pPr>
            <a:r>
              <a:t/>
            </a:r>
            <a:endParaRPr sz="1200">
              <a:solidFill>
                <a:schemeClr val="dk1"/>
              </a:solidFill>
              <a:latin typeface="Archivo"/>
              <a:ea typeface="Archivo"/>
              <a:cs typeface="Archivo"/>
              <a:sym typeface="Archiv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9"/>
          <p:cNvSpPr/>
          <p:nvPr/>
        </p:nvSpPr>
        <p:spPr>
          <a:xfrm>
            <a:off x="228350"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59"/>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
        <p:nvSpPr>
          <p:cNvPr id="518" name="Google Shape;518;p59"/>
          <p:cNvSpPr txBox="1"/>
          <p:nvPr>
            <p:ph type="title"/>
          </p:nvPr>
        </p:nvSpPr>
        <p:spPr>
          <a:xfrm>
            <a:off x="342900" y="269025"/>
            <a:ext cx="89868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EXTREME USER: A SPECTRUM</a:t>
            </a:r>
            <a:endParaRPr/>
          </a:p>
        </p:txBody>
      </p:sp>
      <p:cxnSp>
        <p:nvCxnSpPr>
          <p:cNvPr id="519" name="Google Shape;519;p59"/>
          <p:cNvCxnSpPr/>
          <p:nvPr/>
        </p:nvCxnSpPr>
        <p:spPr>
          <a:xfrm>
            <a:off x="1238325" y="2906350"/>
            <a:ext cx="6928200" cy="0"/>
          </a:xfrm>
          <a:prstGeom prst="straightConnector1">
            <a:avLst/>
          </a:prstGeom>
          <a:noFill/>
          <a:ln cap="flat" cmpd="sng" w="76200">
            <a:solidFill>
              <a:schemeClr val="dk2"/>
            </a:solidFill>
            <a:prstDash val="solid"/>
            <a:round/>
            <a:headEnd len="med" w="med" type="triangle"/>
            <a:tailEnd len="med" w="med" type="triangle"/>
          </a:ln>
        </p:spPr>
      </p:cxnSp>
      <p:sp>
        <p:nvSpPr>
          <p:cNvPr id="520" name="Google Shape;520;p59"/>
          <p:cNvSpPr txBox="1"/>
          <p:nvPr/>
        </p:nvSpPr>
        <p:spPr>
          <a:xfrm>
            <a:off x="2692125" y="1876100"/>
            <a:ext cx="4020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Archivo"/>
                <a:ea typeface="Archivo"/>
                <a:cs typeface="Archivo"/>
                <a:sym typeface="Archivo"/>
              </a:rPr>
              <a:t>Resilience / Establishment in the Community</a:t>
            </a:r>
            <a:endParaRPr b="1">
              <a:solidFill>
                <a:schemeClr val="dk1"/>
              </a:solidFill>
              <a:latin typeface="Archivo"/>
              <a:ea typeface="Archivo"/>
              <a:cs typeface="Archivo"/>
              <a:sym typeface="Archivo"/>
            </a:endParaRPr>
          </a:p>
        </p:txBody>
      </p:sp>
      <p:sp>
        <p:nvSpPr>
          <p:cNvPr id="521" name="Google Shape;521;p59"/>
          <p:cNvSpPr txBox="1"/>
          <p:nvPr/>
        </p:nvSpPr>
        <p:spPr>
          <a:xfrm>
            <a:off x="942150" y="3168450"/>
            <a:ext cx="3354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Archivo"/>
                <a:ea typeface="Archivo"/>
                <a:cs typeface="Archivo"/>
                <a:sym typeface="Archivo"/>
              </a:rPr>
              <a:t>Brand new small business</a:t>
            </a:r>
            <a:endParaRPr sz="1000">
              <a:solidFill>
                <a:schemeClr val="dk1"/>
              </a:solidFill>
              <a:latin typeface="Archivo"/>
              <a:ea typeface="Archivo"/>
              <a:cs typeface="Archivo"/>
              <a:sym typeface="Archivo"/>
            </a:endParaRPr>
          </a:p>
          <a:p>
            <a:pPr indent="0" lvl="0" marL="0" rtl="0" algn="l">
              <a:spcBef>
                <a:spcPts val="0"/>
              </a:spcBef>
              <a:spcAft>
                <a:spcPts val="0"/>
              </a:spcAft>
              <a:buNone/>
            </a:pPr>
            <a:r>
              <a:rPr lang="en" sz="1000">
                <a:solidFill>
                  <a:schemeClr val="dk1"/>
                </a:solidFill>
                <a:latin typeface="Archivo"/>
                <a:ea typeface="Archivo"/>
                <a:cs typeface="Archivo"/>
                <a:sym typeface="Archivo"/>
              </a:rPr>
              <a:t>(hair salon) </a:t>
            </a:r>
            <a:endParaRPr sz="1000">
              <a:solidFill>
                <a:schemeClr val="dk1"/>
              </a:solidFill>
              <a:latin typeface="Archivo"/>
              <a:ea typeface="Archivo"/>
              <a:cs typeface="Archivo"/>
              <a:sym typeface="Archivo"/>
            </a:endParaRPr>
          </a:p>
        </p:txBody>
      </p:sp>
      <p:sp>
        <p:nvSpPr>
          <p:cNvPr id="522" name="Google Shape;522;p59"/>
          <p:cNvSpPr txBox="1"/>
          <p:nvPr/>
        </p:nvSpPr>
        <p:spPr>
          <a:xfrm>
            <a:off x="7159625" y="3168450"/>
            <a:ext cx="1642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Archivo"/>
                <a:ea typeface="Archivo"/>
                <a:cs typeface="Archivo"/>
                <a:sym typeface="Archivo"/>
              </a:rPr>
              <a:t>Open for 90 years,</a:t>
            </a:r>
            <a:endParaRPr sz="1000">
              <a:solidFill>
                <a:schemeClr val="dk1"/>
              </a:solidFill>
              <a:latin typeface="Archivo"/>
              <a:ea typeface="Archivo"/>
              <a:cs typeface="Archivo"/>
              <a:sym typeface="Archivo"/>
            </a:endParaRPr>
          </a:p>
          <a:p>
            <a:pPr indent="0" lvl="0" marL="0" rtl="0" algn="l">
              <a:spcBef>
                <a:spcPts val="0"/>
              </a:spcBef>
              <a:spcAft>
                <a:spcPts val="0"/>
              </a:spcAft>
              <a:buNone/>
            </a:pPr>
            <a:r>
              <a:rPr lang="en" sz="1000">
                <a:solidFill>
                  <a:schemeClr val="dk1"/>
                </a:solidFill>
                <a:latin typeface="Archivo"/>
                <a:ea typeface="Archivo"/>
                <a:cs typeface="Archivo"/>
                <a:sym typeface="Archivo"/>
              </a:rPr>
              <a:t>staple in the community</a:t>
            </a:r>
            <a:endParaRPr sz="1000">
              <a:solidFill>
                <a:schemeClr val="dk1"/>
              </a:solidFill>
              <a:latin typeface="Archivo"/>
              <a:ea typeface="Archivo"/>
              <a:cs typeface="Archivo"/>
              <a:sym typeface="Archivo"/>
            </a:endParaRPr>
          </a:p>
          <a:p>
            <a:pPr indent="0" lvl="0" marL="0" rtl="0" algn="l">
              <a:spcBef>
                <a:spcPts val="0"/>
              </a:spcBef>
              <a:spcAft>
                <a:spcPts val="0"/>
              </a:spcAft>
              <a:buNone/>
            </a:pPr>
            <a:r>
              <a:rPr lang="en" sz="1000">
                <a:solidFill>
                  <a:schemeClr val="dk1"/>
                </a:solidFill>
                <a:latin typeface="Archivo"/>
                <a:ea typeface="Archivo"/>
                <a:cs typeface="Archivo"/>
                <a:sym typeface="Archivo"/>
              </a:rPr>
              <a:t>(book store)</a:t>
            </a:r>
            <a:endParaRPr sz="1000">
              <a:solidFill>
                <a:schemeClr val="dk1"/>
              </a:solidFill>
              <a:latin typeface="Archivo"/>
              <a:ea typeface="Archivo"/>
              <a:cs typeface="Archivo"/>
              <a:sym typeface="Archiv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0"/>
          <p:cNvSpPr/>
          <p:nvPr/>
        </p:nvSpPr>
        <p:spPr>
          <a:xfrm>
            <a:off x="228350"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60"/>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529" name="Google Shape;529;p60"/>
          <p:cNvSpPr txBox="1"/>
          <p:nvPr>
            <p:ph type="title"/>
          </p:nvPr>
        </p:nvSpPr>
        <p:spPr>
          <a:xfrm>
            <a:off x="342900" y="269025"/>
            <a:ext cx="73503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WAIT, THERE’S MORE…</a:t>
            </a:r>
            <a:endParaRPr/>
          </a:p>
        </p:txBody>
      </p:sp>
      <p:pic>
        <p:nvPicPr>
          <p:cNvPr id="530" name="Google Shape;530;p60" title="IMG_3538.jpg"/>
          <p:cNvPicPr preferRelativeResize="0"/>
          <p:nvPr/>
        </p:nvPicPr>
        <p:blipFill rotWithShape="1">
          <a:blip r:embed="rId3">
            <a:alphaModFix/>
          </a:blip>
          <a:srcRect b="28847" l="18979" r="29555" t="33064"/>
          <a:stretch/>
        </p:blipFill>
        <p:spPr>
          <a:xfrm>
            <a:off x="2164175" y="1787275"/>
            <a:ext cx="2082900" cy="2055300"/>
          </a:xfrm>
          <a:prstGeom prst="ellipse">
            <a:avLst/>
          </a:prstGeom>
          <a:noFill/>
          <a:ln>
            <a:noFill/>
          </a:ln>
        </p:spPr>
      </p:pic>
      <p:pic>
        <p:nvPicPr>
          <p:cNvPr id="531" name="Google Shape;531;p60"/>
          <p:cNvPicPr preferRelativeResize="0"/>
          <p:nvPr/>
        </p:nvPicPr>
        <p:blipFill rotWithShape="1">
          <a:blip r:embed="rId4">
            <a:alphaModFix/>
          </a:blip>
          <a:srcRect b="661" l="0" r="0" t="661"/>
          <a:stretch/>
        </p:blipFill>
        <p:spPr>
          <a:xfrm>
            <a:off x="5229250" y="1787275"/>
            <a:ext cx="2082900" cy="2055300"/>
          </a:xfrm>
          <a:prstGeom prst="ellipse">
            <a:avLst/>
          </a:prstGeom>
          <a:noFill/>
          <a:ln>
            <a:noFill/>
          </a:ln>
        </p:spPr>
      </p:pic>
      <p:sp>
        <p:nvSpPr>
          <p:cNvPr id="532" name="Google Shape;532;p60"/>
          <p:cNvSpPr txBox="1"/>
          <p:nvPr/>
        </p:nvSpPr>
        <p:spPr>
          <a:xfrm>
            <a:off x="2524625" y="3899800"/>
            <a:ext cx="1362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chivo"/>
                <a:ea typeface="Archivo"/>
                <a:cs typeface="Archivo"/>
                <a:sym typeface="Archivo"/>
              </a:rPr>
              <a:t>“Beatrice”</a:t>
            </a:r>
            <a:endParaRPr sz="1200">
              <a:solidFill>
                <a:schemeClr val="dk1"/>
              </a:solidFill>
              <a:latin typeface="Archivo"/>
              <a:ea typeface="Archivo"/>
              <a:cs typeface="Archivo"/>
              <a:sym typeface="Archivo"/>
            </a:endParaRPr>
          </a:p>
          <a:p>
            <a:pPr indent="0" lvl="0" marL="0" rtl="0" algn="ctr">
              <a:spcBef>
                <a:spcPts val="0"/>
              </a:spcBef>
              <a:spcAft>
                <a:spcPts val="0"/>
              </a:spcAft>
              <a:buNone/>
            </a:pPr>
            <a:r>
              <a:rPr lang="en" sz="1200">
                <a:solidFill>
                  <a:schemeClr val="dk1"/>
                </a:solidFill>
                <a:latin typeface="Archivo"/>
                <a:ea typeface="Archivo"/>
                <a:cs typeface="Archivo"/>
                <a:sym typeface="Archivo"/>
              </a:rPr>
              <a:t>Customer</a:t>
            </a:r>
            <a:endParaRPr sz="1200">
              <a:solidFill>
                <a:schemeClr val="dk1"/>
              </a:solidFill>
              <a:latin typeface="Archivo"/>
              <a:ea typeface="Archivo"/>
              <a:cs typeface="Archivo"/>
              <a:sym typeface="Archivo"/>
            </a:endParaRPr>
          </a:p>
        </p:txBody>
      </p:sp>
      <p:sp>
        <p:nvSpPr>
          <p:cNvPr id="533" name="Google Shape;533;p60"/>
          <p:cNvSpPr txBox="1"/>
          <p:nvPr/>
        </p:nvSpPr>
        <p:spPr>
          <a:xfrm>
            <a:off x="5589700" y="3899800"/>
            <a:ext cx="1362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Archivo"/>
                <a:ea typeface="Archivo"/>
                <a:cs typeface="Archivo"/>
                <a:sym typeface="Archivo"/>
              </a:rPr>
              <a:t>“Jessie”</a:t>
            </a:r>
            <a:endParaRPr sz="1200">
              <a:solidFill>
                <a:schemeClr val="dk1"/>
              </a:solidFill>
              <a:latin typeface="Archivo"/>
              <a:ea typeface="Archivo"/>
              <a:cs typeface="Archivo"/>
              <a:sym typeface="Archivo"/>
            </a:endParaRPr>
          </a:p>
          <a:p>
            <a:pPr indent="0" lvl="0" marL="0" rtl="0" algn="ctr">
              <a:spcBef>
                <a:spcPts val="0"/>
              </a:spcBef>
              <a:spcAft>
                <a:spcPts val="0"/>
              </a:spcAft>
              <a:buNone/>
            </a:pPr>
            <a:r>
              <a:rPr lang="en" sz="1200">
                <a:solidFill>
                  <a:schemeClr val="dk1"/>
                </a:solidFill>
                <a:latin typeface="Archivo"/>
                <a:ea typeface="Archivo"/>
                <a:cs typeface="Archivo"/>
                <a:sym typeface="Archivo"/>
              </a:rPr>
              <a:t>Customer</a:t>
            </a:r>
            <a:endParaRPr sz="1200">
              <a:solidFill>
                <a:schemeClr val="dk1"/>
              </a:solidFill>
              <a:latin typeface="Archivo"/>
              <a:ea typeface="Archivo"/>
              <a:cs typeface="Archivo"/>
              <a:sym typeface="Archiv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1"/>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
        <p:nvSpPr>
          <p:cNvPr id="539" name="Google Shape;539;p61"/>
          <p:cNvSpPr txBox="1"/>
          <p:nvPr>
            <p:ph type="title"/>
          </p:nvPr>
        </p:nvSpPr>
        <p:spPr>
          <a:xfrm>
            <a:off x="342900" y="269025"/>
            <a:ext cx="57150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GUIDING QUESTIONS</a:t>
            </a:r>
            <a:endParaRPr/>
          </a:p>
        </p:txBody>
      </p:sp>
      <p:sp>
        <p:nvSpPr>
          <p:cNvPr id="540" name="Google Shape;540;p61"/>
          <p:cNvSpPr txBox="1"/>
          <p:nvPr/>
        </p:nvSpPr>
        <p:spPr>
          <a:xfrm>
            <a:off x="781150" y="2143675"/>
            <a:ext cx="3354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chivo"/>
                <a:ea typeface="Archivo"/>
                <a:cs typeface="Archivo"/>
                <a:sym typeface="Archivo"/>
              </a:rPr>
              <a:t>“What’s your community and support system like as a business owner? “</a:t>
            </a:r>
            <a:endParaRPr>
              <a:solidFill>
                <a:schemeClr val="dk1"/>
              </a:solidFill>
              <a:latin typeface="Archivo"/>
              <a:ea typeface="Archivo"/>
              <a:cs typeface="Archivo"/>
              <a:sym typeface="Archivo"/>
            </a:endParaRPr>
          </a:p>
        </p:txBody>
      </p:sp>
      <p:sp>
        <p:nvSpPr>
          <p:cNvPr id="541" name="Google Shape;541;p61"/>
          <p:cNvSpPr txBox="1"/>
          <p:nvPr/>
        </p:nvSpPr>
        <p:spPr>
          <a:xfrm>
            <a:off x="4514725" y="1767763"/>
            <a:ext cx="3207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chivo"/>
                <a:ea typeface="Archivo"/>
                <a:cs typeface="Archivo"/>
                <a:sym typeface="Archivo"/>
              </a:rPr>
              <a:t>“Tell us about a challenge/crisis you have faced this past year/month”</a:t>
            </a:r>
            <a:endParaRPr>
              <a:solidFill>
                <a:schemeClr val="dk1"/>
              </a:solidFill>
              <a:latin typeface="Archivo"/>
              <a:ea typeface="Archivo"/>
              <a:cs typeface="Archivo"/>
              <a:sym typeface="Archivo"/>
            </a:endParaRPr>
          </a:p>
        </p:txBody>
      </p:sp>
      <p:sp>
        <p:nvSpPr>
          <p:cNvPr id="542" name="Google Shape;542;p61"/>
          <p:cNvSpPr txBox="1"/>
          <p:nvPr/>
        </p:nvSpPr>
        <p:spPr>
          <a:xfrm>
            <a:off x="1571950" y="3326700"/>
            <a:ext cx="3354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chivo"/>
                <a:ea typeface="Archivo"/>
                <a:cs typeface="Archivo"/>
                <a:sym typeface="Archivo"/>
              </a:rPr>
              <a:t>“How do you learn about information relevant to you as a small business owner?”</a:t>
            </a:r>
            <a:endParaRPr sz="1900">
              <a:solidFill>
                <a:schemeClr val="dk1"/>
              </a:solidFill>
              <a:latin typeface="Archivo"/>
              <a:ea typeface="Archivo"/>
              <a:cs typeface="Archivo"/>
              <a:sym typeface="Archivo"/>
            </a:endParaRPr>
          </a:p>
        </p:txBody>
      </p:sp>
      <p:sp>
        <p:nvSpPr>
          <p:cNvPr id="543" name="Google Shape;543;p61"/>
          <p:cNvSpPr txBox="1"/>
          <p:nvPr/>
        </p:nvSpPr>
        <p:spPr>
          <a:xfrm>
            <a:off x="5201850" y="2873600"/>
            <a:ext cx="33546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chivo"/>
                <a:ea typeface="Archivo"/>
                <a:cs typeface="Archivo"/>
                <a:sym typeface="Archivo"/>
              </a:rPr>
              <a:t>“How is business now compared to last year? If there are any changes, do you think there’s a particular reason why?”</a:t>
            </a:r>
            <a:endParaRPr>
              <a:solidFill>
                <a:schemeClr val="dk1"/>
              </a:solidFill>
              <a:latin typeface="Archivo"/>
              <a:ea typeface="Archivo"/>
              <a:cs typeface="Archivo"/>
              <a:sym typeface="Archivo"/>
            </a:endParaRPr>
          </a:p>
          <a:p>
            <a:pPr indent="0" lvl="0" marL="0" rtl="0" algn="l">
              <a:spcBef>
                <a:spcPts val="0"/>
              </a:spcBef>
              <a:spcAft>
                <a:spcPts val="0"/>
              </a:spcAft>
              <a:buNone/>
            </a:pPr>
            <a:r>
              <a:t/>
            </a:r>
            <a:endParaRPr sz="1000">
              <a:solidFill>
                <a:schemeClr val="dk1"/>
              </a:solidFill>
              <a:latin typeface="Archivo"/>
              <a:ea typeface="Archivo"/>
              <a:cs typeface="Archivo"/>
              <a:sym typeface="Archiv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2"/>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3</a:t>
            </a:r>
            <a:endParaRPr/>
          </a:p>
        </p:txBody>
      </p:sp>
      <p:sp>
        <p:nvSpPr>
          <p:cNvPr id="549" name="Google Shape;549;p62"/>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Interview Results</a:t>
            </a:r>
            <a:endParaRPr/>
          </a:p>
        </p:txBody>
      </p:sp>
      <p:pic>
        <p:nvPicPr>
          <p:cNvPr descr="Warehouse workers inspecting documents." id="550" name="Google Shape;550;p62"/>
          <p:cNvPicPr preferRelativeResize="0"/>
          <p:nvPr>
            <p:ph idx="2" type="pic"/>
          </p:nvPr>
        </p:nvPicPr>
        <p:blipFill rotWithShape="1">
          <a:blip r:embed="rId3">
            <a:alphaModFix/>
          </a:blip>
          <a:srcRect b="0" l="30329" r="48340" t="0"/>
          <a:stretch/>
        </p:blipFill>
        <p:spPr>
          <a:xfrm>
            <a:off x="6702550" y="228300"/>
            <a:ext cx="1501500" cy="4691700"/>
          </a:xfrm>
          <a:prstGeom prst="roundRect">
            <a:avLst>
              <a:gd fmla="val 16667" name="adj"/>
            </a:avLst>
          </a:prstGeom>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3"/>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556" name="Google Shape;556;p63" title="CleanShot 2025-10-03 at 08.16.43.png"/>
          <p:cNvPicPr preferRelativeResize="0"/>
          <p:nvPr/>
        </p:nvPicPr>
        <p:blipFill rotWithShape="1">
          <a:blip r:embed="rId3">
            <a:alphaModFix/>
          </a:blip>
          <a:srcRect b="9139" l="0" r="0" t="3486"/>
          <a:stretch/>
        </p:blipFill>
        <p:spPr>
          <a:xfrm>
            <a:off x="905200" y="877725"/>
            <a:ext cx="2856000" cy="2818200"/>
          </a:xfrm>
          <a:prstGeom prst="ellipse">
            <a:avLst/>
          </a:prstGeom>
          <a:noFill/>
          <a:ln>
            <a:noFill/>
          </a:ln>
        </p:spPr>
      </p:pic>
      <p:sp>
        <p:nvSpPr>
          <p:cNvPr id="557" name="Google Shape;557;p63"/>
          <p:cNvSpPr txBox="1"/>
          <p:nvPr/>
        </p:nvSpPr>
        <p:spPr>
          <a:xfrm>
            <a:off x="4634650" y="1765000"/>
            <a:ext cx="34902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700">
                <a:solidFill>
                  <a:schemeClr val="dk1"/>
                </a:solidFill>
                <a:latin typeface="Archivo"/>
                <a:ea typeface="Archivo"/>
                <a:cs typeface="Archivo"/>
                <a:sym typeface="Archivo"/>
              </a:rPr>
              <a:t>“I sometimes look for videos on how to manage so that I can improve”</a:t>
            </a:r>
            <a:endParaRPr i="1" sz="1700">
              <a:solidFill>
                <a:schemeClr val="dk1"/>
              </a:solidFill>
              <a:latin typeface="Archivo"/>
              <a:ea typeface="Archivo"/>
              <a:cs typeface="Archivo"/>
              <a:sym typeface="Archivo"/>
            </a:endParaRPr>
          </a:p>
        </p:txBody>
      </p:sp>
      <p:sp>
        <p:nvSpPr>
          <p:cNvPr id="558" name="Google Shape;558;p63"/>
          <p:cNvSpPr txBox="1"/>
          <p:nvPr/>
        </p:nvSpPr>
        <p:spPr>
          <a:xfrm>
            <a:off x="565525" y="3736700"/>
            <a:ext cx="3354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Archivo"/>
                <a:ea typeface="Archivo"/>
                <a:cs typeface="Archivo"/>
                <a:sym typeface="Archivo"/>
              </a:rPr>
              <a:t>“Mark”</a:t>
            </a:r>
            <a:endParaRPr sz="1500">
              <a:solidFill>
                <a:schemeClr val="dk1"/>
              </a:solidFill>
              <a:latin typeface="Archivo"/>
              <a:ea typeface="Archivo"/>
              <a:cs typeface="Archivo"/>
              <a:sym typeface="Archivo"/>
            </a:endParaRPr>
          </a:p>
          <a:p>
            <a:pPr indent="0" lvl="0" marL="0" rtl="0" algn="ctr">
              <a:spcBef>
                <a:spcPts val="0"/>
              </a:spcBef>
              <a:spcAft>
                <a:spcPts val="0"/>
              </a:spcAft>
              <a:buNone/>
            </a:pPr>
            <a:r>
              <a:rPr lang="en" sz="1500">
                <a:solidFill>
                  <a:schemeClr val="dk1"/>
                </a:solidFill>
                <a:latin typeface="Archivo"/>
                <a:ea typeface="Archivo"/>
                <a:cs typeface="Archivo"/>
                <a:sym typeface="Archivo"/>
              </a:rPr>
              <a:t>Manager at Bubble Tea Shop</a:t>
            </a:r>
            <a:endParaRPr sz="1500">
              <a:solidFill>
                <a:schemeClr val="dk1"/>
              </a:solidFill>
              <a:latin typeface="Archivo"/>
              <a:ea typeface="Archivo"/>
              <a:cs typeface="Archivo"/>
              <a:sym typeface="Archivo"/>
            </a:endParaRPr>
          </a:p>
        </p:txBody>
      </p:sp>
      <p:sp>
        <p:nvSpPr>
          <p:cNvPr id="559" name="Google Shape;559;p63"/>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4"/>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565" name="Google Shape;565;p64" title="CleanShot 2025-10-03 at 08.16.43.png"/>
          <p:cNvPicPr preferRelativeResize="0"/>
          <p:nvPr/>
        </p:nvPicPr>
        <p:blipFill rotWithShape="1">
          <a:blip r:embed="rId3">
            <a:alphaModFix/>
          </a:blip>
          <a:srcRect b="9139" l="0" r="0" t="3486"/>
          <a:stretch/>
        </p:blipFill>
        <p:spPr>
          <a:xfrm>
            <a:off x="905200" y="877725"/>
            <a:ext cx="2856000" cy="2818200"/>
          </a:xfrm>
          <a:prstGeom prst="ellipse">
            <a:avLst/>
          </a:prstGeom>
          <a:noFill/>
          <a:ln>
            <a:noFill/>
          </a:ln>
        </p:spPr>
      </p:pic>
      <p:sp>
        <p:nvSpPr>
          <p:cNvPr id="566" name="Google Shape;566;p64"/>
          <p:cNvSpPr txBox="1"/>
          <p:nvPr/>
        </p:nvSpPr>
        <p:spPr>
          <a:xfrm>
            <a:off x="4634650" y="1578375"/>
            <a:ext cx="3490200" cy="1754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700">
                <a:solidFill>
                  <a:schemeClr val="dk1"/>
                </a:solidFill>
                <a:latin typeface="Archivo"/>
                <a:ea typeface="Archivo"/>
                <a:cs typeface="Archivo"/>
                <a:sym typeface="Archivo"/>
              </a:rPr>
              <a:t>“This was a favorite of the regulars, but the regulars are getting older, the younger kids aren’t coming to us anymore. We don’t have cocktails or a bar, they’re going to NOLA”</a:t>
            </a:r>
            <a:endParaRPr sz="1700">
              <a:solidFill>
                <a:schemeClr val="dk1"/>
              </a:solidFill>
              <a:latin typeface="Archivo"/>
              <a:ea typeface="Archivo"/>
              <a:cs typeface="Archivo"/>
              <a:sym typeface="Archivo"/>
            </a:endParaRPr>
          </a:p>
        </p:txBody>
      </p:sp>
      <p:sp>
        <p:nvSpPr>
          <p:cNvPr id="567" name="Google Shape;567;p64"/>
          <p:cNvSpPr txBox="1"/>
          <p:nvPr/>
        </p:nvSpPr>
        <p:spPr>
          <a:xfrm>
            <a:off x="979475" y="3736700"/>
            <a:ext cx="25266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Archivo"/>
                <a:ea typeface="Archivo"/>
                <a:cs typeface="Archivo"/>
                <a:sym typeface="Archivo"/>
              </a:rPr>
              <a:t>“Helen”</a:t>
            </a:r>
            <a:endParaRPr sz="1500">
              <a:solidFill>
                <a:schemeClr val="dk1"/>
              </a:solidFill>
              <a:latin typeface="Archivo"/>
              <a:ea typeface="Archivo"/>
              <a:cs typeface="Archivo"/>
              <a:sym typeface="Archivo"/>
            </a:endParaRPr>
          </a:p>
          <a:p>
            <a:pPr indent="0" lvl="0" marL="0" rtl="0" algn="ctr">
              <a:spcBef>
                <a:spcPts val="0"/>
              </a:spcBef>
              <a:spcAft>
                <a:spcPts val="0"/>
              </a:spcAft>
              <a:buNone/>
            </a:pPr>
            <a:r>
              <a:rPr lang="en" sz="1500">
                <a:solidFill>
                  <a:schemeClr val="dk1"/>
                </a:solidFill>
                <a:latin typeface="Archivo"/>
                <a:ea typeface="Archivo"/>
                <a:cs typeface="Archivo"/>
                <a:sym typeface="Archivo"/>
              </a:rPr>
              <a:t>Manager at Italian restaurant for 22 years</a:t>
            </a:r>
            <a:endParaRPr sz="1500">
              <a:solidFill>
                <a:schemeClr val="dk1"/>
              </a:solidFill>
              <a:latin typeface="Archivo"/>
              <a:ea typeface="Archivo"/>
              <a:cs typeface="Archivo"/>
              <a:sym typeface="Archivo"/>
            </a:endParaRPr>
          </a:p>
        </p:txBody>
      </p:sp>
      <p:pic>
        <p:nvPicPr>
          <p:cNvPr id="568" name="Google Shape;568;p64" title="CleanShot 2025-10-03 at 08.16.22.png"/>
          <p:cNvPicPr preferRelativeResize="0"/>
          <p:nvPr/>
        </p:nvPicPr>
        <p:blipFill rotWithShape="1">
          <a:blip r:embed="rId4">
            <a:alphaModFix/>
          </a:blip>
          <a:srcRect b="9707" l="0" r="-2732" t="13493"/>
          <a:stretch/>
        </p:blipFill>
        <p:spPr>
          <a:xfrm>
            <a:off x="905200" y="847725"/>
            <a:ext cx="2856000" cy="2878200"/>
          </a:xfrm>
          <a:prstGeom prst="ellipse">
            <a:avLst/>
          </a:prstGeom>
          <a:noFill/>
          <a:ln>
            <a:noFill/>
          </a:ln>
        </p:spPr>
      </p:pic>
      <p:sp>
        <p:nvSpPr>
          <p:cNvPr id="569" name="Google Shape;569;p64"/>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5"/>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75" name="Google Shape;575;p65"/>
          <p:cNvSpPr txBox="1"/>
          <p:nvPr/>
        </p:nvSpPr>
        <p:spPr>
          <a:xfrm>
            <a:off x="4634650" y="1008553"/>
            <a:ext cx="34902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700">
                <a:solidFill>
                  <a:schemeClr val="dk1"/>
                </a:solidFill>
                <a:latin typeface="Archivo"/>
                <a:ea typeface="Archivo"/>
                <a:cs typeface="Archivo"/>
                <a:sym typeface="Archivo"/>
              </a:rPr>
              <a:t>“We started in the middle of the Great Depression… very little money, very few resources, little materials you could get a hold of.”</a:t>
            </a:r>
            <a:endParaRPr i="1" sz="1700">
              <a:solidFill>
                <a:schemeClr val="dk1"/>
              </a:solidFill>
              <a:latin typeface="Archivo"/>
              <a:ea typeface="Archivo"/>
              <a:cs typeface="Archivo"/>
              <a:sym typeface="Archivo"/>
            </a:endParaRPr>
          </a:p>
        </p:txBody>
      </p:sp>
      <p:sp>
        <p:nvSpPr>
          <p:cNvPr id="576" name="Google Shape;576;p65"/>
          <p:cNvSpPr txBox="1"/>
          <p:nvPr/>
        </p:nvSpPr>
        <p:spPr>
          <a:xfrm>
            <a:off x="565525" y="3736700"/>
            <a:ext cx="3354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Archivo"/>
                <a:ea typeface="Archivo"/>
                <a:cs typeface="Archivo"/>
                <a:sym typeface="Archivo"/>
              </a:rPr>
              <a:t>“Amy”</a:t>
            </a:r>
            <a:endParaRPr sz="1500">
              <a:solidFill>
                <a:schemeClr val="dk1"/>
              </a:solidFill>
              <a:latin typeface="Archivo"/>
              <a:ea typeface="Archivo"/>
              <a:cs typeface="Archivo"/>
              <a:sym typeface="Archivo"/>
            </a:endParaRPr>
          </a:p>
          <a:p>
            <a:pPr indent="0" lvl="0" marL="0" rtl="0" algn="ctr">
              <a:spcBef>
                <a:spcPts val="0"/>
              </a:spcBef>
              <a:spcAft>
                <a:spcPts val="0"/>
              </a:spcAft>
              <a:buNone/>
            </a:pPr>
            <a:r>
              <a:rPr lang="en" sz="1500">
                <a:solidFill>
                  <a:schemeClr val="dk1"/>
                </a:solidFill>
                <a:latin typeface="Archivo"/>
                <a:ea typeface="Archivo"/>
                <a:cs typeface="Archivo"/>
                <a:sym typeface="Archivo"/>
              </a:rPr>
              <a:t>Owner of bookstore</a:t>
            </a:r>
            <a:endParaRPr sz="1500">
              <a:solidFill>
                <a:schemeClr val="dk1"/>
              </a:solidFill>
              <a:latin typeface="Archivo"/>
              <a:ea typeface="Archivo"/>
              <a:cs typeface="Archivo"/>
              <a:sym typeface="Archivo"/>
            </a:endParaRPr>
          </a:p>
        </p:txBody>
      </p:sp>
      <p:pic>
        <p:nvPicPr>
          <p:cNvPr id="577" name="Google Shape;577;p65" title="CleanShot 2025-10-03 at 08.16.16.png"/>
          <p:cNvPicPr preferRelativeResize="0"/>
          <p:nvPr/>
        </p:nvPicPr>
        <p:blipFill rotWithShape="1">
          <a:blip r:embed="rId3">
            <a:alphaModFix/>
          </a:blip>
          <a:srcRect b="0" l="9058" r="15894" t="0"/>
          <a:stretch/>
        </p:blipFill>
        <p:spPr>
          <a:xfrm>
            <a:off x="919425" y="836950"/>
            <a:ext cx="2880900" cy="2899800"/>
          </a:xfrm>
          <a:prstGeom prst="ellipse">
            <a:avLst/>
          </a:prstGeom>
          <a:noFill/>
          <a:ln>
            <a:noFill/>
          </a:ln>
        </p:spPr>
      </p:pic>
      <p:sp>
        <p:nvSpPr>
          <p:cNvPr id="578" name="Google Shape;578;p65"/>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
        <p:nvSpPr>
          <p:cNvPr id="579" name="Google Shape;579;p65"/>
          <p:cNvSpPr txBox="1"/>
          <p:nvPr/>
        </p:nvSpPr>
        <p:spPr>
          <a:xfrm>
            <a:off x="4634650" y="2505203"/>
            <a:ext cx="34902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700">
                <a:solidFill>
                  <a:schemeClr val="dk1"/>
                </a:solidFill>
                <a:latin typeface="Archivo"/>
                <a:ea typeface="Archivo"/>
                <a:cs typeface="Archivo"/>
                <a:sym typeface="Archivo"/>
              </a:rPr>
              <a:t>“All the chains came in and killed all the little stores… we’re fortunate in having a really loyal following.”</a:t>
            </a:r>
            <a:endParaRPr i="1" sz="1700">
              <a:solidFill>
                <a:schemeClr val="dk1"/>
              </a:solidFill>
              <a:latin typeface="Archivo"/>
              <a:ea typeface="Archivo"/>
              <a:cs typeface="Archivo"/>
              <a:sym typeface="Archiv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6"/>
          <p:cNvSpPr/>
          <p:nvPr/>
        </p:nvSpPr>
        <p:spPr>
          <a:xfrm>
            <a:off x="81600" y="134049"/>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85" name="Google Shape;585;p66"/>
          <p:cNvSpPr txBox="1"/>
          <p:nvPr/>
        </p:nvSpPr>
        <p:spPr>
          <a:xfrm>
            <a:off x="4634650" y="1310725"/>
            <a:ext cx="34902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700">
                <a:solidFill>
                  <a:schemeClr val="dk1"/>
                </a:solidFill>
                <a:latin typeface="Archivo"/>
                <a:ea typeface="Archivo"/>
                <a:cs typeface="Archivo"/>
                <a:sym typeface="Archivo"/>
              </a:rPr>
              <a:t>“My family drives 30 minutes all the way from San Jose to support the salon”</a:t>
            </a:r>
            <a:endParaRPr i="1" sz="1700">
              <a:solidFill>
                <a:schemeClr val="dk1"/>
              </a:solidFill>
              <a:latin typeface="Archivo"/>
              <a:ea typeface="Archivo"/>
              <a:cs typeface="Archivo"/>
              <a:sym typeface="Archivo"/>
            </a:endParaRPr>
          </a:p>
          <a:p>
            <a:pPr indent="0" lvl="0" marL="0" rtl="0" algn="l">
              <a:spcBef>
                <a:spcPts val="0"/>
              </a:spcBef>
              <a:spcAft>
                <a:spcPts val="0"/>
              </a:spcAft>
              <a:buNone/>
            </a:pPr>
            <a:r>
              <a:t/>
            </a:r>
            <a:endParaRPr i="1" sz="1700">
              <a:solidFill>
                <a:schemeClr val="dk1"/>
              </a:solidFill>
              <a:latin typeface="Archivo"/>
              <a:ea typeface="Archivo"/>
              <a:cs typeface="Archivo"/>
              <a:sym typeface="Archivo"/>
            </a:endParaRPr>
          </a:p>
          <a:p>
            <a:pPr indent="0" lvl="0" marL="0" rtl="0" algn="l">
              <a:spcBef>
                <a:spcPts val="0"/>
              </a:spcBef>
              <a:spcAft>
                <a:spcPts val="0"/>
              </a:spcAft>
              <a:buNone/>
            </a:pPr>
            <a:r>
              <a:rPr i="1" lang="en" sz="1700">
                <a:solidFill>
                  <a:schemeClr val="dk1"/>
                </a:solidFill>
                <a:latin typeface="Archivo"/>
                <a:ea typeface="Archivo"/>
                <a:cs typeface="Archivo"/>
                <a:sym typeface="Archivo"/>
              </a:rPr>
              <a:t>“I wish more people know about this salon”</a:t>
            </a:r>
            <a:endParaRPr i="1" sz="1700">
              <a:solidFill>
                <a:schemeClr val="dk1"/>
              </a:solidFill>
              <a:latin typeface="Archivo"/>
              <a:ea typeface="Archivo"/>
              <a:cs typeface="Archivo"/>
              <a:sym typeface="Archivo"/>
            </a:endParaRPr>
          </a:p>
        </p:txBody>
      </p:sp>
      <p:sp>
        <p:nvSpPr>
          <p:cNvPr id="586" name="Google Shape;586;p66"/>
          <p:cNvSpPr txBox="1"/>
          <p:nvPr/>
        </p:nvSpPr>
        <p:spPr>
          <a:xfrm>
            <a:off x="565525" y="3736700"/>
            <a:ext cx="3354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Archivo"/>
                <a:ea typeface="Archivo"/>
                <a:cs typeface="Archivo"/>
                <a:sym typeface="Archivo"/>
              </a:rPr>
              <a:t>“Taryn”</a:t>
            </a:r>
            <a:endParaRPr sz="1500">
              <a:solidFill>
                <a:schemeClr val="dk1"/>
              </a:solidFill>
              <a:latin typeface="Archivo"/>
              <a:ea typeface="Archivo"/>
              <a:cs typeface="Archivo"/>
              <a:sym typeface="Archivo"/>
            </a:endParaRPr>
          </a:p>
          <a:p>
            <a:pPr indent="0" lvl="0" marL="0" rtl="0" algn="ctr">
              <a:spcBef>
                <a:spcPts val="0"/>
              </a:spcBef>
              <a:spcAft>
                <a:spcPts val="0"/>
              </a:spcAft>
              <a:buNone/>
            </a:pPr>
            <a:r>
              <a:rPr lang="en" sz="1500">
                <a:solidFill>
                  <a:schemeClr val="dk1"/>
                </a:solidFill>
                <a:latin typeface="Archivo"/>
                <a:ea typeface="Archivo"/>
                <a:cs typeface="Archivo"/>
                <a:sym typeface="Archivo"/>
              </a:rPr>
              <a:t>Owner of salon</a:t>
            </a:r>
            <a:endParaRPr sz="1500">
              <a:solidFill>
                <a:schemeClr val="dk1"/>
              </a:solidFill>
              <a:latin typeface="Archivo"/>
              <a:ea typeface="Archivo"/>
              <a:cs typeface="Archivo"/>
              <a:sym typeface="Archivo"/>
            </a:endParaRPr>
          </a:p>
        </p:txBody>
      </p:sp>
      <p:pic>
        <p:nvPicPr>
          <p:cNvPr id="587" name="Google Shape;587;p66" title="CleanShot 2025-10-03 at 08.16.16.png"/>
          <p:cNvPicPr preferRelativeResize="0"/>
          <p:nvPr/>
        </p:nvPicPr>
        <p:blipFill rotWithShape="1">
          <a:blip r:embed="rId3">
            <a:alphaModFix/>
          </a:blip>
          <a:srcRect b="0" l="9058" r="15894" t="0"/>
          <a:stretch/>
        </p:blipFill>
        <p:spPr>
          <a:xfrm>
            <a:off x="919425" y="836950"/>
            <a:ext cx="2880900" cy="2899800"/>
          </a:xfrm>
          <a:prstGeom prst="ellipse">
            <a:avLst/>
          </a:prstGeom>
          <a:noFill/>
          <a:ln>
            <a:noFill/>
          </a:ln>
        </p:spPr>
      </p:pic>
      <p:pic>
        <p:nvPicPr>
          <p:cNvPr id="588" name="Google Shape;588;p66"/>
          <p:cNvPicPr preferRelativeResize="0"/>
          <p:nvPr/>
        </p:nvPicPr>
        <p:blipFill rotWithShape="1">
          <a:blip r:embed="rId4">
            <a:alphaModFix/>
          </a:blip>
          <a:srcRect b="69" l="0" r="0" t="59"/>
          <a:stretch/>
        </p:blipFill>
        <p:spPr>
          <a:xfrm>
            <a:off x="908135" y="836950"/>
            <a:ext cx="2903400" cy="2899800"/>
          </a:xfrm>
          <a:prstGeom prst="ellipse">
            <a:avLst/>
          </a:prstGeom>
          <a:noFill/>
          <a:ln>
            <a:noFill/>
          </a:ln>
        </p:spPr>
      </p:pic>
      <p:sp>
        <p:nvSpPr>
          <p:cNvPr id="589" name="Google Shape;589;p66"/>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7"/>
          <p:cNvSpPr/>
          <p:nvPr/>
        </p:nvSpPr>
        <p:spPr>
          <a:xfrm>
            <a:off x="81600" y="134049"/>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95" name="Google Shape;595;p67"/>
          <p:cNvSpPr txBox="1"/>
          <p:nvPr/>
        </p:nvSpPr>
        <p:spPr>
          <a:xfrm>
            <a:off x="4634650" y="1310725"/>
            <a:ext cx="34902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700">
                <a:solidFill>
                  <a:schemeClr val="dk1"/>
                </a:solidFill>
                <a:latin typeface="Archivo"/>
                <a:ea typeface="Archivo"/>
                <a:cs typeface="Archivo"/>
                <a:sym typeface="Archivo"/>
              </a:rPr>
              <a:t>“Big stores are probably 90% [of what I buy from]”</a:t>
            </a:r>
            <a:endParaRPr i="1" sz="1700">
              <a:solidFill>
                <a:schemeClr val="dk1"/>
              </a:solidFill>
              <a:latin typeface="Archivo"/>
              <a:ea typeface="Archivo"/>
              <a:cs typeface="Archivo"/>
              <a:sym typeface="Archivo"/>
            </a:endParaRPr>
          </a:p>
          <a:p>
            <a:pPr indent="0" lvl="0" marL="0" rtl="0" algn="l">
              <a:spcBef>
                <a:spcPts val="0"/>
              </a:spcBef>
              <a:spcAft>
                <a:spcPts val="0"/>
              </a:spcAft>
              <a:buNone/>
            </a:pPr>
            <a:r>
              <a:t/>
            </a:r>
            <a:endParaRPr i="1" sz="1700">
              <a:solidFill>
                <a:schemeClr val="dk1"/>
              </a:solidFill>
              <a:latin typeface="Archivo"/>
              <a:ea typeface="Archivo"/>
              <a:cs typeface="Archivo"/>
              <a:sym typeface="Archivo"/>
            </a:endParaRPr>
          </a:p>
          <a:p>
            <a:pPr indent="0" lvl="0" marL="0" rtl="0" algn="l">
              <a:spcBef>
                <a:spcPts val="0"/>
              </a:spcBef>
              <a:spcAft>
                <a:spcPts val="0"/>
              </a:spcAft>
              <a:buNone/>
            </a:pPr>
            <a:r>
              <a:rPr i="1" lang="en" sz="1700">
                <a:solidFill>
                  <a:schemeClr val="dk1"/>
                </a:solidFill>
                <a:latin typeface="Archivo"/>
                <a:ea typeface="Archivo"/>
                <a:cs typeface="Archivo"/>
                <a:sym typeface="Archivo"/>
              </a:rPr>
              <a:t>“I try to avoid the chain [restaurants] almost all the time”</a:t>
            </a:r>
            <a:endParaRPr i="1" sz="1700">
              <a:solidFill>
                <a:schemeClr val="dk1"/>
              </a:solidFill>
              <a:latin typeface="Archivo"/>
              <a:ea typeface="Archivo"/>
              <a:cs typeface="Archivo"/>
              <a:sym typeface="Archivo"/>
            </a:endParaRPr>
          </a:p>
          <a:p>
            <a:pPr indent="0" lvl="0" marL="0" rtl="0" algn="l">
              <a:spcBef>
                <a:spcPts val="0"/>
              </a:spcBef>
              <a:spcAft>
                <a:spcPts val="0"/>
              </a:spcAft>
              <a:buNone/>
            </a:pPr>
            <a:r>
              <a:t/>
            </a:r>
            <a:endParaRPr i="1" sz="1700">
              <a:solidFill>
                <a:schemeClr val="dk1"/>
              </a:solidFill>
              <a:latin typeface="Archivo"/>
              <a:ea typeface="Archivo"/>
              <a:cs typeface="Archivo"/>
              <a:sym typeface="Archivo"/>
            </a:endParaRPr>
          </a:p>
          <a:p>
            <a:pPr indent="0" lvl="0" marL="0" rtl="0" algn="l">
              <a:spcBef>
                <a:spcPts val="0"/>
              </a:spcBef>
              <a:spcAft>
                <a:spcPts val="0"/>
              </a:spcAft>
              <a:buNone/>
            </a:pPr>
            <a:r>
              <a:t/>
            </a:r>
            <a:endParaRPr i="1" sz="1700">
              <a:solidFill>
                <a:schemeClr val="dk1"/>
              </a:solidFill>
              <a:latin typeface="Archivo"/>
              <a:ea typeface="Archivo"/>
              <a:cs typeface="Archivo"/>
              <a:sym typeface="Archivo"/>
            </a:endParaRPr>
          </a:p>
        </p:txBody>
      </p:sp>
      <p:sp>
        <p:nvSpPr>
          <p:cNvPr id="596" name="Google Shape;596;p67"/>
          <p:cNvSpPr txBox="1"/>
          <p:nvPr/>
        </p:nvSpPr>
        <p:spPr>
          <a:xfrm>
            <a:off x="565525" y="3736700"/>
            <a:ext cx="3354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Archivo"/>
                <a:ea typeface="Archivo"/>
                <a:cs typeface="Archivo"/>
                <a:sym typeface="Archivo"/>
              </a:rPr>
              <a:t>“Beatrice”</a:t>
            </a:r>
            <a:endParaRPr sz="1500">
              <a:solidFill>
                <a:schemeClr val="dk1"/>
              </a:solidFill>
              <a:latin typeface="Archivo"/>
              <a:ea typeface="Archivo"/>
              <a:cs typeface="Archivo"/>
              <a:sym typeface="Archivo"/>
            </a:endParaRPr>
          </a:p>
          <a:p>
            <a:pPr indent="0" lvl="0" marL="0" rtl="0" algn="ctr">
              <a:spcBef>
                <a:spcPts val="0"/>
              </a:spcBef>
              <a:spcAft>
                <a:spcPts val="0"/>
              </a:spcAft>
              <a:buNone/>
            </a:pPr>
            <a:r>
              <a:rPr lang="en" sz="1500">
                <a:solidFill>
                  <a:schemeClr val="dk1"/>
                </a:solidFill>
                <a:latin typeface="Archivo"/>
                <a:ea typeface="Archivo"/>
                <a:cs typeface="Archivo"/>
                <a:sym typeface="Archivo"/>
              </a:rPr>
              <a:t>Customer, grandma of 2</a:t>
            </a:r>
            <a:endParaRPr sz="1500">
              <a:solidFill>
                <a:schemeClr val="dk1"/>
              </a:solidFill>
              <a:latin typeface="Archivo"/>
              <a:ea typeface="Archivo"/>
              <a:cs typeface="Archivo"/>
              <a:sym typeface="Archivo"/>
            </a:endParaRPr>
          </a:p>
        </p:txBody>
      </p:sp>
      <p:pic>
        <p:nvPicPr>
          <p:cNvPr id="597" name="Google Shape;597;p67" title="CleanShot 2025-10-03 at 08.16.16.png"/>
          <p:cNvPicPr preferRelativeResize="0"/>
          <p:nvPr/>
        </p:nvPicPr>
        <p:blipFill rotWithShape="1">
          <a:blip r:embed="rId3">
            <a:alphaModFix/>
          </a:blip>
          <a:srcRect b="0" l="9058" r="15894" t="0"/>
          <a:stretch/>
        </p:blipFill>
        <p:spPr>
          <a:xfrm>
            <a:off x="919425" y="836950"/>
            <a:ext cx="2880900" cy="2899800"/>
          </a:xfrm>
          <a:prstGeom prst="ellipse">
            <a:avLst/>
          </a:prstGeom>
          <a:noFill/>
          <a:ln>
            <a:noFill/>
          </a:ln>
        </p:spPr>
      </p:pic>
      <p:pic>
        <p:nvPicPr>
          <p:cNvPr id="598" name="Google Shape;598;p67"/>
          <p:cNvPicPr preferRelativeResize="0"/>
          <p:nvPr/>
        </p:nvPicPr>
        <p:blipFill rotWithShape="1">
          <a:blip r:embed="rId4">
            <a:alphaModFix/>
          </a:blip>
          <a:srcRect b="69" l="0" r="0" t="59"/>
          <a:stretch/>
        </p:blipFill>
        <p:spPr>
          <a:xfrm>
            <a:off x="908135" y="836950"/>
            <a:ext cx="2903400" cy="2899800"/>
          </a:xfrm>
          <a:prstGeom prst="ellipse">
            <a:avLst/>
          </a:prstGeom>
          <a:noFill/>
          <a:ln>
            <a:noFill/>
          </a:ln>
        </p:spPr>
      </p:pic>
      <p:pic>
        <p:nvPicPr>
          <p:cNvPr id="599" name="Google Shape;599;p67" title="IMG_3538.jpg"/>
          <p:cNvPicPr preferRelativeResize="0"/>
          <p:nvPr/>
        </p:nvPicPr>
        <p:blipFill rotWithShape="1">
          <a:blip r:embed="rId5">
            <a:alphaModFix/>
          </a:blip>
          <a:srcRect b="28847" l="18979" r="29555" t="33064"/>
          <a:stretch/>
        </p:blipFill>
        <p:spPr>
          <a:xfrm>
            <a:off x="890455" y="836950"/>
            <a:ext cx="2938800" cy="2899800"/>
          </a:xfrm>
          <a:prstGeom prst="ellipse">
            <a:avLst/>
          </a:prstGeom>
          <a:noFill/>
          <a:ln>
            <a:noFill/>
          </a:ln>
        </p:spPr>
      </p:pic>
      <p:sp>
        <p:nvSpPr>
          <p:cNvPr id="600" name="Google Shape;600;p67"/>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68"/>
          <p:cNvSpPr/>
          <p:nvPr/>
        </p:nvSpPr>
        <p:spPr>
          <a:xfrm>
            <a:off x="81600" y="134049"/>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06" name="Google Shape;606;p68"/>
          <p:cNvSpPr txBox="1"/>
          <p:nvPr/>
        </p:nvSpPr>
        <p:spPr>
          <a:xfrm>
            <a:off x="4634650" y="1310725"/>
            <a:ext cx="3490200" cy="227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700">
                <a:solidFill>
                  <a:schemeClr val="dk1"/>
                </a:solidFill>
                <a:latin typeface="Archivo"/>
                <a:ea typeface="Archivo"/>
                <a:cs typeface="Archivo"/>
                <a:sym typeface="Archivo"/>
              </a:rPr>
              <a:t>“I try not to go name brands, but if I know that a brand has good basics, I’ll probably gravitate towards that.”</a:t>
            </a:r>
            <a:endParaRPr i="1" sz="1700">
              <a:solidFill>
                <a:schemeClr val="dk1"/>
              </a:solidFill>
              <a:latin typeface="Archivo"/>
              <a:ea typeface="Archivo"/>
              <a:cs typeface="Archivo"/>
              <a:sym typeface="Archivo"/>
            </a:endParaRPr>
          </a:p>
          <a:p>
            <a:pPr indent="0" lvl="0" marL="0" rtl="0" algn="l">
              <a:spcBef>
                <a:spcPts val="0"/>
              </a:spcBef>
              <a:spcAft>
                <a:spcPts val="0"/>
              </a:spcAft>
              <a:buNone/>
            </a:pPr>
            <a:r>
              <a:t/>
            </a:r>
            <a:endParaRPr i="1" sz="1700">
              <a:solidFill>
                <a:schemeClr val="dk1"/>
              </a:solidFill>
              <a:latin typeface="Archivo"/>
              <a:ea typeface="Archivo"/>
              <a:cs typeface="Archivo"/>
              <a:sym typeface="Archivo"/>
            </a:endParaRPr>
          </a:p>
          <a:p>
            <a:pPr indent="0" lvl="0" marL="0" rtl="0" algn="l">
              <a:spcBef>
                <a:spcPts val="0"/>
              </a:spcBef>
              <a:spcAft>
                <a:spcPts val="0"/>
              </a:spcAft>
              <a:buNone/>
            </a:pPr>
            <a:r>
              <a:rPr i="1" lang="en" sz="1700">
                <a:solidFill>
                  <a:schemeClr val="dk1"/>
                </a:solidFill>
                <a:latin typeface="Archivo"/>
                <a:ea typeface="Archivo"/>
                <a:cs typeface="Archivo"/>
                <a:sym typeface="Archivo"/>
              </a:rPr>
              <a:t>“[When buying], I ask my friends’ opinions and I do my own research”</a:t>
            </a:r>
            <a:endParaRPr i="1" sz="1700">
              <a:solidFill>
                <a:schemeClr val="dk1"/>
              </a:solidFill>
              <a:latin typeface="Archivo"/>
              <a:ea typeface="Archivo"/>
              <a:cs typeface="Archivo"/>
              <a:sym typeface="Archivo"/>
            </a:endParaRPr>
          </a:p>
        </p:txBody>
      </p:sp>
      <p:sp>
        <p:nvSpPr>
          <p:cNvPr id="607" name="Google Shape;607;p68"/>
          <p:cNvSpPr txBox="1"/>
          <p:nvPr/>
        </p:nvSpPr>
        <p:spPr>
          <a:xfrm>
            <a:off x="565525" y="3736700"/>
            <a:ext cx="3354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Archivo"/>
                <a:ea typeface="Archivo"/>
                <a:cs typeface="Archivo"/>
                <a:sym typeface="Archivo"/>
              </a:rPr>
              <a:t>“Jessie”</a:t>
            </a:r>
            <a:endParaRPr sz="1500">
              <a:solidFill>
                <a:schemeClr val="dk1"/>
              </a:solidFill>
              <a:latin typeface="Archivo"/>
              <a:ea typeface="Archivo"/>
              <a:cs typeface="Archivo"/>
              <a:sym typeface="Archivo"/>
            </a:endParaRPr>
          </a:p>
          <a:p>
            <a:pPr indent="0" lvl="0" marL="0" rtl="0" algn="ctr">
              <a:spcBef>
                <a:spcPts val="0"/>
              </a:spcBef>
              <a:spcAft>
                <a:spcPts val="0"/>
              </a:spcAft>
              <a:buNone/>
            </a:pPr>
            <a:r>
              <a:rPr lang="en" sz="1500">
                <a:solidFill>
                  <a:schemeClr val="dk1"/>
                </a:solidFill>
                <a:latin typeface="Archivo"/>
                <a:ea typeface="Archivo"/>
                <a:cs typeface="Archivo"/>
                <a:sym typeface="Archivo"/>
              </a:rPr>
              <a:t>Customer, High School Student</a:t>
            </a:r>
            <a:endParaRPr sz="1500">
              <a:solidFill>
                <a:schemeClr val="dk1"/>
              </a:solidFill>
              <a:latin typeface="Archivo"/>
              <a:ea typeface="Archivo"/>
              <a:cs typeface="Archivo"/>
              <a:sym typeface="Archivo"/>
            </a:endParaRPr>
          </a:p>
        </p:txBody>
      </p:sp>
      <p:pic>
        <p:nvPicPr>
          <p:cNvPr id="608" name="Google Shape;608;p68" title="CleanShot 2025-10-03 at 08.16.16.png"/>
          <p:cNvPicPr preferRelativeResize="0"/>
          <p:nvPr/>
        </p:nvPicPr>
        <p:blipFill rotWithShape="1">
          <a:blip r:embed="rId3">
            <a:alphaModFix/>
          </a:blip>
          <a:srcRect b="0" l="9058" r="15894" t="0"/>
          <a:stretch/>
        </p:blipFill>
        <p:spPr>
          <a:xfrm>
            <a:off x="919425" y="836950"/>
            <a:ext cx="2880900" cy="2899800"/>
          </a:xfrm>
          <a:prstGeom prst="ellipse">
            <a:avLst/>
          </a:prstGeom>
          <a:noFill/>
          <a:ln>
            <a:noFill/>
          </a:ln>
        </p:spPr>
      </p:pic>
      <p:pic>
        <p:nvPicPr>
          <p:cNvPr id="609" name="Google Shape;609;p68"/>
          <p:cNvPicPr preferRelativeResize="0"/>
          <p:nvPr/>
        </p:nvPicPr>
        <p:blipFill rotWithShape="1">
          <a:blip r:embed="rId4">
            <a:alphaModFix/>
          </a:blip>
          <a:srcRect b="69" l="0" r="0" t="59"/>
          <a:stretch/>
        </p:blipFill>
        <p:spPr>
          <a:xfrm>
            <a:off x="908135" y="836950"/>
            <a:ext cx="2903400" cy="2899800"/>
          </a:xfrm>
          <a:prstGeom prst="ellipse">
            <a:avLst/>
          </a:prstGeom>
          <a:noFill/>
          <a:ln>
            <a:noFill/>
          </a:ln>
        </p:spPr>
      </p:pic>
      <p:pic>
        <p:nvPicPr>
          <p:cNvPr id="610" name="Google Shape;610;p68" title="IMG_3538.jpg"/>
          <p:cNvPicPr preferRelativeResize="0"/>
          <p:nvPr/>
        </p:nvPicPr>
        <p:blipFill rotWithShape="1">
          <a:blip r:embed="rId5">
            <a:alphaModFix/>
          </a:blip>
          <a:srcRect b="28847" l="18979" r="29555" t="33064"/>
          <a:stretch/>
        </p:blipFill>
        <p:spPr>
          <a:xfrm>
            <a:off x="890455" y="836950"/>
            <a:ext cx="2938800" cy="2899800"/>
          </a:xfrm>
          <a:prstGeom prst="ellipse">
            <a:avLst/>
          </a:prstGeom>
          <a:noFill/>
          <a:ln>
            <a:noFill/>
          </a:ln>
        </p:spPr>
      </p:pic>
      <p:sp>
        <p:nvSpPr>
          <p:cNvPr id="611" name="Google Shape;611;p68"/>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pic>
        <p:nvPicPr>
          <p:cNvPr id="612" name="Google Shape;612;p68"/>
          <p:cNvPicPr preferRelativeResize="0"/>
          <p:nvPr/>
        </p:nvPicPr>
        <p:blipFill rotWithShape="1">
          <a:blip r:embed="rId6">
            <a:alphaModFix/>
          </a:blip>
          <a:srcRect b="661" l="0" r="0" t="661"/>
          <a:stretch/>
        </p:blipFill>
        <p:spPr>
          <a:xfrm>
            <a:off x="890400" y="836896"/>
            <a:ext cx="2938800" cy="2899800"/>
          </a:xfrm>
          <a:prstGeom prst="ellipse">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9"/>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4</a:t>
            </a:r>
            <a:endParaRPr/>
          </a:p>
        </p:txBody>
      </p:sp>
      <p:sp>
        <p:nvSpPr>
          <p:cNvPr id="618" name="Google Shape;618;p69"/>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Analysis</a:t>
            </a:r>
            <a:endParaRPr/>
          </a:p>
        </p:txBody>
      </p:sp>
      <p:pic>
        <p:nvPicPr>
          <p:cNvPr descr="Warehouse worker using a tablet computer." id="619" name="Google Shape;619;p69"/>
          <p:cNvPicPr preferRelativeResize="0"/>
          <p:nvPr>
            <p:ph idx="2" type="pic"/>
          </p:nvPr>
        </p:nvPicPr>
        <p:blipFill rotWithShape="1">
          <a:blip r:embed="rId3">
            <a:alphaModFix/>
          </a:blip>
          <a:srcRect b="0" l="34469" r="44200" t="0"/>
          <a:stretch/>
        </p:blipFill>
        <p:spPr>
          <a:xfrm>
            <a:off x="6702550" y="228300"/>
            <a:ext cx="1501500" cy="4691700"/>
          </a:xfrm>
          <a:prstGeom prst="roundRect">
            <a:avLst>
              <a:gd fmla="val 16667" name="adj"/>
            </a:avLst>
          </a:prstGeom>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0"/>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625" name="Google Shape;625;p70" title="empathy map tong sui.png"/>
          <p:cNvPicPr preferRelativeResize="0"/>
          <p:nvPr/>
        </p:nvPicPr>
        <p:blipFill rotWithShape="1">
          <a:blip r:embed="rId3">
            <a:alphaModFix/>
          </a:blip>
          <a:srcRect b="0" l="2552" r="2552" t="0"/>
          <a:stretch/>
        </p:blipFill>
        <p:spPr>
          <a:xfrm>
            <a:off x="1374389" y="228050"/>
            <a:ext cx="6520500" cy="4419000"/>
          </a:xfrm>
          <a:prstGeom prst="roundRect">
            <a:avLst>
              <a:gd fmla="val 16667" name="adj"/>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71"/>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631" name="Google Shape;631;p71" title="empathy map tong sui.png"/>
          <p:cNvPicPr preferRelativeResize="0"/>
          <p:nvPr/>
        </p:nvPicPr>
        <p:blipFill rotWithShape="1">
          <a:blip r:embed="rId3">
            <a:alphaModFix/>
          </a:blip>
          <a:srcRect b="0" l="2552" r="2552" t="0"/>
          <a:stretch/>
        </p:blipFill>
        <p:spPr>
          <a:xfrm>
            <a:off x="1374389" y="228050"/>
            <a:ext cx="6520500" cy="4419000"/>
          </a:xfrm>
          <a:prstGeom prst="roundRect">
            <a:avLst>
              <a:gd fmla="val 16667" name="adj"/>
            </a:avLst>
          </a:prstGeom>
          <a:noFill/>
          <a:ln>
            <a:noFill/>
          </a:ln>
        </p:spPr>
      </p:pic>
      <p:sp>
        <p:nvSpPr>
          <p:cNvPr id="632" name="Google Shape;632;p71"/>
          <p:cNvSpPr/>
          <p:nvPr/>
        </p:nvSpPr>
        <p:spPr>
          <a:xfrm>
            <a:off x="2498650" y="62327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33" name="Google Shape;633;p71"/>
          <p:cNvSpPr/>
          <p:nvPr/>
        </p:nvSpPr>
        <p:spPr>
          <a:xfrm>
            <a:off x="5702925" y="659175"/>
            <a:ext cx="1397700" cy="1281300"/>
          </a:xfrm>
          <a:prstGeom prst="snip1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34" name="Google Shape;634;p71"/>
          <p:cNvSpPr/>
          <p:nvPr/>
        </p:nvSpPr>
        <p:spPr>
          <a:xfrm>
            <a:off x="2498650" y="2984025"/>
            <a:ext cx="1397700" cy="1281300"/>
          </a:xfrm>
          <a:prstGeom prst="snip1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35" name="Google Shape;635;p71"/>
          <p:cNvSpPr/>
          <p:nvPr/>
        </p:nvSpPr>
        <p:spPr>
          <a:xfrm>
            <a:off x="5702925" y="2984025"/>
            <a:ext cx="1397700" cy="1281300"/>
          </a:xfrm>
          <a:prstGeom prst="snip1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36" name="Google Shape;636;p71"/>
          <p:cNvSpPr txBox="1"/>
          <p:nvPr/>
        </p:nvSpPr>
        <p:spPr>
          <a:xfrm>
            <a:off x="2620900" y="733875"/>
            <a:ext cx="1100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sz="1000">
                <a:solidFill>
                  <a:schemeClr val="lt1"/>
                </a:solidFill>
                <a:latin typeface="Archivo"/>
                <a:ea typeface="Archivo"/>
                <a:cs typeface="Archivo"/>
                <a:sym typeface="Archivo"/>
              </a:rPr>
              <a:t>“I sometimes look for videos on how to manage so that I can improve”</a:t>
            </a:r>
            <a:endParaRPr sz="1000">
              <a:solidFill>
                <a:schemeClr val="lt1"/>
              </a:solidFill>
              <a:latin typeface="Archivo"/>
              <a:ea typeface="Archivo"/>
              <a:cs typeface="Archivo"/>
              <a:sym typeface="Archivo"/>
            </a:endParaRPr>
          </a:p>
          <a:p>
            <a:pPr indent="0" lvl="0" marL="0" rtl="0" algn="l">
              <a:spcBef>
                <a:spcPts val="0"/>
              </a:spcBef>
              <a:spcAft>
                <a:spcPts val="0"/>
              </a:spcAft>
              <a:buNone/>
            </a:pPr>
            <a:r>
              <a:t/>
            </a:r>
            <a:endParaRPr sz="1000">
              <a:solidFill>
                <a:schemeClr val="lt1"/>
              </a:solidFill>
              <a:latin typeface="Archivo"/>
              <a:ea typeface="Archivo"/>
              <a:cs typeface="Archivo"/>
              <a:sym typeface="Archivo"/>
            </a:endParaRPr>
          </a:p>
        </p:txBody>
      </p:sp>
      <p:sp>
        <p:nvSpPr>
          <p:cNvPr id="637" name="Google Shape;637;p71"/>
          <p:cNvSpPr txBox="1"/>
          <p:nvPr/>
        </p:nvSpPr>
        <p:spPr>
          <a:xfrm>
            <a:off x="5851425" y="763950"/>
            <a:ext cx="1100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they have a ‘trial and error” learning style</a:t>
            </a:r>
            <a:endParaRPr sz="1000">
              <a:solidFill>
                <a:schemeClr val="lt1"/>
              </a:solidFill>
              <a:latin typeface="Archivo"/>
              <a:ea typeface="Archivo"/>
              <a:cs typeface="Archivo"/>
              <a:sym typeface="Archivo"/>
            </a:endParaRPr>
          </a:p>
        </p:txBody>
      </p:sp>
      <p:sp>
        <p:nvSpPr>
          <p:cNvPr id="638" name="Google Shape;638;p71"/>
          <p:cNvSpPr txBox="1"/>
          <p:nvPr/>
        </p:nvSpPr>
        <p:spPr>
          <a:xfrm>
            <a:off x="2620900" y="3100425"/>
            <a:ext cx="1100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helpless about his ability to solve problems</a:t>
            </a:r>
            <a:endParaRPr sz="1000">
              <a:solidFill>
                <a:schemeClr val="lt1"/>
              </a:solidFill>
              <a:latin typeface="Archivo"/>
              <a:ea typeface="Archivo"/>
              <a:cs typeface="Archivo"/>
              <a:sym typeface="Archivo"/>
            </a:endParaRPr>
          </a:p>
        </p:txBody>
      </p:sp>
      <p:sp>
        <p:nvSpPr>
          <p:cNvPr id="639" name="Google Shape;639;p71"/>
          <p:cNvSpPr txBox="1"/>
          <p:nvPr/>
        </p:nvSpPr>
        <p:spPr>
          <a:xfrm>
            <a:off x="5810650" y="2987025"/>
            <a:ext cx="1100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He can benefit from talking to other managers around and seeing what they do and how they do it</a:t>
            </a:r>
            <a:endParaRPr sz="1000">
              <a:solidFill>
                <a:schemeClr val="lt1"/>
              </a:solidFill>
              <a:latin typeface="Archivo"/>
              <a:ea typeface="Archivo"/>
              <a:cs typeface="Archivo"/>
              <a:sym typeface="Archiv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72"/>
          <p:cNvSpPr txBox="1"/>
          <p:nvPr>
            <p:ph type="title"/>
          </p:nvPr>
        </p:nvSpPr>
        <p:spPr>
          <a:xfrm>
            <a:off x="476409" y="3845757"/>
            <a:ext cx="2638500" cy="8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Insights</a:t>
            </a:r>
            <a:endParaRPr/>
          </a:p>
        </p:txBody>
      </p:sp>
      <p:sp>
        <p:nvSpPr>
          <p:cNvPr id="645" name="Google Shape;645;p72"/>
          <p:cNvSpPr txBox="1"/>
          <p:nvPr>
            <p:ph idx="2" type="title"/>
          </p:nvPr>
        </p:nvSpPr>
        <p:spPr>
          <a:xfrm>
            <a:off x="5091165" y="3845757"/>
            <a:ext cx="2110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Needs</a:t>
            </a:r>
            <a:endParaRPr/>
          </a:p>
        </p:txBody>
      </p:sp>
      <p:sp>
        <p:nvSpPr>
          <p:cNvPr id="646" name="Google Shape;646;p72"/>
          <p:cNvSpPr txBox="1"/>
          <p:nvPr>
            <p:ph idx="1" type="body"/>
          </p:nvPr>
        </p:nvSpPr>
        <p:spPr>
          <a:xfrm>
            <a:off x="406525" y="392600"/>
            <a:ext cx="3990900" cy="2608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Archivo Medium"/>
              <a:buChar char="➔"/>
            </a:pPr>
            <a:r>
              <a:rPr lang="en">
                <a:latin typeface="Archivo Medium"/>
                <a:ea typeface="Archivo Medium"/>
                <a:cs typeface="Archivo Medium"/>
                <a:sym typeface="Archivo Medium"/>
              </a:rPr>
              <a:t>Managers find it frustrating that despite stepping up quickly into management, they often feel unsure about support and their ability to find solutions, leaving them to constantly use trial and error method.</a:t>
            </a:r>
            <a:endParaRPr>
              <a:latin typeface="Archivo Medium"/>
              <a:ea typeface="Archivo Medium"/>
              <a:cs typeface="Archivo Medium"/>
              <a:sym typeface="Archivo Medium"/>
            </a:endParaRPr>
          </a:p>
        </p:txBody>
      </p:sp>
      <p:sp>
        <p:nvSpPr>
          <p:cNvPr id="647" name="Google Shape;647;p72"/>
          <p:cNvSpPr txBox="1"/>
          <p:nvPr>
            <p:ph idx="3" type="body"/>
          </p:nvPr>
        </p:nvSpPr>
        <p:spPr>
          <a:xfrm>
            <a:off x="4948575" y="392600"/>
            <a:ext cx="3691500" cy="2608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Font typeface="Archivo Medium"/>
              <a:buChar char="➔"/>
            </a:pPr>
            <a:r>
              <a:rPr lang="en">
                <a:latin typeface="Archivo Medium"/>
                <a:ea typeface="Archivo Medium"/>
                <a:cs typeface="Archivo Medium"/>
                <a:sym typeface="Archivo Medium"/>
              </a:rPr>
              <a:t>Managers need to feel supported when facing challenges instead of facing them on their own</a:t>
            </a:r>
            <a:endParaRPr>
              <a:latin typeface="Archivo Medium"/>
              <a:ea typeface="Archivo Medium"/>
              <a:cs typeface="Archivo Medium"/>
              <a:sym typeface="Archivo Medium"/>
            </a:endParaRPr>
          </a:p>
        </p:txBody>
      </p:sp>
      <p:sp>
        <p:nvSpPr>
          <p:cNvPr id="648" name="Google Shape;648;p72"/>
          <p:cNvSpPr txBox="1"/>
          <p:nvPr>
            <p:ph idx="4"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73"/>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654" name="Google Shape;654;p73" title="Screenshot 2025-10-02 at 10.35.47 PM.png"/>
          <p:cNvPicPr preferRelativeResize="0"/>
          <p:nvPr/>
        </p:nvPicPr>
        <p:blipFill>
          <a:blip r:embed="rId3">
            <a:alphaModFix/>
          </a:blip>
          <a:stretch>
            <a:fillRect/>
          </a:stretch>
        </p:blipFill>
        <p:spPr>
          <a:xfrm>
            <a:off x="1720975" y="65688"/>
            <a:ext cx="6073346" cy="50121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74"/>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660" name="Google Shape;660;p74" title="Screenshot 2025-10-02 at 10.35.47 PM.png"/>
          <p:cNvPicPr preferRelativeResize="0"/>
          <p:nvPr/>
        </p:nvPicPr>
        <p:blipFill>
          <a:blip r:embed="rId3">
            <a:alphaModFix/>
          </a:blip>
          <a:stretch>
            <a:fillRect/>
          </a:stretch>
        </p:blipFill>
        <p:spPr>
          <a:xfrm>
            <a:off x="1720975" y="65688"/>
            <a:ext cx="6073346" cy="5012124"/>
          </a:xfrm>
          <a:prstGeom prst="rect">
            <a:avLst/>
          </a:prstGeom>
          <a:noFill/>
          <a:ln>
            <a:noFill/>
          </a:ln>
        </p:spPr>
      </p:pic>
      <p:sp>
        <p:nvSpPr>
          <p:cNvPr id="661" name="Google Shape;661;p74"/>
          <p:cNvSpPr/>
          <p:nvPr/>
        </p:nvSpPr>
        <p:spPr>
          <a:xfrm>
            <a:off x="2498650" y="62327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62" name="Google Shape;662;p74"/>
          <p:cNvSpPr/>
          <p:nvPr/>
        </p:nvSpPr>
        <p:spPr>
          <a:xfrm>
            <a:off x="5702925" y="659175"/>
            <a:ext cx="1397700" cy="1281300"/>
          </a:xfrm>
          <a:prstGeom prst="snip1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63" name="Google Shape;663;p74"/>
          <p:cNvSpPr/>
          <p:nvPr/>
        </p:nvSpPr>
        <p:spPr>
          <a:xfrm>
            <a:off x="2498650" y="2984025"/>
            <a:ext cx="1397700" cy="1281300"/>
          </a:xfrm>
          <a:prstGeom prst="snip1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64" name="Google Shape;664;p74"/>
          <p:cNvSpPr/>
          <p:nvPr/>
        </p:nvSpPr>
        <p:spPr>
          <a:xfrm>
            <a:off x="5702925" y="2984025"/>
            <a:ext cx="1397700" cy="1281300"/>
          </a:xfrm>
          <a:prstGeom prst="snip1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65" name="Google Shape;665;p74"/>
          <p:cNvSpPr txBox="1"/>
          <p:nvPr/>
        </p:nvSpPr>
        <p:spPr>
          <a:xfrm>
            <a:off x="2504479" y="630395"/>
            <a:ext cx="1397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“Our restaurant feels like home, but the younger crowd just wants to go to different types of restaurants - like NOLA”</a:t>
            </a:r>
            <a:endParaRPr sz="1000">
              <a:solidFill>
                <a:schemeClr val="lt1"/>
              </a:solidFill>
              <a:latin typeface="Archivo"/>
              <a:ea typeface="Archivo"/>
              <a:cs typeface="Archivo"/>
              <a:sym typeface="Archivo"/>
            </a:endParaRPr>
          </a:p>
        </p:txBody>
      </p:sp>
      <p:sp>
        <p:nvSpPr>
          <p:cNvPr id="666" name="Google Shape;666;p74"/>
          <p:cNvSpPr txBox="1"/>
          <p:nvPr/>
        </p:nvSpPr>
        <p:spPr>
          <a:xfrm>
            <a:off x="5708025" y="681157"/>
            <a:ext cx="1397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No formal way to connect with other restaurant owners, relying on owners’ own network after being in the business for ~40 years</a:t>
            </a:r>
            <a:endParaRPr sz="1000">
              <a:solidFill>
                <a:schemeClr val="lt1"/>
              </a:solidFill>
              <a:latin typeface="Archivo"/>
              <a:ea typeface="Archivo"/>
              <a:cs typeface="Archivo"/>
              <a:sym typeface="Archivo"/>
            </a:endParaRPr>
          </a:p>
        </p:txBody>
      </p:sp>
      <p:sp>
        <p:nvSpPr>
          <p:cNvPr id="667" name="Google Shape;667;p74"/>
          <p:cNvSpPr txBox="1"/>
          <p:nvPr/>
        </p:nvSpPr>
        <p:spPr>
          <a:xfrm>
            <a:off x="2538107" y="3069378"/>
            <a:ext cx="1254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During our interview, said bye to a customer using her name (and said bye to her dog too)</a:t>
            </a:r>
            <a:endParaRPr sz="1000">
              <a:solidFill>
                <a:schemeClr val="lt1"/>
              </a:solidFill>
              <a:latin typeface="Archivo"/>
              <a:ea typeface="Archivo"/>
              <a:cs typeface="Archivo"/>
              <a:sym typeface="Archivo"/>
            </a:endParaRPr>
          </a:p>
        </p:txBody>
      </p:sp>
      <p:sp>
        <p:nvSpPr>
          <p:cNvPr id="668" name="Google Shape;668;p74"/>
          <p:cNvSpPr txBox="1"/>
          <p:nvPr/>
        </p:nvSpPr>
        <p:spPr>
          <a:xfrm>
            <a:off x="5748555" y="3069378"/>
            <a:ext cx="1254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Pity/regret for the small businesses that she’s known on the street but has closed down during hard times</a:t>
            </a:r>
            <a:endParaRPr sz="1000">
              <a:solidFill>
                <a:schemeClr val="lt1"/>
              </a:solidFill>
              <a:latin typeface="Archivo"/>
              <a:ea typeface="Archivo"/>
              <a:cs typeface="Archivo"/>
              <a:sym typeface="Archiv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75"/>
          <p:cNvSpPr txBox="1"/>
          <p:nvPr>
            <p:ph type="title"/>
          </p:nvPr>
        </p:nvSpPr>
        <p:spPr>
          <a:xfrm>
            <a:off x="476409" y="3845757"/>
            <a:ext cx="2638500" cy="8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Insights</a:t>
            </a:r>
            <a:endParaRPr/>
          </a:p>
        </p:txBody>
      </p:sp>
      <p:sp>
        <p:nvSpPr>
          <p:cNvPr id="674" name="Google Shape;674;p75"/>
          <p:cNvSpPr txBox="1"/>
          <p:nvPr>
            <p:ph idx="2" type="title"/>
          </p:nvPr>
        </p:nvSpPr>
        <p:spPr>
          <a:xfrm>
            <a:off x="5091165" y="3845757"/>
            <a:ext cx="2110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Needs</a:t>
            </a:r>
            <a:endParaRPr/>
          </a:p>
        </p:txBody>
      </p:sp>
      <p:sp>
        <p:nvSpPr>
          <p:cNvPr id="675" name="Google Shape;675;p75"/>
          <p:cNvSpPr txBox="1"/>
          <p:nvPr>
            <p:ph idx="1" type="body"/>
          </p:nvPr>
        </p:nvSpPr>
        <p:spPr>
          <a:xfrm>
            <a:off x="406525" y="392600"/>
            <a:ext cx="3990900" cy="2608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Archivo Medium"/>
              <a:buChar char="➔"/>
            </a:pPr>
            <a:r>
              <a:rPr lang="en">
                <a:latin typeface="Archivo Medium"/>
                <a:ea typeface="Archivo Medium"/>
                <a:cs typeface="Archivo Medium"/>
                <a:sym typeface="Archivo Medium"/>
              </a:rPr>
              <a:t>For small </a:t>
            </a:r>
            <a:r>
              <a:rPr lang="en">
                <a:latin typeface="Archivo Medium"/>
                <a:ea typeface="Archivo Medium"/>
                <a:cs typeface="Archivo Medium"/>
                <a:sym typeface="Archivo Medium"/>
              </a:rPr>
              <a:t>businesses, not only is having a loyal customer base important, but so is adapting to appeal to the younger generation</a:t>
            </a:r>
            <a:endParaRPr>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a:latin typeface="Archivo Medium"/>
              <a:ea typeface="Archivo Medium"/>
              <a:cs typeface="Archivo Medium"/>
              <a:sym typeface="Archivo Medium"/>
            </a:endParaRPr>
          </a:p>
          <a:p>
            <a:pPr indent="-342900" lvl="0" marL="457200" rtl="0" algn="l">
              <a:lnSpc>
                <a:spcPct val="115000"/>
              </a:lnSpc>
              <a:spcBef>
                <a:spcPts val="0"/>
              </a:spcBef>
              <a:spcAft>
                <a:spcPts val="0"/>
              </a:spcAft>
              <a:buSzPts val="1800"/>
              <a:buFont typeface="Archivo Medium"/>
              <a:buChar char="➔"/>
            </a:pPr>
            <a:r>
              <a:rPr lang="en">
                <a:latin typeface="Archivo Medium"/>
                <a:ea typeface="Archivo Medium"/>
                <a:cs typeface="Archivo Medium"/>
                <a:sym typeface="Archivo Medium"/>
              </a:rPr>
              <a:t>There is no formal way to engage with other small restaurant owners unless relying upon decades of network. </a:t>
            </a:r>
            <a:endParaRPr>
              <a:latin typeface="Archivo Medium"/>
              <a:ea typeface="Archivo Medium"/>
              <a:cs typeface="Archivo Medium"/>
              <a:sym typeface="Archivo Medium"/>
            </a:endParaRPr>
          </a:p>
        </p:txBody>
      </p:sp>
      <p:sp>
        <p:nvSpPr>
          <p:cNvPr id="676" name="Google Shape;676;p75"/>
          <p:cNvSpPr txBox="1"/>
          <p:nvPr>
            <p:ph idx="3" type="body"/>
          </p:nvPr>
        </p:nvSpPr>
        <p:spPr>
          <a:xfrm>
            <a:off x="4948575" y="392600"/>
            <a:ext cx="3691500" cy="2608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Font typeface="Archivo Medium"/>
              <a:buChar char="➔"/>
            </a:pPr>
            <a:r>
              <a:rPr lang="en">
                <a:latin typeface="Archivo Medium"/>
                <a:ea typeface="Archivo Medium"/>
                <a:cs typeface="Archivo Medium"/>
                <a:sym typeface="Archivo Medium"/>
              </a:rPr>
              <a:t>Small business owners need a way to find effective marketing strategies and increase customer </a:t>
            </a:r>
            <a:r>
              <a:rPr lang="en">
                <a:latin typeface="Archivo Medium"/>
                <a:ea typeface="Archivo Medium"/>
                <a:cs typeface="Archivo Medium"/>
                <a:sym typeface="Archivo Medium"/>
              </a:rPr>
              <a:t>acquisition</a:t>
            </a:r>
            <a:r>
              <a:rPr lang="en">
                <a:latin typeface="Archivo Medium"/>
                <a:ea typeface="Archivo Medium"/>
                <a:cs typeface="Archivo Medium"/>
                <a:sym typeface="Archivo Medium"/>
              </a:rPr>
              <a:t> </a:t>
            </a:r>
            <a:br>
              <a:rPr lang="en">
                <a:latin typeface="Archivo Medium"/>
                <a:ea typeface="Archivo Medium"/>
                <a:cs typeface="Archivo Medium"/>
                <a:sym typeface="Archivo Medium"/>
              </a:rPr>
            </a:br>
            <a:endParaRPr>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100">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lt1"/>
              </a:buClr>
              <a:buSzPts val="1800"/>
              <a:buFont typeface="Archivo Medium"/>
              <a:buChar char="➔"/>
            </a:pPr>
            <a:r>
              <a:rPr lang="en">
                <a:latin typeface="Archivo Medium"/>
                <a:ea typeface="Archivo Medium"/>
                <a:cs typeface="Archivo Medium"/>
                <a:sym typeface="Archivo Medium"/>
              </a:rPr>
              <a:t>Small business owners need a way to communicate with other business </a:t>
            </a:r>
            <a:r>
              <a:rPr lang="en">
                <a:latin typeface="Archivo Medium"/>
                <a:ea typeface="Archivo Medium"/>
                <a:cs typeface="Archivo Medium"/>
                <a:sym typeface="Archivo Medium"/>
              </a:rPr>
              <a:t>owners</a:t>
            </a:r>
            <a:r>
              <a:rPr lang="en">
                <a:latin typeface="Archivo Medium"/>
                <a:ea typeface="Archivo Medium"/>
                <a:cs typeface="Archivo Medium"/>
                <a:sym typeface="Archivo Medium"/>
              </a:rPr>
              <a:t> and form networks </a:t>
            </a:r>
            <a:endParaRPr>
              <a:latin typeface="Archivo Medium"/>
              <a:ea typeface="Archivo Medium"/>
              <a:cs typeface="Archivo Medium"/>
              <a:sym typeface="Archivo Medium"/>
            </a:endParaRPr>
          </a:p>
        </p:txBody>
      </p:sp>
      <p:sp>
        <p:nvSpPr>
          <p:cNvPr id="677" name="Google Shape;677;p75"/>
          <p:cNvSpPr txBox="1"/>
          <p:nvPr>
            <p:ph idx="4"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6"/>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683" name="Google Shape;683;p76" title="CleanShot 2025-10-03 at 09.17.17@2x.png"/>
          <p:cNvPicPr preferRelativeResize="0"/>
          <p:nvPr/>
        </p:nvPicPr>
        <p:blipFill rotWithShape="1">
          <a:blip r:embed="rId3">
            <a:alphaModFix/>
          </a:blip>
          <a:srcRect b="631" l="631" r="631" t="631"/>
          <a:stretch/>
        </p:blipFill>
        <p:spPr>
          <a:xfrm>
            <a:off x="1004800" y="111750"/>
            <a:ext cx="7259700" cy="4920000"/>
          </a:xfrm>
          <a:prstGeom prst="roundRect">
            <a:avLst>
              <a:gd fmla="val 16667" name="adj"/>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7"/>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689" name="Google Shape;689;p77" title="CleanShot 2025-10-03 at 09.17.17@2x.png"/>
          <p:cNvPicPr preferRelativeResize="0"/>
          <p:nvPr/>
        </p:nvPicPr>
        <p:blipFill rotWithShape="1">
          <a:blip r:embed="rId3">
            <a:alphaModFix/>
          </a:blip>
          <a:srcRect b="631" l="631" r="631" t="631"/>
          <a:stretch/>
        </p:blipFill>
        <p:spPr>
          <a:xfrm>
            <a:off x="1004800" y="111750"/>
            <a:ext cx="7259700" cy="4920000"/>
          </a:xfrm>
          <a:prstGeom prst="roundRect">
            <a:avLst>
              <a:gd fmla="val 16667" name="adj"/>
            </a:avLst>
          </a:prstGeom>
          <a:noFill/>
          <a:ln>
            <a:noFill/>
          </a:ln>
        </p:spPr>
      </p:pic>
      <p:sp>
        <p:nvSpPr>
          <p:cNvPr id="690" name="Google Shape;690;p77"/>
          <p:cNvSpPr/>
          <p:nvPr/>
        </p:nvSpPr>
        <p:spPr>
          <a:xfrm>
            <a:off x="2498650" y="62327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91" name="Google Shape;691;p77"/>
          <p:cNvSpPr/>
          <p:nvPr/>
        </p:nvSpPr>
        <p:spPr>
          <a:xfrm>
            <a:off x="5702925" y="659175"/>
            <a:ext cx="1397700" cy="1281300"/>
          </a:xfrm>
          <a:prstGeom prst="snip1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92" name="Google Shape;692;p77"/>
          <p:cNvSpPr/>
          <p:nvPr/>
        </p:nvSpPr>
        <p:spPr>
          <a:xfrm>
            <a:off x="2498650" y="2984025"/>
            <a:ext cx="1397700" cy="1281300"/>
          </a:xfrm>
          <a:prstGeom prst="snip1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93" name="Google Shape;693;p77"/>
          <p:cNvSpPr/>
          <p:nvPr/>
        </p:nvSpPr>
        <p:spPr>
          <a:xfrm>
            <a:off x="5702925" y="2984025"/>
            <a:ext cx="1397700" cy="1281300"/>
          </a:xfrm>
          <a:prstGeom prst="snip1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94" name="Google Shape;694;p77"/>
          <p:cNvSpPr txBox="1"/>
          <p:nvPr/>
        </p:nvSpPr>
        <p:spPr>
          <a:xfrm>
            <a:off x="2620900" y="632875"/>
            <a:ext cx="1100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“You no longer have the ability to form community among the people who run the businesses”</a:t>
            </a:r>
            <a:endParaRPr sz="1000">
              <a:solidFill>
                <a:schemeClr val="lt1"/>
              </a:solidFill>
              <a:latin typeface="Archivo"/>
              <a:ea typeface="Archivo"/>
              <a:cs typeface="Archivo"/>
              <a:sym typeface="Archivo"/>
            </a:endParaRPr>
          </a:p>
        </p:txBody>
      </p:sp>
      <p:sp>
        <p:nvSpPr>
          <p:cNvPr id="695" name="Google Shape;695;p77"/>
          <p:cNvSpPr txBox="1"/>
          <p:nvPr/>
        </p:nvSpPr>
        <p:spPr>
          <a:xfrm>
            <a:off x="5851425" y="668775"/>
            <a:ext cx="1100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Corporatization reduces the number of small businesses and drives existing ones further apart</a:t>
            </a:r>
            <a:endParaRPr sz="1000">
              <a:solidFill>
                <a:schemeClr val="lt1"/>
              </a:solidFill>
              <a:latin typeface="Archivo"/>
              <a:ea typeface="Archivo"/>
              <a:cs typeface="Archivo"/>
              <a:sym typeface="Archivo"/>
            </a:endParaRPr>
          </a:p>
        </p:txBody>
      </p:sp>
      <p:sp>
        <p:nvSpPr>
          <p:cNvPr id="696" name="Google Shape;696;p77"/>
          <p:cNvSpPr txBox="1"/>
          <p:nvPr/>
        </p:nvSpPr>
        <p:spPr>
          <a:xfrm>
            <a:off x="2620900" y="3100425"/>
            <a:ext cx="11007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She does a lot of the work herself, relying less on employees</a:t>
            </a:r>
            <a:endParaRPr sz="1000">
              <a:solidFill>
                <a:schemeClr val="lt1"/>
              </a:solidFill>
              <a:latin typeface="Archivo"/>
              <a:ea typeface="Archivo"/>
              <a:cs typeface="Archivo"/>
              <a:sym typeface="Archivo"/>
            </a:endParaRPr>
          </a:p>
        </p:txBody>
      </p:sp>
      <p:sp>
        <p:nvSpPr>
          <p:cNvPr id="697" name="Google Shape;697;p77"/>
          <p:cNvSpPr txBox="1"/>
          <p:nvPr/>
        </p:nvSpPr>
        <p:spPr>
          <a:xfrm>
            <a:off x="5810650" y="3100425"/>
            <a:ext cx="1100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She’s annoyed at how hard it is to find </a:t>
            </a:r>
            <a:r>
              <a:rPr lang="en" sz="1000">
                <a:solidFill>
                  <a:schemeClr val="lt1"/>
                </a:solidFill>
                <a:latin typeface="Archivo"/>
                <a:ea typeface="Archivo"/>
                <a:cs typeface="Archivo"/>
                <a:sym typeface="Archivo"/>
              </a:rPr>
              <a:t>knowledgeable</a:t>
            </a:r>
            <a:r>
              <a:rPr lang="en" sz="1000">
                <a:solidFill>
                  <a:schemeClr val="lt1"/>
                </a:solidFill>
                <a:latin typeface="Archivo"/>
                <a:ea typeface="Archivo"/>
                <a:cs typeface="Archivo"/>
                <a:sym typeface="Archivo"/>
              </a:rPr>
              <a:t> employees these days</a:t>
            </a:r>
            <a:endParaRPr sz="1000">
              <a:solidFill>
                <a:schemeClr val="lt1"/>
              </a:solidFill>
              <a:latin typeface="Archivo"/>
              <a:ea typeface="Archivo"/>
              <a:cs typeface="Archivo"/>
              <a:sym typeface="Archivo"/>
            </a:endParaRPr>
          </a:p>
        </p:txBody>
      </p:sp>
      <p:sp>
        <p:nvSpPr>
          <p:cNvPr id="698" name="Google Shape;698;p77"/>
          <p:cNvSpPr txBox="1"/>
          <p:nvPr/>
        </p:nvSpPr>
        <p:spPr>
          <a:xfrm>
            <a:off x="4077530" y="2984025"/>
            <a:ext cx="1100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highlight>
                  <a:schemeClr val="dk2"/>
                </a:highlight>
                <a:latin typeface="Archivo"/>
                <a:ea typeface="Archivo"/>
                <a:cs typeface="Archivo"/>
                <a:sym typeface="Archivo"/>
              </a:rPr>
              <a:t>Amy: book store owner</a:t>
            </a:r>
            <a:endParaRPr sz="1000">
              <a:solidFill>
                <a:schemeClr val="lt1"/>
              </a:solidFill>
              <a:highlight>
                <a:schemeClr val="dk2"/>
              </a:highlight>
              <a:latin typeface="Archivo"/>
              <a:ea typeface="Archivo"/>
              <a:cs typeface="Archivo"/>
              <a:sym typeface="Archiv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78"/>
          <p:cNvSpPr txBox="1"/>
          <p:nvPr>
            <p:ph type="title"/>
          </p:nvPr>
        </p:nvSpPr>
        <p:spPr>
          <a:xfrm>
            <a:off x="476409" y="3845757"/>
            <a:ext cx="2638500" cy="8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Insights</a:t>
            </a:r>
            <a:endParaRPr/>
          </a:p>
        </p:txBody>
      </p:sp>
      <p:sp>
        <p:nvSpPr>
          <p:cNvPr id="704" name="Google Shape;704;p78"/>
          <p:cNvSpPr txBox="1"/>
          <p:nvPr>
            <p:ph idx="2" type="title"/>
          </p:nvPr>
        </p:nvSpPr>
        <p:spPr>
          <a:xfrm>
            <a:off x="5091165" y="3845757"/>
            <a:ext cx="2110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Needs</a:t>
            </a:r>
            <a:endParaRPr/>
          </a:p>
        </p:txBody>
      </p:sp>
      <p:sp>
        <p:nvSpPr>
          <p:cNvPr id="705" name="Google Shape;705;p78"/>
          <p:cNvSpPr txBox="1"/>
          <p:nvPr>
            <p:ph idx="1" type="body"/>
          </p:nvPr>
        </p:nvSpPr>
        <p:spPr>
          <a:xfrm>
            <a:off x="406525" y="392600"/>
            <a:ext cx="3990900" cy="2608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Archivo Medium"/>
              <a:buChar char="➔"/>
            </a:pPr>
            <a:r>
              <a:rPr lang="en">
                <a:latin typeface="Archivo Medium"/>
                <a:ea typeface="Archivo Medium"/>
                <a:cs typeface="Archivo Medium"/>
                <a:sym typeface="Archivo Medium"/>
              </a:rPr>
              <a:t>Small businesses have evolved over time, from being a community to now </a:t>
            </a:r>
            <a:r>
              <a:rPr lang="en">
                <a:latin typeface="Archivo Medium"/>
                <a:ea typeface="Archivo Medium"/>
                <a:cs typeface="Archivo Medium"/>
                <a:sym typeface="Archivo Medium"/>
              </a:rPr>
              <a:t>being</a:t>
            </a:r>
            <a:r>
              <a:rPr lang="en">
                <a:latin typeface="Archivo Medium"/>
                <a:ea typeface="Archivo Medium"/>
                <a:cs typeface="Archivo Medium"/>
                <a:sym typeface="Archivo Medium"/>
              </a:rPr>
              <a:t> isolated, </a:t>
            </a:r>
            <a:r>
              <a:rPr lang="en">
                <a:latin typeface="Archivo Medium"/>
                <a:ea typeface="Archivo Medium"/>
                <a:cs typeface="Archivo Medium"/>
                <a:sym typeface="Archivo Medium"/>
              </a:rPr>
              <a:t>combating</a:t>
            </a:r>
            <a:r>
              <a:rPr lang="en">
                <a:latin typeface="Archivo Medium"/>
                <a:ea typeface="Archivo Medium"/>
                <a:cs typeface="Archivo Medium"/>
                <a:sym typeface="Archivo Medium"/>
              </a:rPr>
              <a:t> the threats of corporations alone </a:t>
            </a:r>
            <a:endParaRPr>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a:latin typeface="Archivo Medium"/>
              <a:ea typeface="Archivo Medium"/>
              <a:cs typeface="Archivo Medium"/>
              <a:sym typeface="Archivo Medium"/>
            </a:endParaRPr>
          </a:p>
        </p:txBody>
      </p:sp>
      <p:sp>
        <p:nvSpPr>
          <p:cNvPr id="706" name="Google Shape;706;p78"/>
          <p:cNvSpPr txBox="1"/>
          <p:nvPr>
            <p:ph idx="3" type="body"/>
          </p:nvPr>
        </p:nvSpPr>
        <p:spPr>
          <a:xfrm>
            <a:off x="4948575" y="392600"/>
            <a:ext cx="3691500" cy="2608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Font typeface="Archivo Medium"/>
              <a:buChar char="➔"/>
            </a:pPr>
            <a:r>
              <a:rPr lang="en">
                <a:latin typeface="Archivo Medium"/>
                <a:ea typeface="Archivo Medium"/>
                <a:cs typeface="Archivo Medium"/>
                <a:sym typeface="Archivo Medium"/>
              </a:rPr>
              <a:t>Small </a:t>
            </a:r>
            <a:r>
              <a:rPr lang="en">
                <a:latin typeface="Archivo Medium"/>
                <a:ea typeface="Archivo Medium"/>
                <a:cs typeface="Archivo Medium"/>
                <a:sym typeface="Archivo Medium"/>
              </a:rPr>
              <a:t>businesses</a:t>
            </a:r>
            <a:r>
              <a:rPr lang="en">
                <a:latin typeface="Archivo Medium"/>
                <a:ea typeface="Archivo Medium"/>
                <a:cs typeface="Archivo Medium"/>
                <a:sym typeface="Archivo Medium"/>
              </a:rPr>
              <a:t> need a way to band together to mitigate risks, like </a:t>
            </a:r>
            <a:r>
              <a:rPr lang="en">
                <a:latin typeface="Archivo Medium"/>
                <a:ea typeface="Archivo Medium"/>
                <a:cs typeface="Archivo Medium"/>
                <a:sym typeface="Archivo Medium"/>
              </a:rPr>
              <a:t>economic</a:t>
            </a:r>
            <a:r>
              <a:rPr lang="en">
                <a:latin typeface="Archivo Medium"/>
                <a:ea typeface="Archivo Medium"/>
                <a:cs typeface="Archivo Medium"/>
                <a:sym typeface="Archivo Medium"/>
              </a:rPr>
              <a:t> downturn and developing corporations </a:t>
            </a:r>
            <a:endParaRPr>
              <a:latin typeface="Archivo Medium"/>
              <a:ea typeface="Archivo Medium"/>
              <a:cs typeface="Archivo Medium"/>
              <a:sym typeface="Archivo Medium"/>
            </a:endParaRPr>
          </a:p>
        </p:txBody>
      </p:sp>
      <p:sp>
        <p:nvSpPr>
          <p:cNvPr id="707" name="Google Shape;707;p78"/>
          <p:cNvSpPr txBox="1"/>
          <p:nvPr>
            <p:ph idx="4"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79"/>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713" name="Google Shape;713;p79" title="Untitled (1).png"/>
          <p:cNvPicPr preferRelativeResize="0"/>
          <p:nvPr/>
        </p:nvPicPr>
        <p:blipFill>
          <a:blip r:embed="rId3">
            <a:alphaModFix/>
          </a:blip>
          <a:stretch>
            <a:fillRect/>
          </a:stretch>
        </p:blipFill>
        <p:spPr>
          <a:xfrm>
            <a:off x="1608450" y="130938"/>
            <a:ext cx="6144773" cy="4881618"/>
          </a:xfrm>
          <a:prstGeom prst="rect">
            <a:avLst/>
          </a:prstGeom>
          <a:noFill/>
          <a:ln>
            <a:noFill/>
          </a:ln>
        </p:spPr>
      </p:pic>
      <p:sp>
        <p:nvSpPr>
          <p:cNvPr id="714" name="Google Shape;714;p79"/>
          <p:cNvSpPr txBox="1"/>
          <p:nvPr/>
        </p:nvSpPr>
        <p:spPr>
          <a:xfrm>
            <a:off x="4245675" y="2823700"/>
            <a:ext cx="2032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lt1"/>
                </a:solidFill>
                <a:highlight>
                  <a:schemeClr val="dk1"/>
                </a:highlight>
                <a:latin typeface="Archivo"/>
                <a:ea typeface="Archivo"/>
                <a:cs typeface="Archivo"/>
                <a:sym typeface="Archivo"/>
              </a:rPr>
              <a:t>Taryn</a:t>
            </a:r>
            <a:endParaRPr b="1" sz="700">
              <a:solidFill>
                <a:schemeClr val="lt1"/>
              </a:solidFill>
              <a:highlight>
                <a:schemeClr val="dk1"/>
              </a:highlight>
              <a:latin typeface="Archivo"/>
              <a:ea typeface="Archivo"/>
              <a:cs typeface="Archivo"/>
              <a:sym typeface="Archiv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80"/>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720" name="Google Shape;720;p80" title="Untitled (1).png"/>
          <p:cNvPicPr preferRelativeResize="0"/>
          <p:nvPr/>
        </p:nvPicPr>
        <p:blipFill>
          <a:blip r:embed="rId3">
            <a:alphaModFix/>
          </a:blip>
          <a:stretch>
            <a:fillRect/>
          </a:stretch>
        </p:blipFill>
        <p:spPr>
          <a:xfrm>
            <a:off x="1608450" y="130938"/>
            <a:ext cx="6144773" cy="4881618"/>
          </a:xfrm>
          <a:prstGeom prst="rect">
            <a:avLst/>
          </a:prstGeom>
          <a:noFill/>
          <a:ln>
            <a:noFill/>
          </a:ln>
        </p:spPr>
      </p:pic>
      <p:sp>
        <p:nvSpPr>
          <p:cNvPr id="721" name="Google Shape;721;p80"/>
          <p:cNvSpPr/>
          <p:nvPr/>
        </p:nvSpPr>
        <p:spPr>
          <a:xfrm>
            <a:off x="2498650" y="62327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22" name="Google Shape;722;p80"/>
          <p:cNvSpPr/>
          <p:nvPr/>
        </p:nvSpPr>
        <p:spPr>
          <a:xfrm>
            <a:off x="5702925" y="659175"/>
            <a:ext cx="1397700" cy="1281300"/>
          </a:xfrm>
          <a:prstGeom prst="snip1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23" name="Google Shape;723;p80"/>
          <p:cNvSpPr/>
          <p:nvPr/>
        </p:nvSpPr>
        <p:spPr>
          <a:xfrm>
            <a:off x="2498650" y="2984025"/>
            <a:ext cx="1397700" cy="1281300"/>
          </a:xfrm>
          <a:prstGeom prst="snip1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24" name="Google Shape;724;p80"/>
          <p:cNvSpPr/>
          <p:nvPr/>
        </p:nvSpPr>
        <p:spPr>
          <a:xfrm>
            <a:off x="5702925" y="2984025"/>
            <a:ext cx="1397700" cy="1281300"/>
          </a:xfrm>
          <a:prstGeom prst="snip1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25" name="Google Shape;725;p80"/>
          <p:cNvSpPr txBox="1"/>
          <p:nvPr/>
        </p:nvSpPr>
        <p:spPr>
          <a:xfrm>
            <a:off x="2620900" y="733875"/>
            <a:ext cx="1100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Archivo"/>
                <a:ea typeface="Archivo"/>
                <a:cs typeface="Archivo"/>
                <a:sym typeface="Archivo"/>
              </a:rPr>
              <a:t>"I wish more people knew about this salon."</a:t>
            </a:r>
            <a:endParaRPr sz="1100">
              <a:solidFill>
                <a:schemeClr val="lt1"/>
              </a:solidFill>
              <a:latin typeface="Archivo"/>
              <a:ea typeface="Archivo"/>
              <a:cs typeface="Archivo"/>
              <a:sym typeface="Archivo"/>
            </a:endParaRPr>
          </a:p>
        </p:txBody>
      </p:sp>
      <p:sp>
        <p:nvSpPr>
          <p:cNvPr id="726" name="Google Shape;726;p80"/>
          <p:cNvSpPr txBox="1"/>
          <p:nvPr/>
        </p:nvSpPr>
        <p:spPr>
          <a:xfrm>
            <a:off x="5851425" y="763950"/>
            <a:ext cx="1100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Customer relationships and community support are what sustain the business.</a:t>
            </a:r>
            <a:endParaRPr sz="1000">
              <a:solidFill>
                <a:schemeClr val="lt1"/>
              </a:solidFill>
              <a:latin typeface="Archivo"/>
              <a:ea typeface="Archivo"/>
              <a:cs typeface="Archivo"/>
              <a:sym typeface="Archivo"/>
            </a:endParaRPr>
          </a:p>
        </p:txBody>
      </p:sp>
      <p:sp>
        <p:nvSpPr>
          <p:cNvPr id="727" name="Google Shape;727;p80"/>
          <p:cNvSpPr txBox="1"/>
          <p:nvPr/>
        </p:nvSpPr>
        <p:spPr>
          <a:xfrm>
            <a:off x="2498650" y="2984025"/>
            <a:ext cx="13977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Archivo"/>
                <a:ea typeface="Archivo"/>
                <a:cs typeface="Archivo"/>
                <a:sym typeface="Archivo"/>
              </a:rPr>
              <a:t>Whether it be social media posts, organizing, or even actual salon work and inventory, she does everything herself.</a:t>
            </a:r>
            <a:endParaRPr sz="1100">
              <a:solidFill>
                <a:schemeClr val="lt1"/>
              </a:solidFill>
              <a:latin typeface="Archivo"/>
              <a:ea typeface="Archivo"/>
              <a:cs typeface="Archivo"/>
              <a:sym typeface="Archivo"/>
            </a:endParaRPr>
          </a:p>
        </p:txBody>
      </p:sp>
      <p:sp>
        <p:nvSpPr>
          <p:cNvPr id="728" name="Google Shape;728;p80"/>
          <p:cNvSpPr txBox="1"/>
          <p:nvPr/>
        </p:nvSpPr>
        <p:spPr>
          <a:xfrm>
            <a:off x="5742375" y="3038925"/>
            <a:ext cx="13188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lt1"/>
                </a:solidFill>
              </a:rPr>
              <a:t>Frustrated</a:t>
            </a:r>
            <a:r>
              <a:rPr lang="en" sz="900">
                <a:solidFill>
                  <a:schemeClr val="lt1"/>
                </a:solidFill>
              </a:rPr>
              <a:t> by slow periods and the challenges of getting discovered despite marketing efforts (both physical and virtual).</a:t>
            </a:r>
            <a:endParaRPr sz="800">
              <a:solidFill>
                <a:schemeClr val="lt1"/>
              </a:solidFill>
              <a:latin typeface="Archivo"/>
              <a:ea typeface="Archivo"/>
              <a:cs typeface="Archivo"/>
              <a:sym typeface="Archivo"/>
            </a:endParaRPr>
          </a:p>
        </p:txBody>
      </p:sp>
      <p:sp>
        <p:nvSpPr>
          <p:cNvPr id="729" name="Google Shape;729;p80"/>
          <p:cNvSpPr txBox="1"/>
          <p:nvPr/>
        </p:nvSpPr>
        <p:spPr>
          <a:xfrm>
            <a:off x="4245675" y="2823700"/>
            <a:ext cx="2032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lt1"/>
                </a:solidFill>
                <a:highlight>
                  <a:schemeClr val="dk1"/>
                </a:highlight>
                <a:latin typeface="Archivo"/>
                <a:ea typeface="Archivo"/>
                <a:cs typeface="Archivo"/>
                <a:sym typeface="Archivo"/>
              </a:rPr>
              <a:t>Taryn</a:t>
            </a:r>
            <a:endParaRPr b="1" sz="700">
              <a:solidFill>
                <a:schemeClr val="lt1"/>
              </a:solidFill>
              <a:highlight>
                <a:schemeClr val="dk1"/>
              </a:highlight>
              <a:latin typeface="Archivo"/>
              <a:ea typeface="Archivo"/>
              <a:cs typeface="Archivo"/>
              <a:sym typeface="Archiv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81"/>
          <p:cNvSpPr txBox="1"/>
          <p:nvPr>
            <p:ph type="title"/>
          </p:nvPr>
        </p:nvSpPr>
        <p:spPr>
          <a:xfrm>
            <a:off x="476409" y="3845757"/>
            <a:ext cx="2638500" cy="8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Insights</a:t>
            </a:r>
            <a:endParaRPr/>
          </a:p>
        </p:txBody>
      </p:sp>
      <p:sp>
        <p:nvSpPr>
          <p:cNvPr id="735" name="Google Shape;735;p81"/>
          <p:cNvSpPr txBox="1"/>
          <p:nvPr>
            <p:ph idx="2" type="title"/>
          </p:nvPr>
        </p:nvSpPr>
        <p:spPr>
          <a:xfrm>
            <a:off x="5091165" y="3845757"/>
            <a:ext cx="2110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Needs</a:t>
            </a:r>
            <a:endParaRPr/>
          </a:p>
        </p:txBody>
      </p:sp>
      <p:sp>
        <p:nvSpPr>
          <p:cNvPr id="736" name="Google Shape;736;p81"/>
          <p:cNvSpPr txBox="1"/>
          <p:nvPr>
            <p:ph idx="1" type="body"/>
          </p:nvPr>
        </p:nvSpPr>
        <p:spPr>
          <a:xfrm>
            <a:off x="406525" y="392600"/>
            <a:ext cx="3990900" cy="26085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Font typeface="Archivo Medium"/>
              <a:buChar char="➔"/>
            </a:pPr>
            <a:r>
              <a:rPr lang="en" sz="1700">
                <a:latin typeface="Archivo Medium"/>
                <a:ea typeface="Archivo Medium"/>
                <a:cs typeface="Archivo Medium"/>
                <a:sym typeface="Archivo Medium"/>
              </a:rPr>
              <a:t>Even with marketing and utilizing social networks (both in-person and virtual), targeting specific audiences in an area isn’t easy for small businesses. </a:t>
            </a:r>
            <a:endParaRPr sz="1700">
              <a:latin typeface="Archivo Medium"/>
              <a:ea typeface="Archivo Medium"/>
              <a:cs typeface="Archivo Medium"/>
              <a:sym typeface="Archivo Medium"/>
            </a:endParaRPr>
          </a:p>
          <a:p>
            <a:pPr indent="-336550" lvl="0" marL="457200" rtl="0" algn="l">
              <a:lnSpc>
                <a:spcPct val="115000"/>
              </a:lnSpc>
              <a:spcBef>
                <a:spcPts val="0"/>
              </a:spcBef>
              <a:spcAft>
                <a:spcPts val="0"/>
              </a:spcAft>
              <a:buSzPts val="1700"/>
              <a:buFont typeface="Archivo Medium"/>
              <a:buChar char="➔"/>
            </a:pPr>
            <a:r>
              <a:rPr lang="en" sz="1700">
                <a:latin typeface="Archivo Medium"/>
                <a:ea typeface="Archivo Medium"/>
                <a:cs typeface="Archivo Medium"/>
                <a:sym typeface="Archivo Medium"/>
              </a:rPr>
              <a:t>Currently, there are so many businesses offering the same services, that people go to the ones they’ve already been to making it harder for newer businesses to gain traction.</a:t>
            </a:r>
            <a:endParaRPr sz="1700">
              <a:latin typeface="Archivo Medium"/>
              <a:ea typeface="Archivo Medium"/>
              <a:cs typeface="Archivo Medium"/>
              <a:sym typeface="Archivo Medium"/>
            </a:endParaRPr>
          </a:p>
          <a:p>
            <a:pPr indent="0" lvl="0" marL="0" rtl="0" algn="l">
              <a:lnSpc>
                <a:spcPct val="115000"/>
              </a:lnSpc>
              <a:spcBef>
                <a:spcPts val="0"/>
              </a:spcBef>
              <a:spcAft>
                <a:spcPts val="0"/>
              </a:spcAft>
              <a:buNone/>
            </a:pPr>
            <a:r>
              <a:t/>
            </a:r>
            <a:endParaRPr sz="1700">
              <a:latin typeface="Archivo Medium"/>
              <a:ea typeface="Archivo Medium"/>
              <a:cs typeface="Archivo Medium"/>
              <a:sym typeface="Archivo Medium"/>
            </a:endParaRPr>
          </a:p>
        </p:txBody>
      </p:sp>
      <p:sp>
        <p:nvSpPr>
          <p:cNvPr id="737" name="Google Shape;737;p81"/>
          <p:cNvSpPr txBox="1"/>
          <p:nvPr>
            <p:ph idx="3" type="body"/>
          </p:nvPr>
        </p:nvSpPr>
        <p:spPr>
          <a:xfrm>
            <a:off x="4948575" y="392600"/>
            <a:ext cx="3691500" cy="32202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Font typeface="Archivo Medium"/>
              <a:buChar char="➔"/>
            </a:pPr>
            <a:r>
              <a:rPr lang="en">
                <a:latin typeface="Archivo Medium"/>
                <a:ea typeface="Archivo Medium"/>
                <a:cs typeface="Archivo Medium"/>
                <a:sym typeface="Archivo Medium"/>
              </a:rPr>
              <a:t>Small businesses need a way to reach out to people in the area and expand their networks even more.  </a:t>
            </a:r>
            <a:endParaRPr>
              <a:latin typeface="Archivo Medium"/>
              <a:ea typeface="Archivo Medium"/>
              <a:cs typeface="Archivo Medium"/>
              <a:sym typeface="Archivo Medium"/>
            </a:endParaRPr>
          </a:p>
        </p:txBody>
      </p:sp>
      <p:sp>
        <p:nvSpPr>
          <p:cNvPr id="738" name="Google Shape;738;p81"/>
          <p:cNvSpPr txBox="1"/>
          <p:nvPr>
            <p:ph idx="4"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82"/>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744" name="Google Shape;744;p82" title="CleanShot 2025-10-03 at 13.29.47.png"/>
          <p:cNvPicPr preferRelativeResize="0"/>
          <p:nvPr/>
        </p:nvPicPr>
        <p:blipFill rotWithShape="1">
          <a:blip r:embed="rId3">
            <a:alphaModFix/>
          </a:blip>
          <a:srcRect b="99" l="0" r="0" t="99"/>
          <a:stretch/>
        </p:blipFill>
        <p:spPr>
          <a:xfrm>
            <a:off x="1004800" y="111750"/>
            <a:ext cx="7259700" cy="4920000"/>
          </a:xfrm>
          <a:prstGeom prst="roundRect">
            <a:avLst>
              <a:gd fmla="val 16667" name="adj"/>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83"/>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750" name="Google Shape;750;p83" title="CleanShot 2025-10-03 at 13.29.47.png"/>
          <p:cNvPicPr preferRelativeResize="0"/>
          <p:nvPr/>
        </p:nvPicPr>
        <p:blipFill rotWithShape="1">
          <a:blip r:embed="rId3">
            <a:alphaModFix/>
          </a:blip>
          <a:srcRect b="99" l="0" r="0" t="99"/>
          <a:stretch/>
        </p:blipFill>
        <p:spPr>
          <a:xfrm>
            <a:off x="1004800" y="111750"/>
            <a:ext cx="7259700" cy="4920000"/>
          </a:xfrm>
          <a:prstGeom prst="roundRect">
            <a:avLst>
              <a:gd fmla="val 16667" name="adj"/>
            </a:avLst>
          </a:prstGeom>
          <a:noFill/>
          <a:ln>
            <a:noFill/>
          </a:ln>
        </p:spPr>
      </p:pic>
      <p:sp>
        <p:nvSpPr>
          <p:cNvPr id="751" name="Google Shape;751;p83"/>
          <p:cNvSpPr/>
          <p:nvPr/>
        </p:nvSpPr>
        <p:spPr>
          <a:xfrm>
            <a:off x="2498650" y="62327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52" name="Google Shape;752;p83"/>
          <p:cNvSpPr/>
          <p:nvPr/>
        </p:nvSpPr>
        <p:spPr>
          <a:xfrm>
            <a:off x="5702925" y="659175"/>
            <a:ext cx="1397700" cy="1281300"/>
          </a:xfrm>
          <a:prstGeom prst="snip1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53" name="Google Shape;753;p83"/>
          <p:cNvSpPr/>
          <p:nvPr/>
        </p:nvSpPr>
        <p:spPr>
          <a:xfrm>
            <a:off x="2498650" y="2984025"/>
            <a:ext cx="1397700" cy="1281300"/>
          </a:xfrm>
          <a:prstGeom prst="snip1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54" name="Google Shape;754;p83"/>
          <p:cNvSpPr/>
          <p:nvPr/>
        </p:nvSpPr>
        <p:spPr>
          <a:xfrm>
            <a:off x="5702925" y="2984025"/>
            <a:ext cx="1397700" cy="1281300"/>
          </a:xfrm>
          <a:prstGeom prst="snip1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55" name="Google Shape;755;p83"/>
          <p:cNvSpPr txBox="1"/>
          <p:nvPr/>
        </p:nvSpPr>
        <p:spPr>
          <a:xfrm>
            <a:off x="2491100" y="733875"/>
            <a:ext cx="1309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“[Small </a:t>
            </a:r>
            <a:r>
              <a:rPr lang="en" sz="1000">
                <a:solidFill>
                  <a:schemeClr val="lt1"/>
                </a:solidFill>
                <a:latin typeface="Archivo"/>
                <a:ea typeface="Archivo"/>
                <a:cs typeface="Archivo"/>
                <a:sym typeface="Archivo"/>
              </a:rPr>
              <a:t>businesses</a:t>
            </a:r>
            <a:r>
              <a:rPr lang="en" sz="1000">
                <a:solidFill>
                  <a:schemeClr val="lt1"/>
                </a:solidFill>
                <a:latin typeface="Archivo"/>
                <a:ea typeface="Archivo"/>
                <a:cs typeface="Archivo"/>
                <a:sym typeface="Archivo"/>
              </a:rPr>
              <a:t>] usually don’t have points… they can’t make offers that make it easier for me to shop there.”</a:t>
            </a:r>
            <a:endParaRPr sz="1000">
              <a:solidFill>
                <a:schemeClr val="lt1"/>
              </a:solidFill>
              <a:latin typeface="Archivo"/>
              <a:ea typeface="Archivo"/>
              <a:cs typeface="Archivo"/>
              <a:sym typeface="Archivo"/>
            </a:endParaRPr>
          </a:p>
        </p:txBody>
      </p:sp>
      <p:sp>
        <p:nvSpPr>
          <p:cNvPr id="756" name="Google Shape;756;p83"/>
          <p:cNvSpPr txBox="1"/>
          <p:nvPr/>
        </p:nvSpPr>
        <p:spPr>
          <a:xfrm>
            <a:off x="5738625" y="763950"/>
            <a:ext cx="12135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She wants to shop at small businesses more, but ends up going to big businesses mostly</a:t>
            </a:r>
            <a:endParaRPr sz="1000">
              <a:solidFill>
                <a:schemeClr val="lt1"/>
              </a:solidFill>
              <a:latin typeface="Archivo"/>
              <a:ea typeface="Archivo"/>
              <a:cs typeface="Archivo"/>
              <a:sym typeface="Archivo"/>
            </a:endParaRPr>
          </a:p>
        </p:txBody>
      </p:sp>
      <p:sp>
        <p:nvSpPr>
          <p:cNvPr id="757" name="Google Shape;757;p83"/>
          <p:cNvSpPr txBox="1"/>
          <p:nvPr/>
        </p:nvSpPr>
        <p:spPr>
          <a:xfrm>
            <a:off x="2620900" y="3100425"/>
            <a:ext cx="1100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She frequents small businesses for restaurants, but never for groceries</a:t>
            </a:r>
            <a:endParaRPr sz="1000">
              <a:solidFill>
                <a:schemeClr val="lt1"/>
              </a:solidFill>
              <a:latin typeface="Archivo"/>
              <a:ea typeface="Archivo"/>
              <a:cs typeface="Archivo"/>
              <a:sym typeface="Archivo"/>
            </a:endParaRPr>
          </a:p>
        </p:txBody>
      </p:sp>
      <p:sp>
        <p:nvSpPr>
          <p:cNvPr id="758" name="Google Shape;758;p83"/>
          <p:cNvSpPr txBox="1"/>
          <p:nvPr/>
        </p:nvSpPr>
        <p:spPr>
          <a:xfrm>
            <a:off x="5702950" y="3100425"/>
            <a:ext cx="1397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Archivo"/>
                <a:ea typeface="Archivo"/>
                <a:cs typeface="Archivo"/>
                <a:sym typeface="Archivo"/>
              </a:rPr>
              <a:t>She is unhappy that small businesses have closed down, but prefers other factors to determine her shopping habits.</a:t>
            </a:r>
            <a:endParaRPr sz="1000">
              <a:solidFill>
                <a:schemeClr val="lt1"/>
              </a:solidFill>
              <a:latin typeface="Archivo"/>
              <a:ea typeface="Archivo"/>
              <a:cs typeface="Archivo"/>
              <a:sym typeface="Archiv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84"/>
          <p:cNvSpPr txBox="1"/>
          <p:nvPr>
            <p:ph type="title"/>
          </p:nvPr>
        </p:nvSpPr>
        <p:spPr>
          <a:xfrm>
            <a:off x="476409" y="3845757"/>
            <a:ext cx="2638500" cy="8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Insights</a:t>
            </a:r>
            <a:endParaRPr/>
          </a:p>
        </p:txBody>
      </p:sp>
      <p:sp>
        <p:nvSpPr>
          <p:cNvPr id="764" name="Google Shape;764;p84"/>
          <p:cNvSpPr txBox="1"/>
          <p:nvPr>
            <p:ph idx="2" type="title"/>
          </p:nvPr>
        </p:nvSpPr>
        <p:spPr>
          <a:xfrm>
            <a:off x="5091165" y="3845757"/>
            <a:ext cx="2110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Needs</a:t>
            </a:r>
            <a:endParaRPr/>
          </a:p>
        </p:txBody>
      </p:sp>
      <p:sp>
        <p:nvSpPr>
          <p:cNvPr id="765" name="Google Shape;765;p84"/>
          <p:cNvSpPr txBox="1"/>
          <p:nvPr>
            <p:ph idx="1" type="body"/>
          </p:nvPr>
        </p:nvSpPr>
        <p:spPr>
          <a:xfrm>
            <a:off x="406525" y="392600"/>
            <a:ext cx="3990900" cy="2608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Archivo Medium"/>
              <a:buChar char="➔"/>
            </a:pPr>
            <a:r>
              <a:rPr lang="en">
                <a:latin typeface="Archivo Medium"/>
                <a:ea typeface="Archivo Medium"/>
                <a:cs typeface="Archivo Medium"/>
                <a:sym typeface="Archivo Medium"/>
              </a:rPr>
              <a:t>On principle, customers want to support small businesses, but in practice, they tend to look at other factors like convenience and trust.</a:t>
            </a:r>
            <a:endParaRPr>
              <a:latin typeface="Archivo Medium"/>
              <a:ea typeface="Archivo Medium"/>
              <a:cs typeface="Archivo Medium"/>
              <a:sym typeface="Archivo Medium"/>
            </a:endParaRPr>
          </a:p>
          <a:p>
            <a:pPr indent="-342900" lvl="0" marL="457200" rtl="0" algn="l">
              <a:lnSpc>
                <a:spcPct val="115000"/>
              </a:lnSpc>
              <a:spcBef>
                <a:spcPts val="0"/>
              </a:spcBef>
              <a:spcAft>
                <a:spcPts val="0"/>
              </a:spcAft>
              <a:buSzPts val="1800"/>
              <a:buFont typeface="Archivo Medium"/>
              <a:buChar char="➔"/>
            </a:pPr>
            <a:r>
              <a:rPr lang="en">
                <a:latin typeface="Archivo Medium"/>
                <a:ea typeface="Archivo Medium"/>
                <a:cs typeface="Archivo Medium"/>
                <a:sym typeface="Archivo Medium"/>
              </a:rPr>
              <a:t>Customers </a:t>
            </a:r>
            <a:r>
              <a:rPr lang="en">
                <a:latin typeface="Archivo Medium"/>
                <a:ea typeface="Archivo Medium"/>
                <a:cs typeface="Archivo Medium"/>
                <a:sym typeface="Archivo Medium"/>
              </a:rPr>
              <a:t>have</a:t>
            </a:r>
            <a:r>
              <a:rPr lang="en">
                <a:latin typeface="Archivo Medium"/>
                <a:ea typeface="Archivo Medium"/>
                <a:cs typeface="Archivo Medium"/>
                <a:sym typeface="Archivo Medium"/>
              </a:rPr>
              <a:t> different preferences for large/small businesses depending on the good/service offered</a:t>
            </a:r>
            <a:endParaRPr>
              <a:latin typeface="Archivo Medium"/>
              <a:ea typeface="Archivo Medium"/>
              <a:cs typeface="Archivo Medium"/>
              <a:sym typeface="Archivo Medium"/>
            </a:endParaRPr>
          </a:p>
        </p:txBody>
      </p:sp>
      <p:sp>
        <p:nvSpPr>
          <p:cNvPr id="766" name="Google Shape;766;p84"/>
          <p:cNvSpPr txBox="1"/>
          <p:nvPr>
            <p:ph idx="3" type="body"/>
          </p:nvPr>
        </p:nvSpPr>
        <p:spPr>
          <a:xfrm>
            <a:off x="4948575" y="392600"/>
            <a:ext cx="3691500" cy="26085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Font typeface="Archivo Medium"/>
              <a:buChar char="➔"/>
            </a:pPr>
            <a:r>
              <a:rPr lang="en">
                <a:latin typeface="Archivo Medium"/>
                <a:ea typeface="Archivo Medium"/>
                <a:cs typeface="Archivo Medium"/>
                <a:sym typeface="Archivo Medium"/>
              </a:rPr>
              <a:t>Customers need greater convenience and trust to frequent small businesses more often</a:t>
            </a:r>
            <a:endParaRPr>
              <a:latin typeface="Archivo Medium"/>
              <a:ea typeface="Archivo Medium"/>
              <a:cs typeface="Archivo Medium"/>
              <a:sym typeface="Archivo Medium"/>
            </a:endParaRPr>
          </a:p>
          <a:p>
            <a:pPr indent="-342900" lvl="0" marL="457200" rtl="0" algn="l">
              <a:lnSpc>
                <a:spcPct val="115000"/>
              </a:lnSpc>
              <a:spcBef>
                <a:spcPts val="0"/>
              </a:spcBef>
              <a:spcAft>
                <a:spcPts val="0"/>
              </a:spcAft>
              <a:buClr>
                <a:schemeClr val="lt1"/>
              </a:buClr>
              <a:buSzPts val="1800"/>
              <a:buFont typeface="Archivo Medium"/>
              <a:buChar char="➔"/>
            </a:pPr>
            <a:r>
              <a:rPr lang="en">
                <a:latin typeface="Archivo Medium"/>
                <a:ea typeface="Archivo Medium"/>
                <a:cs typeface="Archivo Medium"/>
                <a:sym typeface="Archivo Medium"/>
              </a:rPr>
              <a:t>Customers have complex needs depending on the type of small business—a one-size-fits-all won’t be ideal</a:t>
            </a:r>
            <a:endParaRPr>
              <a:latin typeface="Archivo Medium"/>
              <a:ea typeface="Archivo Medium"/>
              <a:cs typeface="Archivo Medium"/>
              <a:sym typeface="Archivo Medium"/>
            </a:endParaRPr>
          </a:p>
        </p:txBody>
      </p:sp>
      <p:sp>
        <p:nvSpPr>
          <p:cNvPr id="767" name="Google Shape;767;p84"/>
          <p:cNvSpPr txBox="1"/>
          <p:nvPr>
            <p:ph idx="4"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85"/>
          <p:cNvSpPr txBox="1"/>
          <p:nvPr>
            <p:ph type="title"/>
          </p:nvPr>
        </p:nvSpPr>
        <p:spPr>
          <a:xfrm>
            <a:off x="342900" y="269025"/>
            <a:ext cx="84021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Tensions, Contradictions, </a:t>
            </a:r>
            <a:r>
              <a:rPr lang="en"/>
              <a:t>Surprises</a:t>
            </a:r>
            <a:endParaRPr/>
          </a:p>
        </p:txBody>
      </p:sp>
      <p:sp>
        <p:nvSpPr>
          <p:cNvPr id="773" name="Google Shape;773;p85"/>
          <p:cNvSpPr txBox="1"/>
          <p:nvPr>
            <p:ph idx="5" type="subTitle"/>
          </p:nvPr>
        </p:nvSpPr>
        <p:spPr>
          <a:xfrm>
            <a:off x="330225" y="1643050"/>
            <a:ext cx="2652900" cy="44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Tensions</a:t>
            </a:r>
            <a:endParaRPr sz="4000"/>
          </a:p>
        </p:txBody>
      </p:sp>
      <p:sp>
        <p:nvSpPr>
          <p:cNvPr id="774" name="Google Shape;774;p85"/>
          <p:cNvSpPr txBox="1"/>
          <p:nvPr>
            <p:ph idx="8"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Team North Star</a:t>
            </a:r>
            <a:endParaRPr/>
          </a:p>
        </p:txBody>
      </p:sp>
      <p:sp>
        <p:nvSpPr>
          <p:cNvPr id="775" name="Google Shape;775;p85"/>
          <p:cNvSpPr txBox="1"/>
          <p:nvPr>
            <p:ph idx="5" type="subTitle"/>
          </p:nvPr>
        </p:nvSpPr>
        <p:spPr>
          <a:xfrm>
            <a:off x="3245550" y="1643050"/>
            <a:ext cx="2652900" cy="44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a:t>Contradictions</a:t>
            </a:r>
            <a:endParaRPr sz="3400"/>
          </a:p>
        </p:txBody>
      </p:sp>
      <p:sp>
        <p:nvSpPr>
          <p:cNvPr id="776" name="Google Shape;776;p85"/>
          <p:cNvSpPr txBox="1"/>
          <p:nvPr>
            <p:ph idx="5" type="subTitle"/>
          </p:nvPr>
        </p:nvSpPr>
        <p:spPr>
          <a:xfrm>
            <a:off x="6160875" y="1601650"/>
            <a:ext cx="2652900" cy="44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Surprises</a:t>
            </a:r>
            <a:endParaRPr sz="4000"/>
          </a:p>
        </p:txBody>
      </p:sp>
      <p:sp>
        <p:nvSpPr>
          <p:cNvPr id="777" name="Google Shape;777;p85"/>
          <p:cNvSpPr txBox="1"/>
          <p:nvPr/>
        </p:nvSpPr>
        <p:spPr>
          <a:xfrm>
            <a:off x="228600" y="2080161"/>
            <a:ext cx="2734200" cy="2183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Archivo"/>
              <a:buChar char="-"/>
            </a:pPr>
            <a:r>
              <a:rPr lang="en" sz="1200">
                <a:solidFill>
                  <a:schemeClr val="lt1"/>
                </a:solidFill>
                <a:latin typeface="Archivo"/>
                <a:ea typeface="Archivo"/>
                <a:cs typeface="Archivo"/>
                <a:sym typeface="Archivo"/>
              </a:rPr>
              <a:t>Many small </a:t>
            </a:r>
            <a:r>
              <a:rPr lang="en" sz="1200">
                <a:solidFill>
                  <a:schemeClr val="lt1"/>
                </a:solidFill>
                <a:latin typeface="Archivo"/>
                <a:ea typeface="Archivo"/>
                <a:cs typeface="Archivo"/>
                <a:sym typeface="Archivo"/>
              </a:rPr>
              <a:t>businesses’ </a:t>
            </a:r>
            <a:r>
              <a:rPr lang="en" sz="1200">
                <a:solidFill>
                  <a:schemeClr val="lt1"/>
                </a:solidFill>
                <a:latin typeface="Archivo"/>
                <a:ea typeface="Archivo"/>
                <a:cs typeface="Archivo"/>
                <a:sym typeface="Archivo"/>
              </a:rPr>
              <a:t>networks are created from informal connections, usually after decades of </a:t>
            </a:r>
            <a:r>
              <a:rPr lang="en" sz="1200">
                <a:solidFill>
                  <a:schemeClr val="lt1"/>
                </a:solidFill>
                <a:latin typeface="Archivo"/>
                <a:ea typeface="Archivo"/>
                <a:cs typeface="Archivo"/>
                <a:sym typeface="Archivo"/>
              </a:rPr>
              <a:t>experience</a:t>
            </a:r>
            <a:r>
              <a:rPr lang="en" sz="1200">
                <a:solidFill>
                  <a:schemeClr val="lt1"/>
                </a:solidFill>
                <a:latin typeface="Archivo"/>
                <a:ea typeface="Archivo"/>
                <a:cs typeface="Archivo"/>
                <a:sym typeface="Archivo"/>
              </a:rPr>
              <a:t>, but this </a:t>
            </a:r>
            <a:r>
              <a:rPr lang="en" sz="1200">
                <a:solidFill>
                  <a:schemeClr val="lt1"/>
                </a:solidFill>
                <a:latin typeface="Archivo"/>
                <a:ea typeface="Archivo"/>
                <a:cs typeface="Archivo"/>
                <a:sym typeface="Archivo"/>
              </a:rPr>
              <a:t>disadvantages</a:t>
            </a:r>
            <a:r>
              <a:rPr lang="en" sz="1200">
                <a:solidFill>
                  <a:schemeClr val="lt1"/>
                </a:solidFill>
                <a:latin typeface="Archivo"/>
                <a:ea typeface="Archivo"/>
                <a:cs typeface="Archivo"/>
                <a:sym typeface="Archivo"/>
              </a:rPr>
              <a:t> newer </a:t>
            </a:r>
            <a:r>
              <a:rPr lang="en" sz="1200">
                <a:solidFill>
                  <a:schemeClr val="lt1"/>
                </a:solidFill>
                <a:latin typeface="Archivo"/>
                <a:ea typeface="Archivo"/>
                <a:cs typeface="Archivo"/>
                <a:sym typeface="Archivo"/>
              </a:rPr>
              <a:t>businesses</a:t>
            </a:r>
            <a:r>
              <a:rPr lang="en" sz="1200">
                <a:solidFill>
                  <a:schemeClr val="lt1"/>
                </a:solidFill>
                <a:latin typeface="Archivo"/>
                <a:ea typeface="Archivo"/>
                <a:cs typeface="Archivo"/>
                <a:sym typeface="Archivo"/>
              </a:rPr>
              <a:t> as there is no formal network </a:t>
            </a:r>
            <a:endParaRPr sz="1200">
              <a:solidFill>
                <a:schemeClr val="lt1"/>
              </a:solidFill>
              <a:latin typeface="Archivo"/>
              <a:ea typeface="Archivo"/>
              <a:cs typeface="Archivo"/>
              <a:sym typeface="Archivo"/>
            </a:endParaRPr>
          </a:p>
          <a:p>
            <a:pPr indent="-304800" lvl="0" marL="457200" rtl="0" algn="l">
              <a:spcBef>
                <a:spcPts val="0"/>
              </a:spcBef>
              <a:spcAft>
                <a:spcPts val="0"/>
              </a:spcAft>
              <a:buClr>
                <a:schemeClr val="lt1"/>
              </a:buClr>
              <a:buSzPts val="1200"/>
              <a:buFont typeface="Archivo"/>
              <a:buChar char="-"/>
            </a:pPr>
            <a:r>
              <a:rPr lang="en" sz="1200">
                <a:solidFill>
                  <a:schemeClr val="lt1"/>
                </a:solidFill>
                <a:latin typeface="Archivo"/>
                <a:ea typeface="Archivo"/>
                <a:cs typeface="Archivo"/>
                <a:sym typeface="Archivo"/>
              </a:rPr>
              <a:t>Different preferences for small businesses/big box </a:t>
            </a:r>
            <a:r>
              <a:rPr lang="en" sz="1200">
                <a:solidFill>
                  <a:schemeClr val="lt1"/>
                </a:solidFill>
                <a:latin typeface="Archivo"/>
                <a:ea typeface="Archivo"/>
                <a:cs typeface="Archivo"/>
                <a:sym typeface="Archivo"/>
              </a:rPr>
              <a:t>depending</a:t>
            </a:r>
            <a:r>
              <a:rPr lang="en" sz="1200">
                <a:solidFill>
                  <a:schemeClr val="lt1"/>
                </a:solidFill>
                <a:latin typeface="Archivo"/>
                <a:ea typeface="Archivo"/>
                <a:cs typeface="Archivo"/>
                <a:sym typeface="Archivo"/>
              </a:rPr>
              <a:t> on sector </a:t>
            </a:r>
            <a:endParaRPr sz="1200">
              <a:solidFill>
                <a:schemeClr val="lt1"/>
              </a:solidFill>
              <a:latin typeface="Archivo"/>
              <a:ea typeface="Archivo"/>
              <a:cs typeface="Archivo"/>
              <a:sym typeface="Archivo"/>
            </a:endParaRPr>
          </a:p>
          <a:p>
            <a:pPr indent="-304800" lvl="0" marL="457200" rtl="0" algn="l">
              <a:spcBef>
                <a:spcPts val="0"/>
              </a:spcBef>
              <a:spcAft>
                <a:spcPts val="0"/>
              </a:spcAft>
              <a:buClr>
                <a:schemeClr val="lt1"/>
              </a:buClr>
              <a:buSzPts val="1200"/>
              <a:buFont typeface="Archivo"/>
              <a:buChar char="-"/>
            </a:pPr>
            <a:r>
              <a:rPr lang="en" sz="1200">
                <a:solidFill>
                  <a:schemeClr val="lt1"/>
                </a:solidFill>
                <a:latin typeface="Archivo"/>
                <a:ea typeface="Archivo"/>
                <a:cs typeface="Archivo"/>
                <a:sym typeface="Archivo"/>
              </a:rPr>
              <a:t>Managers still feeling like a beginner and having to google videos on how to manage.</a:t>
            </a:r>
            <a:endParaRPr sz="1200">
              <a:solidFill>
                <a:schemeClr val="lt1"/>
              </a:solidFill>
              <a:latin typeface="Archivo"/>
              <a:ea typeface="Archivo"/>
              <a:cs typeface="Archivo"/>
              <a:sym typeface="Archivo"/>
            </a:endParaRPr>
          </a:p>
        </p:txBody>
      </p:sp>
      <p:sp>
        <p:nvSpPr>
          <p:cNvPr id="778" name="Google Shape;778;p85"/>
          <p:cNvSpPr txBox="1"/>
          <p:nvPr/>
        </p:nvSpPr>
        <p:spPr>
          <a:xfrm>
            <a:off x="3176850" y="2149750"/>
            <a:ext cx="2734200" cy="2183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Archivo"/>
              <a:buChar char="-"/>
            </a:pPr>
            <a:r>
              <a:rPr lang="en" sz="1200">
                <a:solidFill>
                  <a:schemeClr val="lt1"/>
                </a:solidFill>
                <a:latin typeface="Archivo"/>
                <a:ea typeface="Archivo"/>
                <a:cs typeface="Archivo"/>
                <a:sym typeface="Archivo"/>
              </a:rPr>
              <a:t>Within the </a:t>
            </a:r>
            <a:r>
              <a:rPr lang="en" sz="1200">
                <a:solidFill>
                  <a:schemeClr val="lt1"/>
                </a:solidFill>
                <a:latin typeface="Archivo"/>
                <a:ea typeface="Archivo"/>
                <a:cs typeface="Archivo"/>
                <a:sym typeface="Archivo"/>
              </a:rPr>
              <a:t>category</a:t>
            </a:r>
            <a:r>
              <a:rPr lang="en" sz="1200">
                <a:solidFill>
                  <a:schemeClr val="lt1"/>
                </a:solidFill>
                <a:latin typeface="Archivo"/>
                <a:ea typeface="Archivo"/>
                <a:cs typeface="Archivo"/>
                <a:sym typeface="Archivo"/>
              </a:rPr>
              <a:t> of food, one customer prefer grocery shopping at big </a:t>
            </a:r>
            <a:r>
              <a:rPr lang="en" sz="1200">
                <a:solidFill>
                  <a:schemeClr val="lt1"/>
                </a:solidFill>
                <a:latin typeface="Archivo"/>
                <a:ea typeface="Archivo"/>
                <a:cs typeface="Archivo"/>
                <a:sym typeface="Archivo"/>
              </a:rPr>
              <a:t>businesses</a:t>
            </a:r>
            <a:r>
              <a:rPr lang="en" sz="1200">
                <a:solidFill>
                  <a:schemeClr val="lt1"/>
                </a:solidFill>
                <a:latin typeface="Archivo"/>
                <a:ea typeface="Archivo"/>
                <a:cs typeface="Archivo"/>
                <a:sym typeface="Archivo"/>
              </a:rPr>
              <a:t>, but supports small </a:t>
            </a:r>
            <a:r>
              <a:rPr lang="en" sz="1200">
                <a:solidFill>
                  <a:schemeClr val="lt1"/>
                </a:solidFill>
                <a:latin typeface="Archivo"/>
                <a:ea typeface="Archivo"/>
                <a:cs typeface="Archivo"/>
                <a:sym typeface="Archivo"/>
              </a:rPr>
              <a:t>restaurants.</a:t>
            </a:r>
            <a:endParaRPr sz="1200">
              <a:solidFill>
                <a:schemeClr val="lt1"/>
              </a:solidFill>
              <a:latin typeface="Archivo"/>
              <a:ea typeface="Archivo"/>
              <a:cs typeface="Archivo"/>
              <a:sym typeface="Archivo"/>
            </a:endParaRPr>
          </a:p>
          <a:p>
            <a:pPr indent="0" lvl="0" marL="457200" rtl="0" algn="l">
              <a:spcBef>
                <a:spcPts val="0"/>
              </a:spcBef>
              <a:spcAft>
                <a:spcPts val="0"/>
              </a:spcAft>
              <a:buNone/>
            </a:pPr>
            <a:r>
              <a:t/>
            </a:r>
            <a:endParaRPr sz="1200">
              <a:solidFill>
                <a:schemeClr val="lt1"/>
              </a:solidFill>
              <a:latin typeface="Archivo"/>
              <a:ea typeface="Archivo"/>
              <a:cs typeface="Archivo"/>
              <a:sym typeface="Archivo"/>
            </a:endParaRPr>
          </a:p>
          <a:p>
            <a:pPr indent="-304800" lvl="0" marL="457200" rtl="0" algn="l">
              <a:spcBef>
                <a:spcPts val="0"/>
              </a:spcBef>
              <a:spcAft>
                <a:spcPts val="0"/>
              </a:spcAft>
              <a:buClr>
                <a:schemeClr val="lt1"/>
              </a:buClr>
              <a:buSzPts val="1200"/>
              <a:buFont typeface="Archivo"/>
              <a:buChar char="-"/>
            </a:pPr>
            <a:r>
              <a:rPr lang="en" sz="1200">
                <a:solidFill>
                  <a:schemeClr val="lt1"/>
                </a:solidFill>
                <a:latin typeface="Archivo"/>
                <a:ea typeface="Archivo"/>
                <a:cs typeface="Archivo"/>
                <a:sym typeface="Archivo"/>
              </a:rPr>
              <a:t>Favourite part of the manager’s day is getting recs from customers to pass on to owner, but none have ever been implemented. </a:t>
            </a:r>
            <a:endParaRPr sz="1200">
              <a:solidFill>
                <a:schemeClr val="lt1"/>
              </a:solidFill>
              <a:latin typeface="Archivo"/>
              <a:ea typeface="Archivo"/>
              <a:cs typeface="Archivo"/>
              <a:sym typeface="Archivo"/>
            </a:endParaRPr>
          </a:p>
          <a:p>
            <a:pPr indent="0" lvl="0" marL="0" rtl="0" algn="l">
              <a:spcBef>
                <a:spcPts val="0"/>
              </a:spcBef>
              <a:spcAft>
                <a:spcPts val="0"/>
              </a:spcAft>
              <a:buNone/>
            </a:pPr>
            <a:r>
              <a:rPr lang="en" sz="1200">
                <a:solidFill>
                  <a:schemeClr val="lt1"/>
                </a:solidFill>
                <a:latin typeface="Archivo"/>
                <a:ea typeface="Archivo"/>
                <a:cs typeface="Archivo"/>
                <a:sym typeface="Archivo"/>
              </a:rPr>
              <a:t> </a:t>
            </a:r>
            <a:endParaRPr sz="1200">
              <a:solidFill>
                <a:schemeClr val="lt1"/>
              </a:solidFill>
              <a:latin typeface="Archivo"/>
              <a:ea typeface="Archivo"/>
              <a:cs typeface="Archivo"/>
              <a:sym typeface="Archivo"/>
            </a:endParaRPr>
          </a:p>
        </p:txBody>
      </p:sp>
      <p:sp>
        <p:nvSpPr>
          <p:cNvPr id="779" name="Google Shape;779;p85"/>
          <p:cNvSpPr txBox="1"/>
          <p:nvPr/>
        </p:nvSpPr>
        <p:spPr>
          <a:xfrm>
            <a:off x="6057888" y="2149755"/>
            <a:ext cx="2734200" cy="2183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Archivo"/>
              <a:buChar char="-"/>
            </a:pPr>
            <a:r>
              <a:rPr lang="en" sz="1200">
                <a:solidFill>
                  <a:schemeClr val="lt1"/>
                </a:solidFill>
                <a:latin typeface="Archivo"/>
                <a:ea typeface="Archivo"/>
                <a:cs typeface="Archivo"/>
                <a:sym typeface="Archivo"/>
              </a:rPr>
              <a:t>The community and downtown was no longer what it once was, with much less sense of community. </a:t>
            </a:r>
            <a:endParaRPr sz="1200">
              <a:solidFill>
                <a:schemeClr val="lt1"/>
              </a:solidFill>
              <a:latin typeface="Archivo"/>
              <a:ea typeface="Archivo"/>
              <a:cs typeface="Archivo"/>
              <a:sym typeface="Archivo"/>
            </a:endParaRPr>
          </a:p>
          <a:p>
            <a:pPr indent="-304800" lvl="0" marL="457200" rtl="0" algn="l">
              <a:spcBef>
                <a:spcPts val="0"/>
              </a:spcBef>
              <a:spcAft>
                <a:spcPts val="0"/>
              </a:spcAft>
              <a:buClr>
                <a:schemeClr val="lt1"/>
              </a:buClr>
              <a:buSzPts val="1200"/>
              <a:buFont typeface="Archivo"/>
              <a:buChar char="-"/>
            </a:pPr>
            <a:r>
              <a:rPr lang="en" sz="1200">
                <a:solidFill>
                  <a:schemeClr val="lt1"/>
                </a:solidFill>
                <a:latin typeface="Archivo"/>
                <a:ea typeface="Archivo"/>
                <a:cs typeface="Archivo"/>
                <a:sym typeface="Archivo"/>
              </a:rPr>
              <a:t>Large corporations can keep their prices down, </a:t>
            </a:r>
            <a:r>
              <a:rPr lang="en" sz="1200">
                <a:solidFill>
                  <a:schemeClr val="lt1"/>
                </a:solidFill>
                <a:latin typeface="Archivo"/>
                <a:ea typeface="Archivo"/>
                <a:cs typeface="Archivo"/>
                <a:sym typeface="Archivo"/>
              </a:rPr>
              <a:t>amongst economic downturn and inflationary periods, while small businesses struggle.</a:t>
            </a:r>
            <a:endParaRPr sz="1200">
              <a:solidFill>
                <a:schemeClr val="lt1"/>
              </a:solidFill>
              <a:latin typeface="Archivo"/>
              <a:ea typeface="Archivo"/>
              <a:cs typeface="Archivo"/>
              <a:sym typeface="Archivo"/>
            </a:endParaRPr>
          </a:p>
          <a:p>
            <a:pPr indent="-304800" lvl="0" marL="457200" rtl="0" algn="l">
              <a:spcBef>
                <a:spcPts val="0"/>
              </a:spcBef>
              <a:spcAft>
                <a:spcPts val="0"/>
              </a:spcAft>
              <a:buClr>
                <a:schemeClr val="lt1"/>
              </a:buClr>
              <a:buSzPts val="1200"/>
              <a:buFont typeface="Archivo"/>
              <a:buChar char="-"/>
            </a:pPr>
            <a:r>
              <a:rPr lang="en" sz="1200">
                <a:solidFill>
                  <a:schemeClr val="lt1"/>
                </a:solidFill>
                <a:latin typeface="Archivo"/>
                <a:ea typeface="Archivo"/>
                <a:cs typeface="Archivo"/>
                <a:sym typeface="Archivo"/>
              </a:rPr>
              <a:t>Reliance on AI to make the shift schedule for Boba shop. </a:t>
            </a:r>
            <a:r>
              <a:rPr lang="en" sz="1200">
                <a:solidFill>
                  <a:schemeClr val="lt1"/>
                </a:solidFill>
                <a:latin typeface="Archivo"/>
                <a:ea typeface="Archivo"/>
                <a:cs typeface="Archivo"/>
                <a:sym typeface="Archivo"/>
              </a:rPr>
              <a:t> </a:t>
            </a:r>
            <a:endParaRPr sz="1200">
              <a:solidFill>
                <a:schemeClr val="lt1"/>
              </a:solidFill>
              <a:latin typeface="Archivo"/>
              <a:ea typeface="Archivo"/>
              <a:cs typeface="Archivo"/>
              <a:sym typeface="Archiv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86"/>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5</a:t>
            </a:r>
            <a:endParaRPr/>
          </a:p>
        </p:txBody>
      </p:sp>
      <p:sp>
        <p:nvSpPr>
          <p:cNvPr id="785" name="Google Shape;785;p86"/>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pic>
        <p:nvPicPr>
          <p:cNvPr descr="Warehouse workers inspecting a document." id="786" name="Google Shape;786;p86"/>
          <p:cNvPicPr preferRelativeResize="0"/>
          <p:nvPr>
            <p:ph idx="2" type="pic"/>
          </p:nvPr>
        </p:nvPicPr>
        <p:blipFill rotWithShape="1">
          <a:blip r:embed="rId3">
            <a:alphaModFix/>
          </a:blip>
          <a:srcRect b="0" l="27917" r="27917" t="0"/>
          <a:stretch/>
        </p:blipFill>
        <p:spPr>
          <a:xfrm>
            <a:off x="6702550" y="228300"/>
            <a:ext cx="1501500" cy="4691700"/>
          </a:xfrm>
          <a:prstGeom prst="roundRect">
            <a:avLst>
              <a:gd fmla="val 16667" name="adj"/>
            </a:avLst>
          </a:prstGeom>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87"/>
          <p:cNvSpPr/>
          <p:nvPr/>
        </p:nvSpPr>
        <p:spPr>
          <a:xfrm>
            <a:off x="228350"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2" name="Google Shape;792;p87"/>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
        <p:nvSpPr>
          <p:cNvPr id="793" name="Google Shape;793;p87"/>
          <p:cNvSpPr txBox="1"/>
          <p:nvPr>
            <p:ph type="title"/>
          </p:nvPr>
        </p:nvSpPr>
        <p:spPr>
          <a:xfrm>
            <a:off x="342900" y="269025"/>
            <a:ext cx="66390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LEARNED</a:t>
            </a:r>
            <a:endParaRPr/>
          </a:p>
        </p:txBody>
      </p:sp>
      <p:sp>
        <p:nvSpPr>
          <p:cNvPr id="794" name="Google Shape;794;p87"/>
          <p:cNvSpPr/>
          <p:nvPr/>
        </p:nvSpPr>
        <p:spPr>
          <a:xfrm>
            <a:off x="692175" y="160862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95" name="Google Shape;795;p87"/>
          <p:cNvSpPr/>
          <p:nvPr/>
        </p:nvSpPr>
        <p:spPr>
          <a:xfrm>
            <a:off x="1843075" y="3091763"/>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96" name="Google Shape;796;p87"/>
          <p:cNvSpPr/>
          <p:nvPr/>
        </p:nvSpPr>
        <p:spPr>
          <a:xfrm>
            <a:off x="3273625" y="160862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97" name="Google Shape;797;p87"/>
          <p:cNvSpPr/>
          <p:nvPr/>
        </p:nvSpPr>
        <p:spPr>
          <a:xfrm>
            <a:off x="4302475" y="310292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98" name="Google Shape;798;p87"/>
          <p:cNvSpPr/>
          <p:nvPr/>
        </p:nvSpPr>
        <p:spPr>
          <a:xfrm>
            <a:off x="5538750" y="1561325"/>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99" name="Google Shape;799;p87"/>
          <p:cNvSpPr/>
          <p:nvPr/>
        </p:nvSpPr>
        <p:spPr>
          <a:xfrm>
            <a:off x="6597700" y="3073500"/>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00" name="Google Shape;800;p87"/>
          <p:cNvSpPr txBox="1"/>
          <p:nvPr/>
        </p:nvSpPr>
        <p:spPr>
          <a:xfrm>
            <a:off x="758400" y="1689325"/>
            <a:ext cx="12087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Archivo"/>
                <a:ea typeface="Archivo"/>
                <a:cs typeface="Archivo"/>
                <a:sym typeface="Archivo"/>
              </a:rPr>
              <a:t>Small business owners </a:t>
            </a:r>
            <a:r>
              <a:rPr lang="en" sz="1100">
                <a:solidFill>
                  <a:schemeClr val="lt1"/>
                </a:solidFill>
                <a:latin typeface="Archivo"/>
                <a:ea typeface="Archivo"/>
                <a:cs typeface="Archivo"/>
                <a:sym typeface="Archivo"/>
              </a:rPr>
              <a:t>often</a:t>
            </a:r>
            <a:r>
              <a:rPr lang="en" sz="1100">
                <a:solidFill>
                  <a:schemeClr val="lt1"/>
                </a:solidFill>
                <a:latin typeface="Archivo"/>
                <a:ea typeface="Archivo"/>
                <a:cs typeface="Archivo"/>
                <a:sym typeface="Archivo"/>
              </a:rPr>
              <a:t> have trouble staying in touch with others</a:t>
            </a:r>
            <a:endParaRPr sz="1100">
              <a:solidFill>
                <a:schemeClr val="lt1"/>
              </a:solidFill>
              <a:latin typeface="Archivo"/>
              <a:ea typeface="Archivo"/>
              <a:cs typeface="Archivo"/>
              <a:sym typeface="Archivo"/>
            </a:endParaRPr>
          </a:p>
        </p:txBody>
      </p:sp>
      <p:sp>
        <p:nvSpPr>
          <p:cNvPr id="801" name="Google Shape;801;p87"/>
          <p:cNvSpPr txBox="1"/>
          <p:nvPr/>
        </p:nvSpPr>
        <p:spPr>
          <a:xfrm>
            <a:off x="1937575" y="3216713"/>
            <a:ext cx="12087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Archivo"/>
                <a:ea typeface="Archivo"/>
                <a:cs typeface="Archivo"/>
                <a:sym typeface="Archivo"/>
              </a:rPr>
              <a:t>Small businesses usually rely on regulars to spur business</a:t>
            </a:r>
            <a:endParaRPr sz="1100">
              <a:solidFill>
                <a:schemeClr val="lt1"/>
              </a:solidFill>
              <a:latin typeface="Archivo"/>
              <a:ea typeface="Archivo"/>
              <a:cs typeface="Archivo"/>
              <a:sym typeface="Archivo"/>
            </a:endParaRPr>
          </a:p>
        </p:txBody>
      </p:sp>
      <p:sp>
        <p:nvSpPr>
          <p:cNvPr id="802" name="Google Shape;802;p87"/>
          <p:cNvSpPr txBox="1"/>
          <p:nvPr/>
        </p:nvSpPr>
        <p:spPr>
          <a:xfrm>
            <a:off x="3368125" y="1733563"/>
            <a:ext cx="1208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Archivo"/>
                <a:ea typeface="Archivo"/>
                <a:cs typeface="Archivo"/>
                <a:sym typeface="Archivo"/>
              </a:rPr>
              <a:t>Marketing to new customers can be a challenge</a:t>
            </a:r>
            <a:endParaRPr sz="1100">
              <a:solidFill>
                <a:schemeClr val="lt1"/>
              </a:solidFill>
              <a:latin typeface="Archivo"/>
              <a:ea typeface="Archivo"/>
              <a:cs typeface="Archivo"/>
              <a:sym typeface="Archivo"/>
            </a:endParaRPr>
          </a:p>
        </p:txBody>
      </p:sp>
      <p:sp>
        <p:nvSpPr>
          <p:cNvPr id="803" name="Google Shape;803;p87"/>
          <p:cNvSpPr txBox="1"/>
          <p:nvPr/>
        </p:nvSpPr>
        <p:spPr>
          <a:xfrm>
            <a:off x="4396975" y="3216713"/>
            <a:ext cx="1208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lt1"/>
              </a:solidFill>
              <a:latin typeface="Archivo"/>
              <a:ea typeface="Archivo"/>
              <a:cs typeface="Archivo"/>
              <a:sym typeface="Archivo"/>
            </a:endParaRPr>
          </a:p>
        </p:txBody>
      </p:sp>
      <p:sp>
        <p:nvSpPr>
          <p:cNvPr id="804" name="Google Shape;804;p87"/>
          <p:cNvSpPr txBox="1"/>
          <p:nvPr/>
        </p:nvSpPr>
        <p:spPr>
          <a:xfrm>
            <a:off x="4396975" y="3143263"/>
            <a:ext cx="1208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Archivo"/>
                <a:ea typeface="Archivo"/>
                <a:cs typeface="Archivo"/>
                <a:sym typeface="Archivo"/>
              </a:rPr>
              <a:t>Social media marketing is frequently attempted, but not very successful</a:t>
            </a:r>
            <a:endParaRPr sz="1100">
              <a:solidFill>
                <a:schemeClr val="lt1"/>
              </a:solidFill>
              <a:latin typeface="Archivo"/>
              <a:ea typeface="Archivo"/>
              <a:cs typeface="Archivo"/>
              <a:sym typeface="Archivo"/>
            </a:endParaRPr>
          </a:p>
        </p:txBody>
      </p:sp>
      <p:sp>
        <p:nvSpPr>
          <p:cNvPr id="805" name="Google Shape;805;p87"/>
          <p:cNvSpPr txBox="1"/>
          <p:nvPr/>
        </p:nvSpPr>
        <p:spPr>
          <a:xfrm>
            <a:off x="5633700" y="1648813"/>
            <a:ext cx="12087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Archivo"/>
                <a:ea typeface="Archivo"/>
                <a:cs typeface="Archivo"/>
                <a:sym typeface="Archivo"/>
              </a:rPr>
              <a:t>Consumers often desire supporting small businesses, but shop differently</a:t>
            </a:r>
            <a:endParaRPr sz="1100">
              <a:solidFill>
                <a:schemeClr val="lt1"/>
              </a:solidFill>
              <a:latin typeface="Archivo"/>
              <a:ea typeface="Archivo"/>
              <a:cs typeface="Archivo"/>
              <a:sym typeface="Archivo"/>
            </a:endParaRPr>
          </a:p>
        </p:txBody>
      </p:sp>
      <p:sp>
        <p:nvSpPr>
          <p:cNvPr id="806" name="Google Shape;806;p87"/>
          <p:cNvSpPr txBox="1"/>
          <p:nvPr/>
        </p:nvSpPr>
        <p:spPr>
          <a:xfrm>
            <a:off x="6692200" y="3143263"/>
            <a:ext cx="1208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Archivo"/>
                <a:ea typeface="Archivo"/>
                <a:cs typeface="Archivo"/>
                <a:sym typeface="Archivo"/>
              </a:rPr>
              <a:t>Starting a small business can be incredibly difficult without regulars to depend on</a:t>
            </a:r>
            <a:endParaRPr sz="1100">
              <a:solidFill>
                <a:schemeClr val="lt1"/>
              </a:solidFill>
              <a:latin typeface="Archivo"/>
              <a:ea typeface="Archivo"/>
              <a:cs typeface="Archivo"/>
              <a:sym typeface="Archiv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88"/>
          <p:cNvSpPr/>
          <p:nvPr/>
        </p:nvSpPr>
        <p:spPr>
          <a:xfrm>
            <a:off x="228350" y="1508150"/>
            <a:ext cx="2082900" cy="1136100"/>
          </a:xfrm>
          <a:prstGeom prst="roundRect">
            <a:avLst>
              <a:gd fmla="val 29718" name="adj"/>
            </a:avLst>
          </a:prstGeom>
          <a:solidFill>
            <a:schemeClr val="lt1">
              <a:alpha val="70250"/>
            </a:scheme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2" name="Google Shape;812;p88"/>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
        <p:nvSpPr>
          <p:cNvPr id="813" name="Google Shape;813;p88"/>
          <p:cNvSpPr txBox="1"/>
          <p:nvPr>
            <p:ph type="title"/>
          </p:nvPr>
        </p:nvSpPr>
        <p:spPr>
          <a:xfrm>
            <a:off x="342900" y="269025"/>
            <a:ext cx="6639000" cy="8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WHAT’S NEXT?</a:t>
            </a:r>
            <a:endParaRPr/>
          </a:p>
        </p:txBody>
      </p:sp>
      <p:sp>
        <p:nvSpPr>
          <p:cNvPr id="814" name="Google Shape;814;p88"/>
          <p:cNvSpPr/>
          <p:nvPr/>
        </p:nvSpPr>
        <p:spPr>
          <a:xfrm>
            <a:off x="1086831" y="1792566"/>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15" name="Google Shape;815;p88"/>
          <p:cNvSpPr/>
          <p:nvPr/>
        </p:nvSpPr>
        <p:spPr>
          <a:xfrm>
            <a:off x="2884606" y="2772616"/>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16" name="Google Shape;816;p88"/>
          <p:cNvSpPr/>
          <p:nvPr/>
        </p:nvSpPr>
        <p:spPr>
          <a:xfrm>
            <a:off x="4682381" y="1683516"/>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17" name="Google Shape;817;p88"/>
          <p:cNvSpPr/>
          <p:nvPr/>
        </p:nvSpPr>
        <p:spPr>
          <a:xfrm>
            <a:off x="6667381" y="2772616"/>
            <a:ext cx="1397700" cy="1281300"/>
          </a:xfrm>
          <a:prstGeom prst="snip1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18" name="Google Shape;818;p88"/>
          <p:cNvSpPr txBox="1"/>
          <p:nvPr/>
        </p:nvSpPr>
        <p:spPr>
          <a:xfrm>
            <a:off x="1172250" y="1832925"/>
            <a:ext cx="1208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Archivo"/>
                <a:ea typeface="Archivo"/>
                <a:cs typeface="Archivo"/>
                <a:sym typeface="Archivo"/>
              </a:rPr>
              <a:t>Interview new extremes: </a:t>
            </a:r>
            <a:r>
              <a:rPr lang="en" sz="1100">
                <a:solidFill>
                  <a:schemeClr val="lt1"/>
                </a:solidFill>
                <a:latin typeface="Archivo"/>
                <a:ea typeface="Archivo"/>
                <a:cs typeface="Archivo"/>
                <a:sym typeface="Archivo"/>
              </a:rPr>
              <a:t>a former business owner whose store closed down</a:t>
            </a:r>
            <a:endParaRPr sz="1100">
              <a:solidFill>
                <a:schemeClr val="lt1"/>
              </a:solidFill>
              <a:latin typeface="Archivo"/>
              <a:ea typeface="Archivo"/>
              <a:cs typeface="Archivo"/>
              <a:sym typeface="Archivo"/>
            </a:endParaRPr>
          </a:p>
        </p:txBody>
      </p:sp>
      <p:sp>
        <p:nvSpPr>
          <p:cNvPr id="819" name="Google Shape;819;p88"/>
          <p:cNvSpPr txBox="1"/>
          <p:nvPr/>
        </p:nvSpPr>
        <p:spPr>
          <a:xfrm>
            <a:off x="2979100" y="2812975"/>
            <a:ext cx="1208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Archivo"/>
                <a:ea typeface="Archivo"/>
                <a:cs typeface="Archivo"/>
                <a:sym typeface="Archivo"/>
              </a:rPr>
              <a:t>Synthesize</a:t>
            </a:r>
            <a:r>
              <a:rPr lang="en" sz="1100">
                <a:solidFill>
                  <a:schemeClr val="lt1"/>
                </a:solidFill>
                <a:latin typeface="Archivo"/>
                <a:ea typeface="Archivo"/>
                <a:cs typeface="Archivo"/>
                <a:sym typeface="Archivo"/>
              </a:rPr>
              <a:t> the data from business owners and business customers</a:t>
            </a:r>
            <a:endParaRPr sz="1100">
              <a:solidFill>
                <a:schemeClr val="lt1"/>
              </a:solidFill>
              <a:latin typeface="Archivo"/>
              <a:ea typeface="Archivo"/>
              <a:cs typeface="Archivo"/>
              <a:sym typeface="Archivo"/>
            </a:endParaRPr>
          </a:p>
        </p:txBody>
      </p:sp>
      <p:sp>
        <p:nvSpPr>
          <p:cNvPr id="820" name="Google Shape;820;p88"/>
          <p:cNvSpPr txBox="1"/>
          <p:nvPr/>
        </p:nvSpPr>
        <p:spPr>
          <a:xfrm>
            <a:off x="4744800" y="1723875"/>
            <a:ext cx="1208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Archivo"/>
                <a:ea typeface="Archivo"/>
                <a:cs typeface="Archivo"/>
                <a:sym typeface="Archivo"/>
              </a:rPr>
              <a:t>Develop</a:t>
            </a:r>
            <a:r>
              <a:rPr lang="en" sz="1100">
                <a:solidFill>
                  <a:schemeClr val="lt1"/>
                </a:solidFill>
                <a:latin typeface="Archivo"/>
                <a:ea typeface="Archivo"/>
                <a:cs typeface="Archivo"/>
                <a:sym typeface="Archivo"/>
              </a:rPr>
              <a:t> POVs, HMW statements and create experience prototypes</a:t>
            </a:r>
            <a:endParaRPr sz="1100">
              <a:solidFill>
                <a:schemeClr val="lt1"/>
              </a:solidFill>
              <a:latin typeface="Archivo"/>
              <a:ea typeface="Archivo"/>
              <a:cs typeface="Archivo"/>
              <a:sym typeface="Archivo"/>
            </a:endParaRPr>
          </a:p>
        </p:txBody>
      </p:sp>
      <p:sp>
        <p:nvSpPr>
          <p:cNvPr id="821" name="Google Shape;821;p88"/>
          <p:cNvSpPr txBox="1"/>
          <p:nvPr/>
        </p:nvSpPr>
        <p:spPr>
          <a:xfrm>
            <a:off x="6761875" y="2812975"/>
            <a:ext cx="1208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Archivo"/>
                <a:ea typeface="Archivo"/>
                <a:cs typeface="Archivo"/>
                <a:sym typeface="Archivo"/>
              </a:rPr>
              <a:t>Use</a:t>
            </a:r>
            <a:r>
              <a:rPr lang="en" sz="1100">
                <a:solidFill>
                  <a:schemeClr val="lt1"/>
                </a:solidFill>
                <a:latin typeface="Archivo"/>
                <a:ea typeface="Archivo"/>
                <a:cs typeface="Archivo"/>
                <a:sym typeface="Archivo"/>
              </a:rPr>
              <a:t> what we learned to hone in on a potential solution</a:t>
            </a:r>
            <a:endParaRPr sz="1100">
              <a:solidFill>
                <a:schemeClr val="lt1"/>
              </a:solidFill>
              <a:latin typeface="Archivo"/>
              <a:ea typeface="Archivo"/>
              <a:cs typeface="Archivo"/>
              <a:sym typeface="Archiv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pic>
        <p:nvPicPr>
          <p:cNvPr id="826" name="Google Shape;826;p89"/>
          <p:cNvPicPr preferRelativeResize="0"/>
          <p:nvPr>
            <p:ph idx="2" type="pic"/>
          </p:nvPr>
        </p:nvPicPr>
        <p:blipFill rotWithShape="1">
          <a:blip r:embed="rId3">
            <a:alphaModFix/>
          </a:blip>
          <a:srcRect b="30310" l="0" r="0" t="38386"/>
          <a:stretch/>
        </p:blipFill>
        <p:spPr>
          <a:xfrm>
            <a:off x="228600" y="223625"/>
            <a:ext cx="8686800" cy="1446600"/>
          </a:xfrm>
          <a:prstGeom prst="roundRect">
            <a:avLst>
              <a:gd fmla="val 16667" name="adj"/>
            </a:avLst>
          </a:prstGeom>
        </p:spPr>
      </p:pic>
      <p:sp>
        <p:nvSpPr>
          <p:cNvPr id="827" name="Google Shape;827;p89"/>
          <p:cNvSpPr txBox="1"/>
          <p:nvPr>
            <p:ph type="title"/>
          </p:nvPr>
        </p:nvSpPr>
        <p:spPr>
          <a:xfrm>
            <a:off x="3086100" y="1960225"/>
            <a:ext cx="5943600" cy="2959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THANK YOU</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90"/>
          <p:cNvSpPr txBox="1"/>
          <p:nvPr>
            <p:ph type="title"/>
          </p:nvPr>
        </p:nvSpPr>
        <p:spPr>
          <a:xfrm>
            <a:off x="409800" y="2743200"/>
            <a:ext cx="5648100" cy="2400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6</a:t>
            </a:r>
            <a:endParaRPr/>
          </a:p>
        </p:txBody>
      </p:sp>
      <p:sp>
        <p:nvSpPr>
          <p:cNvPr id="833" name="Google Shape;833;p90"/>
          <p:cNvSpPr txBox="1"/>
          <p:nvPr>
            <p:ph idx="1" type="subTitle"/>
          </p:nvPr>
        </p:nvSpPr>
        <p:spPr>
          <a:xfrm>
            <a:off x="351400" y="314425"/>
            <a:ext cx="4283400" cy="3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Appendix</a:t>
            </a:r>
            <a:endParaRPr/>
          </a:p>
        </p:txBody>
      </p:sp>
      <p:pic>
        <p:nvPicPr>
          <p:cNvPr descr="Warehouse worker in shirt and glasses." id="834" name="Google Shape;834;p90"/>
          <p:cNvPicPr preferRelativeResize="0"/>
          <p:nvPr>
            <p:ph idx="2" type="pic"/>
          </p:nvPr>
        </p:nvPicPr>
        <p:blipFill rotWithShape="1">
          <a:blip r:embed="rId3">
            <a:alphaModFix/>
          </a:blip>
          <a:srcRect b="0" l="29419" r="49219" t="0"/>
          <a:stretch/>
        </p:blipFill>
        <p:spPr>
          <a:xfrm>
            <a:off x="6702550" y="228300"/>
            <a:ext cx="1501500" cy="4691700"/>
          </a:xfrm>
          <a:prstGeom prst="roundRect">
            <a:avLst>
              <a:gd fmla="val 16667" name="adj"/>
            </a:avLst>
          </a:prstGeom>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91"/>
          <p:cNvSpPr/>
          <p:nvPr/>
        </p:nvSpPr>
        <p:spPr>
          <a:xfrm>
            <a:off x="81600" y="128225"/>
            <a:ext cx="8946000" cy="137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40" name="Google Shape;840;p91"/>
          <p:cNvSpPr txBox="1"/>
          <p:nvPr>
            <p:ph idx="1" type="subTitle"/>
          </p:nvPr>
        </p:nvSpPr>
        <p:spPr>
          <a:xfrm>
            <a:off x="228600" y="4820575"/>
            <a:ext cx="3691500" cy="18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Team North Star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Plan">
  <a:themeElements>
    <a:clrScheme name="Simple Light">
      <a:dk1>
        <a:srgbClr val="FFFFFF"/>
      </a:dk1>
      <a:lt1>
        <a:srgbClr val="000000"/>
      </a:lt1>
      <a:dk2>
        <a:srgbClr val="FFFFFF"/>
      </a:dk2>
      <a:lt2>
        <a:srgbClr val="ADC2AC"/>
      </a:lt2>
      <a:accent1>
        <a:srgbClr val="83AFA8"/>
      </a:accent1>
      <a:accent2>
        <a:srgbClr val="346B66"/>
      </a:accent2>
      <a:accent3>
        <a:srgbClr val="78909C"/>
      </a:accent3>
      <a:accent4>
        <a:srgbClr val="3E618F"/>
      </a:accent4>
      <a:accent5>
        <a:srgbClr val="465F59"/>
      </a:accent5>
      <a:accent6>
        <a:srgbClr val="5B7973"/>
      </a:accent6>
      <a:hlink>
        <a:srgbClr val="ADC2A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